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  <a:endParaRPr lang="en-US"/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61925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32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  <a:endParaRPr lang="en-US"/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  <a:endParaRPr lang="en-US"/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  <a:endParaRPr lang="en-US"/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 Tall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2857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Two-line 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  <a:endParaRPr lang="en-US"/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  <a:endParaRPr lang="en-US"/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  <a:endParaRPr lang="en-US"/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  <a:endParaRPr lang="en-US"/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  <a:endParaRPr lang="en-US"/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  <a:endParaRPr lang="en-US"/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  <a:endParaRPr lang="en-US"/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  <a:endParaRPr lang="en-US"/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Relationship Id="rId3" Type="http://schemas.openxmlformats.org/officeDocument/2006/relationships/slideLayout" Target="../slideLayouts/slideLayout2.xml"/>
<Relationship Id="rId4" Type="http://schemas.openxmlformats.org/officeDocument/2006/relationships/slideLayout" Target="../slideLayouts/slideLayout3.xml"/>
<Relationship Id="rId5" Type="http://schemas.openxmlformats.org/officeDocument/2006/relationships/slideLayout" Target="../slideLayouts/slideLayout4.xml"/>
<Relationship Id="rId6" Type="http://schemas.openxmlformats.org/officeDocument/2006/relationships/slideLayout" Target="../slideLayouts/slideLayout5.xml"/>
<Relationship Id="rId7" Type="http://schemas.openxmlformats.org/officeDocument/2006/relationships/slideLayout" Target="../slideLayouts/slideLayout6.xml"/>
<Relationship Id="rId8" Type="http://schemas.openxmlformats.org/officeDocument/2006/relationships/slideLayout" Target="../slideLayouts/slideLayout7.xml"/>
<Relationship Id="rId9" Type="http://schemas.openxmlformats.org/officeDocument/2006/relationships/slideLayout" Target="../slideLayouts/slideLayout8.xml"/>
<Relationship Id="rId10" Type="http://schemas.openxmlformats.org/officeDocument/2006/relationships/slideLayout" Target="../slideLayouts/slideLayout9.xml"/>
<Relationship Id="rId11" Type="http://schemas.openxmlformats.org/officeDocument/2006/relationships/slideLayout" Target="../slideLayouts/slideLayout10.xml"/>
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