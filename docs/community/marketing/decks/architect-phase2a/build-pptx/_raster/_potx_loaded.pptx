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ro Title Line 1"/>
          <p:cNvSpPr>
            <a:spLocks noGrp="1"/>
          </p:cNvSpPr>
          <p:nvPr>
            <p:ph type="title" idx="1"/>
          </p:nvPr>
        </p:nvSpPr>
        <p:spPr>
          <a:xfrm>
            <a:off x="914400" y="1714500"/>
            <a:ext cx="16192500" cy="15240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132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Secure Delivery for</a:t>
            </a:r>
            <a:endParaRPr lang="en-US"/>
          </a:p>
        </p:txBody>
      </p:sp>
      <p:sp>
        <p:nvSpPr>
          <p:cNvPr id="11" name="Hero Title Line 2"/>
          <p:cNvSpPr>
            <a:spLocks noGrp="1"/>
          </p:cNvSpPr>
          <p:nvPr>
            <p:ph type="body" idx="2"/>
          </p:nvPr>
        </p:nvSpPr>
        <p:spPr>
          <a:xfrm>
            <a:off x="914400" y="3286125"/>
            <a:ext cx="16192500" cy="15240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13200" b="1">
                <a:solidFill>
                  <a:srgbClr val="5CD6FF"/>
                </a:solidFill>
                <a:latin typeface="Aptos Display"/>
              </a:defRPr>
            </a:lvl1pPr>
          </a:lstStyle>
          <a:p>
            <a:r>
              <a:rPr lang="en-US"/>
              <a:t>Sovereign Clouds</a:t>
            </a:r>
            <a:endParaRPr lang="en-US"/>
          </a:p>
        </p:txBody>
      </p:sp>
      <p:sp>
        <p:nvSpPr>
          <p:cNvPr id="12" name="Hero Subtitle"/>
          <p:cNvSpPr>
            <a:spLocks noGrp="1"/>
          </p:cNvSpPr>
          <p:nvPr>
            <p:ph type="body" idx="3"/>
          </p:nvPr>
        </p:nvSpPr>
        <p:spPr>
          <a:xfrm>
            <a:off x="914400" y="5334000"/>
            <a:ext cx="16192500" cy="85725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lnSpc>
                <a:spcPct val="114999"/>
              </a:lnSpc>
              <a:buNone/>
              <a:defRPr sz="3500">
                <a:solidFill>
                  <a:srgbClr val="5CD6FF"/>
                </a:solidFill>
                <a:latin typeface="Aptos"/>
              </a:defRPr>
            </a:lvl1pPr>
          </a:lstStyle>
          <a:p>
            <a:r>
              <a:rPr lang="en-US"/>
              <a:t>Subtitle — one sentence describing the deck.</a:t>
            </a:r>
            <a:endParaRPr lang="en-US"/>
          </a:p>
        </p:txBody>
      </p:sp>
      <p:sp>
        <p:nvSpPr>
          <p:cNvPr id="13" name="Hero Org Line"/>
          <p:cNvSpPr>
            <a:spLocks noGrp="1"/>
          </p:cNvSpPr>
          <p:nvPr>
            <p:ph type="body" idx="4"/>
          </p:nvPr>
        </p:nvSpPr>
        <p:spPr>
          <a:xfrm>
            <a:off x="914400" y="6572250"/>
            <a:ext cx="16192500" cy="5715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800">
                <a:solidFill>
                  <a:srgbClr val="FFFFFF"/>
                </a:solidFill>
                <a:latin typeface="Aptos"/>
              </a:defRPr>
            </a:lvl1pPr>
          </a:lstStyle>
          <a:p>
            <a:r>
              <a:rPr lang="en-US"/>
              <a:t>Open Component Model — open source, NeoNephos Foundation.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TA Title"/>
          <p:cNvSpPr>
            <a:spLocks noGrp="1"/>
          </p:cNvSpPr>
          <p:nvPr>
            <p:ph type="title" idx="1"/>
          </p:nvPr>
        </p:nvSpPr>
        <p:spPr>
          <a:xfrm>
            <a:off x="914400" y="3048000"/>
            <a:ext cx="16192500" cy="952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64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Call to action</a:t>
            </a:r>
            <a:endParaRPr lang="en-US"/>
          </a:p>
        </p:txBody>
      </p:sp>
      <p:sp>
        <p:nvSpPr>
          <p:cNvPr id="11" name="CTA Body"/>
          <p:cNvSpPr>
            <a:spLocks noGrp="1"/>
          </p:cNvSpPr>
          <p:nvPr>
            <p:ph type="body" idx="2"/>
          </p:nvPr>
        </p:nvSpPr>
        <p:spPr>
          <a:xfrm>
            <a:off x="914400" y="4381500"/>
            <a:ext cx="16192500" cy="3810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FFFFFF"/>
                </a:solidFill>
                <a:latin typeface="Aptos"/>
              </a:defRPr>
            </a:lvl1pPr>
          </a:lstStyle>
          <a:p>
            <a:r>
              <a:rPr lang="en-US"/>
              <a:t>Three-line CTA bullets go here.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Col1 Rule"/>
          <p:cNvSpPr/>
          <p:nvPr/>
        </p:nvSpPr>
        <p:spPr>
          <a:xfrm>
            <a:off x="114300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Col1 Header"/>
          <p:cNvSpPr>
            <a:spLocks noGrp="1"/>
          </p:cNvSpPr>
          <p:nvPr>
            <p:ph type="body" idx="10"/>
          </p:nvPr>
        </p:nvSpPr>
        <p:spPr>
          <a:xfrm>
            <a:off x="114300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1 HEADER</a:t>
            </a:r>
            <a:endParaRPr lang="en-US"/>
          </a:p>
        </p:txBody>
      </p:sp>
      <p:sp>
        <p:nvSpPr>
          <p:cNvPr id="14" name="Col1 Body"/>
          <p:cNvSpPr>
            <a:spLocks noGrp="1"/>
          </p:cNvSpPr>
          <p:nvPr>
            <p:ph type="body" idx="11"/>
          </p:nvPr>
        </p:nvSpPr>
        <p:spPr>
          <a:xfrm>
            <a:off x="114300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1 body. Replace with one or two short sentences.</a:t>
            </a:r>
            <a:endParaRPr lang="en-US"/>
          </a:p>
        </p:txBody>
      </p:sp>
      <p:sp>
        <p:nvSpPr>
          <p:cNvPr id="15" name="Col2 Rule"/>
          <p:cNvSpPr/>
          <p:nvPr/>
        </p:nvSpPr>
        <p:spPr>
          <a:xfrm>
            <a:off x="664845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Col2 Header"/>
          <p:cNvSpPr>
            <a:spLocks noGrp="1"/>
          </p:cNvSpPr>
          <p:nvPr>
            <p:ph type="body" idx="12"/>
          </p:nvPr>
        </p:nvSpPr>
        <p:spPr>
          <a:xfrm>
            <a:off x="664845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2 HEADER</a:t>
            </a:r>
            <a:endParaRPr lang="en-US"/>
          </a:p>
        </p:txBody>
      </p:sp>
      <p:sp>
        <p:nvSpPr>
          <p:cNvPr id="17" name="Col2 Body"/>
          <p:cNvSpPr>
            <a:spLocks noGrp="1"/>
          </p:cNvSpPr>
          <p:nvPr>
            <p:ph type="body" idx="13"/>
          </p:nvPr>
        </p:nvSpPr>
        <p:spPr>
          <a:xfrm>
            <a:off x="664845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2 body. Replace with one or two short sentences.</a:t>
            </a:r>
            <a:endParaRPr lang="en-US"/>
          </a:p>
        </p:txBody>
      </p:sp>
      <p:sp>
        <p:nvSpPr>
          <p:cNvPr id="18" name="Col3 Rule"/>
          <p:cNvSpPr/>
          <p:nvPr/>
        </p:nvSpPr>
        <p:spPr>
          <a:xfrm>
            <a:off x="1215390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Col3 Header"/>
          <p:cNvSpPr>
            <a:spLocks noGrp="1"/>
          </p:cNvSpPr>
          <p:nvPr>
            <p:ph type="body" idx="14"/>
          </p:nvPr>
        </p:nvSpPr>
        <p:spPr>
          <a:xfrm>
            <a:off x="1215390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3 HEADER</a:t>
            </a:r>
            <a:endParaRPr lang="en-US"/>
          </a:p>
        </p:txBody>
      </p:sp>
      <p:sp>
        <p:nvSpPr>
          <p:cNvPr id="20" name="Col3 Body"/>
          <p:cNvSpPr>
            <a:spLocks noGrp="1"/>
          </p:cNvSpPr>
          <p:nvPr>
            <p:ph type="body" idx="15"/>
          </p:nvPr>
        </p:nvSpPr>
        <p:spPr>
          <a:xfrm>
            <a:off x="1215390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3 body. Replace with one or two short sentences.</a:t>
            </a:r>
            <a:endParaRPr lang="en-US"/>
          </a:p>
        </p:txBody>
      </p:sp>
      <p:sp>
        <p:nvSpPr>
          <p:cNvPr id="21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3-Column Tall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2857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Two-line section title goes here.</a:t>
            </a:r>
            <a:endParaRPr lang="en-US"/>
          </a:p>
        </p:txBody>
      </p:sp>
      <p:sp>
        <p:nvSpPr>
          <p:cNvPr id="12" name="Col1 Rule"/>
          <p:cNvSpPr/>
          <p:nvPr/>
        </p:nvSpPr>
        <p:spPr>
          <a:xfrm>
            <a:off x="114300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Col1 Header"/>
          <p:cNvSpPr>
            <a:spLocks noGrp="1"/>
          </p:cNvSpPr>
          <p:nvPr>
            <p:ph type="body" idx="10"/>
          </p:nvPr>
        </p:nvSpPr>
        <p:spPr>
          <a:xfrm>
            <a:off x="114300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1 HEADER</a:t>
            </a:r>
            <a:endParaRPr lang="en-US"/>
          </a:p>
        </p:txBody>
      </p:sp>
      <p:sp>
        <p:nvSpPr>
          <p:cNvPr id="14" name="Col1 Body"/>
          <p:cNvSpPr>
            <a:spLocks noGrp="1"/>
          </p:cNvSpPr>
          <p:nvPr>
            <p:ph type="body" idx="11"/>
          </p:nvPr>
        </p:nvSpPr>
        <p:spPr>
          <a:xfrm>
            <a:off x="114300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1 body. Replace with one or two short sentences.</a:t>
            </a:r>
            <a:endParaRPr lang="en-US"/>
          </a:p>
        </p:txBody>
      </p:sp>
      <p:sp>
        <p:nvSpPr>
          <p:cNvPr id="15" name="Col2 Rule"/>
          <p:cNvSpPr/>
          <p:nvPr/>
        </p:nvSpPr>
        <p:spPr>
          <a:xfrm>
            <a:off x="664845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Col2 Header"/>
          <p:cNvSpPr>
            <a:spLocks noGrp="1"/>
          </p:cNvSpPr>
          <p:nvPr>
            <p:ph type="body" idx="12"/>
          </p:nvPr>
        </p:nvSpPr>
        <p:spPr>
          <a:xfrm>
            <a:off x="664845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2 HEADER</a:t>
            </a:r>
            <a:endParaRPr lang="en-US"/>
          </a:p>
        </p:txBody>
      </p:sp>
      <p:sp>
        <p:nvSpPr>
          <p:cNvPr id="17" name="Col2 Body"/>
          <p:cNvSpPr>
            <a:spLocks noGrp="1"/>
          </p:cNvSpPr>
          <p:nvPr>
            <p:ph type="body" idx="13"/>
          </p:nvPr>
        </p:nvSpPr>
        <p:spPr>
          <a:xfrm>
            <a:off x="664845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2 body. Replace with one or two short sentences.</a:t>
            </a:r>
            <a:endParaRPr lang="en-US"/>
          </a:p>
        </p:txBody>
      </p:sp>
      <p:sp>
        <p:nvSpPr>
          <p:cNvPr id="18" name="Col3 Rule"/>
          <p:cNvSpPr/>
          <p:nvPr/>
        </p:nvSpPr>
        <p:spPr>
          <a:xfrm>
            <a:off x="1215390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Col3 Header"/>
          <p:cNvSpPr>
            <a:spLocks noGrp="1"/>
          </p:cNvSpPr>
          <p:nvPr>
            <p:ph type="body" idx="14"/>
          </p:nvPr>
        </p:nvSpPr>
        <p:spPr>
          <a:xfrm>
            <a:off x="1215390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3 HEADER</a:t>
            </a:r>
            <a:endParaRPr lang="en-US"/>
          </a:p>
        </p:txBody>
      </p:sp>
      <p:sp>
        <p:nvSpPr>
          <p:cNvPr id="20" name="Col3 Body"/>
          <p:cNvSpPr>
            <a:spLocks noGrp="1"/>
          </p:cNvSpPr>
          <p:nvPr>
            <p:ph type="body" idx="15"/>
          </p:nvPr>
        </p:nvSpPr>
        <p:spPr>
          <a:xfrm>
            <a:off x="1215390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3 body. Replace with one or two short sentences.</a:t>
            </a:r>
            <a:endParaRPr lang="en-US"/>
          </a:p>
        </p:txBody>
      </p:sp>
      <p:sp>
        <p:nvSpPr>
          <p:cNvPr id="21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7143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1219200"/>
            <a:ext cx="16002000" cy="762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Diagram"/>
          <p:cNvSpPr>
            <a:spLocks noGrp="1"/>
          </p:cNvSpPr>
          <p:nvPr>
            <p:ph type="pic" idx="10"/>
          </p:nvPr>
        </p:nvSpPr>
        <p:spPr>
          <a:xfrm>
            <a:off x="571500" y="2286000"/>
            <a:ext cx="17145000" cy="7429500"/>
          </a:xfrm>
          <a:prstGeom prst="rect">
            <a:avLst/>
          </a:prstGeom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Diagram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762000"/>
            <a:ext cx="16002000" cy="381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6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1238250"/>
            <a:ext cx="16002000" cy="952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56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Diagram"/>
          <p:cNvSpPr>
            <a:spLocks noGrp="1"/>
          </p:cNvSpPr>
          <p:nvPr>
            <p:ph type="pic" idx="10"/>
          </p:nvPr>
        </p:nvSpPr>
        <p:spPr>
          <a:xfrm>
            <a:off x="571500" y="2476500"/>
            <a:ext cx="17145000" cy="7239000"/>
          </a:xfrm>
          <a:prstGeom prst="rect">
            <a:avLst/>
          </a:prstGeom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Tile1 Bg"/>
          <p:cNvSpPr/>
          <p:nvPr/>
        </p:nvSpPr>
        <p:spPr>
          <a:xfrm>
            <a:off x="11430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le1 Rule"/>
          <p:cNvSpPr/>
          <p:nvPr/>
        </p:nvSpPr>
        <p:spPr>
          <a:xfrm>
            <a:off x="11430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Tile1 Label"/>
          <p:cNvSpPr>
            <a:spLocks noGrp="1"/>
          </p:cNvSpPr>
          <p:nvPr>
            <p:ph type="body" idx="20"/>
          </p:nvPr>
        </p:nvSpPr>
        <p:spPr>
          <a:xfrm>
            <a:off x="19812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1 label</a:t>
            </a:r>
            <a:endParaRPr lang="en-US"/>
          </a:p>
        </p:txBody>
      </p:sp>
      <p:sp>
        <p:nvSpPr>
          <p:cNvPr id="15" name="Tile1 Body"/>
          <p:cNvSpPr>
            <a:spLocks noGrp="1"/>
          </p:cNvSpPr>
          <p:nvPr>
            <p:ph type="body" idx="21"/>
          </p:nvPr>
        </p:nvSpPr>
        <p:spPr>
          <a:xfrm>
            <a:off x="13716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16" name="Tile2 Bg"/>
          <p:cNvSpPr/>
          <p:nvPr/>
        </p:nvSpPr>
        <p:spPr>
          <a:xfrm>
            <a:off x="65532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Tile2 Rule"/>
          <p:cNvSpPr/>
          <p:nvPr/>
        </p:nvSpPr>
        <p:spPr>
          <a:xfrm>
            <a:off x="65532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Tile2 Label"/>
          <p:cNvSpPr>
            <a:spLocks noGrp="1"/>
          </p:cNvSpPr>
          <p:nvPr>
            <p:ph type="body" idx="22"/>
          </p:nvPr>
        </p:nvSpPr>
        <p:spPr>
          <a:xfrm>
            <a:off x="73914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2 label</a:t>
            </a:r>
            <a:endParaRPr lang="en-US"/>
          </a:p>
        </p:txBody>
      </p:sp>
      <p:sp>
        <p:nvSpPr>
          <p:cNvPr id="19" name="Tile2 Body"/>
          <p:cNvSpPr>
            <a:spLocks noGrp="1"/>
          </p:cNvSpPr>
          <p:nvPr>
            <p:ph type="body" idx="23"/>
          </p:nvPr>
        </p:nvSpPr>
        <p:spPr>
          <a:xfrm>
            <a:off x="67818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0" name="Tile3 Bg"/>
          <p:cNvSpPr/>
          <p:nvPr/>
        </p:nvSpPr>
        <p:spPr>
          <a:xfrm>
            <a:off x="119634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Tile3 Rule"/>
          <p:cNvSpPr/>
          <p:nvPr/>
        </p:nvSpPr>
        <p:spPr>
          <a:xfrm>
            <a:off x="119634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ile3 Label"/>
          <p:cNvSpPr>
            <a:spLocks noGrp="1"/>
          </p:cNvSpPr>
          <p:nvPr>
            <p:ph type="body" idx="24"/>
          </p:nvPr>
        </p:nvSpPr>
        <p:spPr>
          <a:xfrm>
            <a:off x="128016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3 label</a:t>
            </a:r>
            <a:endParaRPr lang="en-US"/>
          </a:p>
        </p:txBody>
      </p:sp>
      <p:sp>
        <p:nvSpPr>
          <p:cNvPr id="23" name="Tile3 Body"/>
          <p:cNvSpPr>
            <a:spLocks noGrp="1"/>
          </p:cNvSpPr>
          <p:nvPr>
            <p:ph type="body" idx="25"/>
          </p:nvPr>
        </p:nvSpPr>
        <p:spPr>
          <a:xfrm>
            <a:off x="121920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4" name="Tile4 Bg"/>
          <p:cNvSpPr/>
          <p:nvPr/>
        </p:nvSpPr>
        <p:spPr>
          <a:xfrm>
            <a:off x="11430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Tile4 Rule"/>
          <p:cNvSpPr/>
          <p:nvPr/>
        </p:nvSpPr>
        <p:spPr>
          <a:xfrm>
            <a:off x="11430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ile4 Label"/>
          <p:cNvSpPr>
            <a:spLocks noGrp="1"/>
          </p:cNvSpPr>
          <p:nvPr>
            <p:ph type="body" idx="26"/>
          </p:nvPr>
        </p:nvSpPr>
        <p:spPr>
          <a:xfrm>
            <a:off x="19812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4 label</a:t>
            </a:r>
            <a:endParaRPr lang="en-US"/>
          </a:p>
        </p:txBody>
      </p:sp>
      <p:sp>
        <p:nvSpPr>
          <p:cNvPr id="27" name="Tile4 Body"/>
          <p:cNvSpPr>
            <a:spLocks noGrp="1"/>
          </p:cNvSpPr>
          <p:nvPr>
            <p:ph type="body" idx="27"/>
          </p:nvPr>
        </p:nvSpPr>
        <p:spPr>
          <a:xfrm>
            <a:off x="13716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8" name="Tile5 Bg"/>
          <p:cNvSpPr/>
          <p:nvPr/>
        </p:nvSpPr>
        <p:spPr>
          <a:xfrm>
            <a:off x="65532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Tile5 Rule"/>
          <p:cNvSpPr/>
          <p:nvPr/>
        </p:nvSpPr>
        <p:spPr>
          <a:xfrm>
            <a:off x="65532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ile5 Label"/>
          <p:cNvSpPr>
            <a:spLocks noGrp="1"/>
          </p:cNvSpPr>
          <p:nvPr>
            <p:ph type="body" idx="28"/>
          </p:nvPr>
        </p:nvSpPr>
        <p:spPr>
          <a:xfrm>
            <a:off x="73914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5 label</a:t>
            </a:r>
            <a:endParaRPr lang="en-US"/>
          </a:p>
        </p:txBody>
      </p:sp>
      <p:sp>
        <p:nvSpPr>
          <p:cNvPr id="31" name="Tile5 Body"/>
          <p:cNvSpPr>
            <a:spLocks noGrp="1"/>
          </p:cNvSpPr>
          <p:nvPr>
            <p:ph type="body" idx="29"/>
          </p:nvPr>
        </p:nvSpPr>
        <p:spPr>
          <a:xfrm>
            <a:off x="67818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32" name="Tile6 Bg"/>
          <p:cNvSpPr/>
          <p:nvPr/>
        </p:nvSpPr>
        <p:spPr>
          <a:xfrm>
            <a:off x="119634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Tile6 Rule"/>
          <p:cNvSpPr/>
          <p:nvPr/>
        </p:nvSpPr>
        <p:spPr>
          <a:xfrm>
            <a:off x="119634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ile6 Label"/>
          <p:cNvSpPr>
            <a:spLocks noGrp="1"/>
          </p:cNvSpPr>
          <p:nvPr>
            <p:ph type="body" idx="30"/>
          </p:nvPr>
        </p:nvSpPr>
        <p:spPr>
          <a:xfrm>
            <a:off x="128016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6 label</a:t>
            </a:r>
            <a:endParaRPr lang="en-US"/>
          </a:p>
        </p:txBody>
      </p:sp>
      <p:sp>
        <p:nvSpPr>
          <p:cNvPr id="35" name="Tile6 Body"/>
          <p:cNvSpPr>
            <a:spLocks noGrp="1"/>
          </p:cNvSpPr>
          <p:nvPr>
            <p:ph type="body" idx="31"/>
          </p:nvPr>
        </p:nvSpPr>
        <p:spPr>
          <a:xfrm>
            <a:off x="121920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36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Left Body"/>
          <p:cNvSpPr>
            <a:spLocks noGrp="1"/>
          </p:cNvSpPr>
          <p:nvPr>
            <p:ph type="body" idx="10"/>
          </p:nvPr>
        </p:nvSpPr>
        <p:spPr>
          <a:xfrm>
            <a:off x="1143000" y="4953000"/>
            <a:ext cx="78105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Left column body.</a:t>
            </a:r>
            <a:endParaRPr lang="en-US"/>
          </a:p>
        </p:txBody>
      </p:sp>
      <p:sp>
        <p:nvSpPr>
          <p:cNvPr id="13" name="Right Body"/>
          <p:cNvSpPr>
            <a:spLocks noGrp="1"/>
          </p:cNvSpPr>
          <p:nvPr>
            <p:ph type="body" idx="11"/>
          </p:nvPr>
        </p:nvSpPr>
        <p:spPr>
          <a:xfrm>
            <a:off x="9334500" y="4953000"/>
            <a:ext cx="78105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Right column body.</a:t>
            </a:r>
            <a:endParaRPr lang="en-US"/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 Title"/>
          <p:cNvSpPr>
            <a:spLocks noGrp="1"/>
          </p:cNvSpPr>
          <p:nvPr>
            <p:ph type="title" idx="1"/>
          </p:nvPr>
        </p:nvSpPr>
        <p:spPr>
          <a:xfrm>
            <a:off x="762000" y="4381500"/>
            <a:ext cx="16764000" cy="19050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ctr">
              <a:buNone/>
              <a:defRPr sz="83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Section</a:t>
            </a: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Body"/>
          <p:cNvSpPr>
            <a:spLocks noGrp="1"/>
          </p:cNvSpPr>
          <p:nvPr>
            <p:ph type="body" idx="10"/>
          </p:nvPr>
        </p:nvSpPr>
        <p:spPr>
          <a:xfrm>
            <a:off x="1143000" y="5524500"/>
            <a:ext cx="16002000" cy="3810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Body text.</a:t>
            </a:r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Body"/>
          <p:cNvSpPr>
            <a:spLocks noGrp="1"/>
          </p:cNvSpPr>
          <p:nvPr>
            <p:ph type="body" idx="10"/>
          </p:nvPr>
        </p:nvSpPr>
        <p:spPr>
          <a:xfrm>
            <a:off x="1143000" y="4953000"/>
            <a:ext cx="160020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Body text.</a:t>
            </a:r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Relationship Id="rId2" Type="http://schemas.openxmlformats.org/officeDocument/2006/relationships/slideLayout" Target="../slideLayouts/slideLayout1.xml"/>
<Relationship Id="rId3" Type="http://schemas.openxmlformats.org/officeDocument/2006/relationships/slideLayout" Target="../slideLayouts/slideLayout2.xml"/>
<Relationship Id="rId4" Type="http://schemas.openxmlformats.org/officeDocument/2006/relationships/slideLayout" Target="../slideLayouts/slideLayout3.xml"/>
<Relationship Id="rId5" Type="http://schemas.openxmlformats.org/officeDocument/2006/relationships/slideLayout" Target="../slideLayouts/slideLayout4.xml"/>
<Relationship Id="rId6" Type="http://schemas.openxmlformats.org/officeDocument/2006/relationships/slideLayout" Target="../slideLayouts/slideLayout5.xml"/>
<Relationship Id="rId7" Type="http://schemas.openxmlformats.org/officeDocument/2006/relationships/slideLayout" Target="../slideLayouts/slideLayout6.xml"/>
<Relationship Id="rId8" Type="http://schemas.openxmlformats.org/officeDocument/2006/relationships/slideLayout" Target="../slideLayouts/slideLayout7.xml"/>
<Relationship Id="rId9" Type="http://schemas.openxmlformats.org/officeDocument/2006/relationships/slideLayout" Target="../slideLayouts/slideLayout8.xml"/>
<Relationship Id="rId10" Type="http://schemas.openxmlformats.org/officeDocument/2006/relationships/slideLayout" Target="../slideLayouts/slideLayout9.xml"/>
<Relationship Id="rId11" Type="http://schemas.openxmlformats.org/officeDocument/2006/relationships/slideLayout" Target="../slideLayouts/slideLayout10.xml"/>
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