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524000"/>
            <ns2:ext cx="161925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619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7150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 / 3-Line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1430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Three minutes from now,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257175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you'll know what your</ns6:t>
            </ns6:r>
            <ns6:endParaRPr lang="en-US"/>
          </ns6:p>
        </ns0:txBody>
      </ns0:sp>
      <ns0:sp xmlns:ns0="http://schemas.openxmlformats.org/presentationml/2006/main">
        <ns0:nvSpPr>
          <ns0:cNvPr id="12" name="Hero Title Line 3 (Gradient)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4000500"/>
            <ns2:ext cx="16192500" cy="1333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supply chain doesn't</ns6:t>
            </ns6:r>
            <ns6:endParaRPr lang="en-US"/>
          </ns6:p>
        </ns0:txBody>
      </ns0:sp>
      <ns0:sp xmlns:ns0="http://schemas.openxmlformats.org/presentationml/2006/main">
        <ns0:nvSpPr>
          <ns0:cNvPr id="13" name="Hero Subtitl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5905500"/>
            <ns2:ext cx="161925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4" name="Hero Org Line"/>
          <ns0:cNvSpPr>
            <ns1:spLocks xmlns:ns1="http://schemas.openxmlformats.org/drawingml/2006/main" noGrp="1"/>
          </ns0:cNvSpPr>
          <ns0:nvPr>
            <ns0:ph type="body" idx="5"/>
          </ns0:nvPr>
        </ns0:nvSpPr>
        <ns0:spPr>
          <ns2:xfrm xmlns:ns2="http://schemas.openxmlformats.org/drawingml/2006/main">
            <ns2:off x="914400" y="819150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905500"/>
            <ns2:ext cx="4972050" cy="42291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Three minutes from now,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you'll know what your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supply chain doesn't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A new model for delivering software the auditor can verify, the operator can run, and the regulator already requires.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8" name="Picture 7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9" name="Picture 8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something to sign together.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KEYLESS (SIGSTORE) / KEY-BASED (YOUR PKI)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Only signs one artifact. OCM gives them the complete SBoD to sign. One signature, covering every artifact in the delivery, by digest. Your existing keys still work.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YOUR SBOM TOOL OR FORMAT (SYFT, CYCLONEDX, SPDX)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Lists what's in your software. The SBoD contains or references it. Your SBOM tool is unchanged; the SBOM now travels with the signature.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A BIT OF OCI + SIGSTORE + YOUR OWN SCRIPTS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Can almost get you there, in pieces. OCM is the standardised version, openly governed, with conformance tests and the SBoD vocabulary your auditors are starting to expect.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0" y="4381500"/>
            <a:ext cx="12192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OCM's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412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5237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platform-mesh-horizontal-color_640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2062" y="7922419"/>
            <a:ext cx="3048000" cy="728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