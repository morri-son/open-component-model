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714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286125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334000"/>
            <ns2:ext cx="161925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57225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hyperlink" Target="https://neonephos.org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sap.com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www.bwi.de" TargetMode="External"/><Relationship Id="rId8" Type="http://schemas.openxmlformats.org/officeDocument/2006/relationships/image" Target="../media/image17.png"/><Relationship Id="rId9" Type="http://schemas.openxmlformats.org/officeDocument/2006/relationships/hyperlink" Target="https://sapns2.com" TargetMode="External"/><Relationship Id="rId10" Type="http://schemas.openxmlformats.org/officeDocument/2006/relationships/image" Target="../media/image18.png"/><Relationship Id="rId11" Type="http://schemas.openxmlformats.org/officeDocument/2006/relationships/hyperlink" Target="https://gardener.cloud" TargetMode="External"/><Relationship Id="rId12" Type="http://schemas.openxmlformats.org/officeDocument/2006/relationships/image" Target="../media/image19.png"/><Relationship Id="rId13" Type="http://schemas.openxmlformats.org/officeDocument/2006/relationships/hyperlink" Target="https://konfidence.cloud" TargetMode="External"/><Relationship Id="rId14" Type="http://schemas.openxmlformats.org/officeDocument/2006/relationships/image" Target="../media/image20.png"/><Relationship Id="rId15" Type="http://schemas.openxmlformats.org/officeDocument/2006/relationships/hyperlink" Target="https://open-control-plane.io" TargetMode="External"/><Relationship Id="rId16" Type="http://schemas.openxmlformats.org/officeDocument/2006/relationships/image" Target="../media/image21.png"/><Relationship Id="rId17" Type="http://schemas.openxmlformats.org/officeDocument/2006/relationships/hyperlink" Target="https://platform-mesh.io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Your supply chain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blind spots.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Three minutes from now, you'll know what they are.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6775" y="4191000"/>
            <a:ext cx="18002250" cy="5734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(Software Bill of Materials)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an envelope to compose around.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SIGNING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Keyless (Sigstore) or key-based (your PKI) signs one artifact at a time. OCM gives them the complete SBoD to sign — one signature covers every artifact in the delivery, by digest.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S3, OCI and Helm registries — each stores artifacts differently. OCM transports a signed envelope of artifacts across any boundary: registry to registry, registry to air-gapped archive. The signature travels intact.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COMPLIANCE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Trivy, Grype, your SBOM tools — each scans in isolation. OCM (via Open Delivery Gear) correlates every finding by component identity. Compliance is a system output, not a quarterly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5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149" y="3686175"/>
            <a:ext cx="13326226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the OCM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package-export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 AND THE OPEN-SOURCE ECOSYSTEM</a:t>
            </a:r>
          </a:p>
        </p:txBody>
      </p:sp>
      <p:pic>
        <p:nvPicPr>
          <p:cNvPr id="5" name="Picture 4" descr="neonephos-foundation-horizontal-color_520_cro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0" y="5858888"/>
            <a:ext cx="2476500" cy="4742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2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3"/>
              </a:rPr>
              <a:t>NeoNephos</a:t>
            </a:r>
          </a:p>
        </p:txBody>
      </p:sp>
      <p:pic>
        <p:nvPicPr>
          <p:cNvPr id="7" name="Picture 6" descr="sap-horizontal-color_520_cro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884" y="5753100"/>
            <a:ext cx="1382232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5"/>
              </a:rPr>
              <a:t>SAP</a:t>
            </a:r>
          </a:p>
        </p:txBody>
      </p:sp>
      <p:pic>
        <p:nvPicPr>
          <p:cNvPr id="9" name="Picture 8" descr="bwi-horizontal-color_520_crop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189" y="5753100"/>
            <a:ext cx="1481621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7"/>
              </a:rPr>
              <a:t>BWI</a:t>
            </a:r>
          </a:p>
        </p:txBody>
      </p:sp>
      <p:pic>
        <p:nvPicPr>
          <p:cNvPr id="11" name="Picture 10" descr="sap-ns2-getlogovector_crop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07550" y="5753100"/>
            <a:ext cx="23029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954000" y="672465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9"/>
              </a:rPr>
              <a:t>SAP NS2</a:t>
            </a:r>
          </a:p>
        </p:txBody>
      </p:sp>
      <p:pic>
        <p:nvPicPr>
          <p:cNvPr id="13" name="Picture 12" descr="gardener-horizontal-color_520_crop.pn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90750" y="8208680"/>
            <a:ext cx="2476500" cy="5371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1"/>
              </a:rPr>
              <a:t>Gardener</a:t>
            </a:r>
          </a:p>
        </p:txBody>
      </p:sp>
      <p:pic>
        <p:nvPicPr>
          <p:cNvPr id="15" name="Picture 14" descr="konfidence-horizontal-light_520_crop.pn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0750" y="8352426"/>
            <a:ext cx="2476500" cy="24964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3"/>
              </a:rPr>
              <a:t>Konfidence</a:t>
            </a:r>
          </a:p>
        </p:txBody>
      </p:sp>
      <p:pic>
        <p:nvPicPr>
          <p:cNvPr id="17" name="Picture 16" descr="opencontrolplane-icon-color_520_crop.pn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61077" y="8134350"/>
            <a:ext cx="575845" cy="685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5"/>
              </a:rPr>
              <a:t>OpenControlPlane</a:t>
            </a:r>
          </a:p>
        </p:txBody>
      </p:sp>
      <p:pic>
        <p:nvPicPr>
          <p:cNvPr id="19" name="Picture 18" descr="platform-mesh-horizontal-color_520_crop.png">
            <a:hlinkClick r:id="rId17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620750" y="8181975"/>
            <a:ext cx="2476500" cy="5905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54000" y="9105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7"/>
              </a:rPr>
              <a:t>Platform Mesh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 (1/2)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Logos and trademarks belong to their respective owners.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SAP, SAP NS2 — trademarks of SAP SE / SAP National Security Services. Editorial use only; no endorsement implied. sap.com · sapns2.com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BWI — trademark of BWI GmbH (Bundeswehr-IT). Editorial use of the Wikimedia public-domain wordmark; verify against BWI press conditions before external publication. bwi.de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Gardener, Platform Mesh, NeoNephos Foundation — Linux Foundation Europe artwork; usage governed by the Linux Foundation trademark usage guidelines (linuxfoundation.org/legal/trademark-usage). gardener.cloud · platform-mesh.io · neonephos.org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Konfidence — SAP-supported open project; logo from konfidence.cloud. Editorial use only; verify with the Konfidence project before external publication. konfidence.cloud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OpenControlPlane — open-source project at open-control-plane.io. Editorial use only; verify with the project before external publication. open-control-plane.io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Third-party trademarks named for technical reference.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Kyma — SAP-originated open-source project at kyma-project.io. Editorial use only. kyma-project.io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Trivy, Grype, Sigstore, Helm, OCI, Kubernetes, kro, Flux, Argo CD — third-party trademarks named for technical reference; ownership remains with their respective projects and organisations.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Full sourcing record: assets/adopters/LICENSING.md in the OCM marketing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