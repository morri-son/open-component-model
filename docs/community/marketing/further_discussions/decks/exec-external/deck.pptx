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0.xml" ContentType="application/vnd.ms-powerpoint.comments+xml"/>
  <Override PartName="/ppt/notesSlides/notesSlide2.xml" ContentType="application/vnd.openxmlformats-officedocument.presentationml.notesSlide+xml"/>
  <Override PartName="/ppt/comments/modernComment_11B_0.xml" ContentType="application/vnd.ms-powerpoint.comments+xml"/>
  <Override PartName="/ppt/notesSlides/notesSlide3.xml" ContentType="application/vnd.openxmlformats-officedocument.presentationml.notesSlide+xml"/>
  <Override PartName="/ppt/comments/modernComment_101_0.xml" ContentType="application/vnd.ms-powerpoint.comments+xml"/>
  <Override PartName="/ppt/notesSlides/notesSlide4.xml" ContentType="application/vnd.openxmlformats-officedocument.presentationml.notesSlide+xml"/>
  <Override PartName="/ppt/comments/modernComment_116_0.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07_0.xml" ContentType="application/vnd.ms-powerpoint.comments+xml"/>
  <Override PartName="/ppt/notesSlides/notesSlide7.xml" ContentType="application/vnd.openxmlformats-officedocument.presentationml.notesSlide+xml"/>
  <Override PartName="/ppt/comments/modernComment_119_BB989C1B.xml" ContentType="application/vnd.ms-powerpoint.comments+xml"/>
  <Override PartName="/ppt/notesSlides/notesSlide8.xml" ContentType="application/vnd.openxmlformats-officedocument.presentationml.notesSlide+xml"/>
  <Override PartName="/ppt/comments/modernComment_10A_0.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10D_0.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10F_0.xml" ContentType="application/vnd.ms-powerpoint.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111_0.xml" ContentType="application/vnd.ms-powerpoint.comments+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sldIdLst>
    <p:sldId id="256" r:id="rId5"/>
    <p:sldId id="283" r:id="rId6"/>
    <p:sldId id="257" r:id="rId7"/>
    <p:sldId id="278" r:id="rId8"/>
    <p:sldId id="279" r:id="rId9"/>
    <p:sldId id="263" r:id="rId10"/>
    <p:sldId id="281" r:id="rId11"/>
    <p:sldId id="266" r:id="rId12"/>
    <p:sldId id="267" r:id="rId13"/>
    <p:sldId id="269" r:id="rId14"/>
    <p:sldId id="280" r:id="rId15"/>
    <p:sldId id="271" r:id="rId16"/>
    <p:sldId id="272" r:id="rId17"/>
    <p:sldId id="273" r:id="rId18"/>
    <p:sldId id="282" r:id="rId19"/>
    <p:sldId id="276" r:id="rId20"/>
    <p:sldId id="277" r:id="rId21"/>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D6C709-C207-BD8E-B06E-7F305D748799}" name="Morrison, Gerald" initials="MG" userId="S::gerald.morrison@sap.com::7611ca13-cc5f-41ee-a954-b612bc1298db" providerId="AD"/>
  <p188:author id="{24550C6C-9765-F72E-DA40-7AF937846DFE}" name="Neisener, Johannes" initials="NJ" userId="S::johannes.neisener@sap.com::c20d1ae2-6594-4769-b4c9-23d7c15553a9" providerId="AD"/>
  <p188:author id="{DDD8A6C9-2489-6BC4-4E2B-1BA24F0A757B}" name="Wilhelm, Frederic" initials="WF" userId="S::frederic.wilhelm@sap.com::1e88b249-80ac-47b2-aadb-2ee82b9a8044" providerId="AD"/>
  <p188:author id="{438601FC-7637-931B-8EE4-41DD21CB6767}" name="Janik, Piotr (external - Service)" initials="JS" userId="S::piotr.janik@sap.com::2cc553f7-ab7f-4947-ae0d-688e2848c05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D6BB8B-0994-2949-8A02-E2D9540F1A2B}" v="99" dt="2026-07-01T15:52:21.3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621"/>
    <p:restoredTop sz="51370"/>
  </p:normalViewPr>
  <p:slideViewPr>
    <p:cSldViewPr snapToGrid="0">
      <p:cViewPr varScale="1">
        <p:scale>
          <a:sx n="38" d="100"/>
          <a:sy n="38" d="100"/>
        </p:scale>
        <p:origin x="1632"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isener, Johannes" userId="S::johannes.neisener@sap.com::c20d1ae2-6594-4769-b4c9-23d7c15553a9" providerId="AD" clId="Web-{C212145B-9524-CD32-9274-98574F669DD8}"/>
    <pc:docChg chg="mod modSld">
      <pc:chgData name="Neisener, Johannes" userId="S::johannes.neisener@sap.com::c20d1ae2-6594-4769-b4c9-23d7c15553a9" providerId="AD" clId="Web-{C212145B-9524-CD32-9274-98574F669DD8}" dt="2026-06-30T13:55:52.160" v="3"/>
      <pc:docMkLst>
        <pc:docMk/>
      </pc:docMkLst>
      <pc:sldChg chg="modNotes">
        <pc:chgData name="Neisener, Johannes" userId="S::johannes.neisener@sap.com::c20d1ae2-6594-4769-b4c9-23d7c15553a9" providerId="AD" clId="Web-{C212145B-9524-CD32-9274-98574F669DD8}" dt="2026-06-30T13:55:52.160" v="3"/>
        <pc:sldMkLst>
          <pc:docMk/>
          <pc:sldMk cId="0" sldId="283"/>
        </pc:sldMkLst>
      </pc:sldChg>
    </pc:docChg>
  </pc:docChgLst>
  <pc:docChgLst>
    <pc:chgData name="Wilhelm, Frederic" userId="S::frederic.wilhelm@sap.com::1e88b249-80ac-47b2-aadb-2ee82b9a8044" providerId="AD" clId="Web-{F08D4ECC-96D4-9B77-4918-385DED4C33A0}"/>
    <pc:docChg chg="mod">
      <pc:chgData name="Wilhelm, Frederic" userId="S::frederic.wilhelm@sap.com::1e88b249-80ac-47b2-aadb-2ee82b9a8044" providerId="AD" clId="Web-{F08D4ECC-96D4-9B77-4918-385DED4C33A0}" dt="2026-06-25T06:13:35.218" v="0"/>
      <pc:docMkLst>
        <pc:docMk/>
      </pc:docMkLst>
    </pc:docChg>
  </pc:docChgLst>
  <pc:docChgLst>
    <pc:chgData name="Morrison, Gerald" userId="S::gerald.morrison@sap.com::7611ca13-cc5f-41ee-a954-b612bc1298db" providerId="AD" clId="Web-{2AECCB02-9A0B-F86F-7396-88224505BA73}"/>
    <pc:docChg chg="addSld delSld modSld">
      <pc:chgData name="Morrison, Gerald" userId="S::gerald.morrison@sap.com::7611ca13-cc5f-41ee-a954-b612bc1298db" providerId="AD" clId="Web-{2AECCB02-9A0B-F86F-7396-88224505BA73}" dt="2026-06-22T14:52:51.422" v="14"/>
      <pc:docMkLst>
        <pc:docMk/>
      </pc:docMkLst>
      <pc:sldChg chg="modSp">
        <pc:chgData name="Morrison, Gerald" userId="S::gerald.morrison@sap.com::7611ca13-cc5f-41ee-a954-b612bc1298db" providerId="AD" clId="Web-{2AECCB02-9A0B-F86F-7396-88224505BA73}" dt="2026-06-22T14:42:12.906" v="2" actId="20577"/>
        <pc:sldMkLst>
          <pc:docMk/>
          <pc:sldMk cId="0" sldId="266"/>
        </pc:sldMkLst>
        <pc:spChg chg="mod">
          <ac:chgData name="Morrison, Gerald" userId="S::gerald.morrison@sap.com::7611ca13-cc5f-41ee-a954-b612bc1298db" providerId="AD" clId="Web-{2AECCB02-9A0B-F86F-7396-88224505BA73}" dt="2026-06-22T14:42:12.906" v="2" actId="20577"/>
          <ac:spMkLst>
            <pc:docMk/>
            <pc:sldMk cId="0" sldId="266"/>
            <ac:spMk id="23" creationId="{00000000-0000-0000-0000-000000000000}"/>
          </ac:spMkLst>
        </pc:spChg>
      </pc:sldChg>
      <pc:sldChg chg="delSp modSp">
        <pc:chgData name="Morrison, Gerald" userId="S::gerald.morrison@sap.com::7611ca13-cc5f-41ee-a954-b612bc1298db" providerId="AD" clId="Web-{2AECCB02-9A0B-F86F-7396-88224505BA73}" dt="2026-06-22T14:52:51.422" v="14"/>
        <pc:sldMkLst>
          <pc:docMk/>
          <pc:sldMk cId="0" sldId="272"/>
        </pc:sldMkLst>
        <pc:spChg chg="mod">
          <ac:chgData name="Morrison, Gerald" userId="S::gerald.morrison@sap.com::7611ca13-cc5f-41ee-a954-b612bc1298db" providerId="AD" clId="Web-{2AECCB02-9A0B-F86F-7396-88224505BA73}" dt="2026-06-22T14:52:43.969" v="5" actId="1076"/>
          <ac:spMkLst>
            <pc:docMk/>
            <pc:sldMk cId="0" sldId="272"/>
            <ac:spMk id="2" creationId="{00000000-0000-0000-0000-000000000000}"/>
          </ac:spMkLst>
        </pc:spChg>
        <pc:spChg chg="mod">
          <ac:chgData name="Morrison, Gerald" userId="S::gerald.morrison@sap.com::7611ca13-cc5f-41ee-a954-b612bc1298db" providerId="AD" clId="Web-{2AECCB02-9A0B-F86F-7396-88224505BA73}" dt="2026-06-22T14:52:43.984" v="6" actId="1076"/>
          <ac:spMkLst>
            <pc:docMk/>
            <pc:sldMk cId="0" sldId="272"/>
            <ac:spMk id="3" creationId="{00000000-0000-0000-0000-000000000000}"/>
          </ac:spMkLst>
        </pc:spChg>
      </pc:sldChg>
      <pc:sldChg chg="add">
        <pc:chgData name="Morrison, Gerald" userId="S::gerald.morrison@sap.com::7611ca13-cc5f-41ee-a954-b612bc1298db" providerId="AD" clId="Web-{2AECCB02-9A0B-F86F-7396-88224505BA73}" dt="2026-06-22T14:43:12.657" v="4"/>
        <pc:sldMkLst>
          <pc:docMk/>
          <pc:sldMk cId="829344674" sldId="282"/>
        </pc:sldMkLst>
      </pc:sldChg>
    </pc:docChg>
  </pc:docChgLst>
  <pc:docChgLst>
    <pc:chgData name="Morrison, Gerald" userId="7611ca13-cc5f-41ee-a954-b612bc1298db" providerId="ADAL" clId="{B47175D1-F1FB-505F-809D-7A5D89969F47}"/>
    <pc:docChg chg="undo custSel addSld delSld modSld sldOrd">
      <pc:chgData name="Morrison, Gerald" userId="7611ca13-cc5f-41ee-a954-b612bc1298db" providerId="ADAL" clId="{B47175D1-F1FB-505F-809D-7A5D89969F47}" dt="2026-07-01T15:58:21.975" v="1486" actId="790"/>
      <pc:docMkLst>
        <pc:docMk/>
      </pc:docMkLst>
      <pc:sldChg chg="modSp mod modCm modNotesTx">
        <pc:chgData name="Morrison, Gerald" userId="7611ca13-cc5f-41ee-a954-b612bc1298db" providerId="ADAL" clId="{B47175D1-F1FB-505F-809D-7A5D89969F47}" dt="2026-07-01T15:19:02.519" v="1467" actId="20577"/>
        <pc:sldMkLst>
          <pc:docMk/>
          <pc:sldMk cId="0" sldId="256"/>
        </pc:sldMkLst>
        <pc:spChg chg="mod">
          <ac:chgData name="Morrison, Gerald" userId="7611ca13-cc5f-41ee-a954-b612bc1298db" providerId="ADAL" clId="{B47175D1-F1FB-505F-809D-7A5D89969F47}" dt="2026-06-23T08:50:59.536" v="948" actId="790"/>
          <ac:spMkLst>
            <pc:docMk/>
            <pc:sldMk cId="0" sldId="256"/>
            <ac:spMk id="2" creationId="{00000000-0000-0000-0000-000000000000}"/>
          </ac:spMkLst>
        </pc:spChg>
        <pc:spChg chg="mod">
          <ac:chgData name="Morrison, Gerald" userId="7611ca13-cc5f-41ee-a954-b612bc1298db" providerId="ADAL" clId="{B47175D1-F1FB-505F-809D-7A5D89969F47}" dt="2026-06-23T08:50:59.536" v="948" actId="790"/>
          <ac:spMkLst>
            <pc:docMk/>
            <pc:sldMk cId="0" sldId="256"/>
            <ac:spMk id="3" creationId="{00000000-0000-0000-0000-000000000000}"/>
          </ac:spMkLst>
        </pc:spChg>
        <pc:spChg chg="mod">
          <ac:chgData name="Morrison, Gerald" userId="7611ca13-cc5f-41ee-a954-b612bc1298db" providerId="ADAL" clId="{B47175D1-F1FB-505F-809D-7A5D89969F47}" dt="2026-06-23T08:50:59.536" v="948" actId="790"/>
          <ac:spMkLst>
            <pc:docMk/>
            <pc:sldMk cId="0" sldId="256"/>
            <ac:spMk id="4" creationId="{00000000-0000-0000-0000-000000000000}"/>
          </ac:spMkLst>
        </pc:spChg>
        <pc:spChg chg="mod">
          <ac:chgData name="Morrison, Gerald" userId="7611ca13-cc5f-41ee-a954-b612bc1298db" providerId="ADAL" clId="{B47175D1-F1FB-505F-809D-7A5D89969F47}" dt="2026-07-01T10:28:19.858" v="1143" actId="20577"/>
          <ac:spMkLst>
            <pc:docMk/>
            <pc:sldMk cId="0" sldId="256"/>
            <ac:spMk id="5" creationId="{00000000-0000-0000-0000-000000000000}"/>
          </ac:spMkLst>
        </pc:spChg>
        <pc:extLst>
          <p:ext xmlns:p="http://schemas.openxmlformats.org/presentationml/2006/main" uri="{D6D511B9-2390-475A-947B-AFAB55BFBCF1}">
            <pc226:cmChg xmlns:pc226="http://schemas.microsoft.com/office/powerpoint/2022/06/main/command" chg="mod">
              <pc226:chgData name="Morrison, Gerald" userId="7611ca13-cc5f-41ee-a954-b612bc1298db" providerId="ADAL" clId="{B47175D1-F1FB-505F-809D-7A5D89969F47}" dt="2026-07-01T10:28:19.858" v="1143" actId="20577"/>
              <pc2:cmMkLst xmlns:pc2="http://schemas.microsoft.com/office/powerpoint/2019/9/main/command">
                <pc:docMk/>
                <pc:sldMk cId="0" sldId="256"/>
                <pc2:cmMk id="{23AFE913-8669-46EF-A894-BB80FFD0A9F1}"/>
              </pc2:cmMkLst>
            </pc226:cmChg>
          </p:ext>
        </pc:extLst>
      </pc:sldChg>
      <pc:sldChg chg="addSp delSp modSp mod modCm modNotes modNotesTx">
        <pc:chgData name="Morrison, Gerald" userId="7611ca13-cc5f-41ee-a954-b612bc1298db" providerId="ADAL" clId="{B47175D1-F1FB-505F-809D-7A5D89969F47}" dt="2026-07-01T14:48:54.233" v="1456" actId="790"/>
        <pc:sldMkLst>
          <pc:docMk/>
          <pc:sldMk cId="0" sldId="257"/>
        </pc:sldMkLst>
        <pc:spChg chg="mod">
          <ac:chgData name="Morrison, Gerald" userId="7611ca13-cc5f-41ee-a954-b612bc1298db" providerId="ADAL" clId="{B47175D1-F1FB-505F-809D-7A5D89969F47}" dt="2026-06-23T08:50:59.536" v="948" actId="790"/>
          <ac:spMkLst>
            <pc:docMk/>
            <pc:sldMk cId="0" sldId="257"/>
            <ac:spMk id="2" creationId="{00000000-0000-0000-0000-000000000000}"/>
          </ac:spMkLst>
        </pc:spChg>
        <pc:spChg chg="mod">
          <ac:chgData name="Morrison, Gerald" userId="7611ca13-cc5f-41ee-a954-b612bc1298db" providerId="ADAL" clId="{B47175D1-F1FB-505F-809D-7A5D89969F47}" dt="2026-06-23T08:50:59.536" v="948" actId="790"/>
          <ac:spMkLst>
            <pc:docMk/>
            <pc:sldMk cId="0" sldId="257"/>
            <ac:spMk id="3" creationId="{00000000-0000-0000-0000-000000000000}"/>
          </ac:spMkLst>
        </pc:spChg>
        <pc:spChg chg="mod">
          <ac:chgData name="Morrison, Gerald" userId="7611ca13-cc5f-41ee-a954-b612bc1298db" providerId="ADAL" clId="{B47175D1-F1FB-505F-809D-7A5D89969F47}" dt="2026-06-23T08:50:59.536" v="948" actId="790"/>
          <ac:spMkLst>
            <pc:docMk/>
            <pc:sldMk cId="0" sldId="257"/>
            <ac:spMk id="4" creationId="{00000000-0000-0000-0000-000000000000}"/>
          </ac:spMkLst>
        </pc:spChg>
        <pc:spChg chg="mod">
          <ac:chgData name="Morrison, Gerald" userId="7611ca13-cc5f-41ee-a954-b612bc1298db" providerId="ADAL" clId="{B47175D1-F1FB-505F-809D-7A5D89969F47}" dt="2026-07-01T10:28:35.459" v="1152" actId="313"/>
          <ac:spMkLst>
            <pc:docMk/>
            <pc:sldMk cId="0" sldId="257"/>
            <ac:spMk id="5" creationId="{00000000-0000-0000-0000-000000000000}"/>
          </ac:spMkLst>
        </pc:spChg>
        <pc:spChg chg="mod">
          <ac:chgData name="Morrison, Gerald" userId="7611ca13-cc5f-41ee-a954-b612bc1298db" providerId="ADAL" clId="{B47175D1-F1FB-505F-809D-7A5D89969F47}" dt="2026-06-23T08:50:59.536" v="948" actId="790"/>
          <ac:spMkLst>
            <pc:docMk/>
            <pc:sldMk cId="0" sldId="257"/>
            <ac:spMk id="6" creationId="{00000000-0000-0000-0000-000000000000}"/>
          </ac:spMkLst>
        </pc:spChg>
        <pc:spChg chg="mod">
          <ac:chgData name="Morrison, Gerald" userId="7611ca13-cc5f-41ee-a954-b612bc1298db" providerId="ADAL" clId="{B47175D1-F1FB-505F-809D-7A5D89969F47}" dt="2026-06-23T08:50:59.536" v="948" actId="790"/>
          <ac:spMkLst>
            <pc:docMk/>
            <pc:sldMk cId="0" sldId="257"/>
            <ac:spMk id="7" creationId="{00000000-0000-0000-0000-000000000000}"/>
          </ac:spMkLst>
        </pc:spChg>
        <pc:spChg chg="mod">
          <ac:chgData name="Morrison, Gerald" userId="7611ca13-cc5f-41ee-a954-b612bc1298db" providerId="ADAL" clId="{B47175D1-F1FB-505F-809D-7A5D89969F47}" dt="2026-06-23T08:50:59.536" v="948" actId="790"/>
          <ac:spMkLst>
            <pc:docMk/>
            <pc:sldMk cId="0" sldId="257"/>
            <ac:spMk id="8" creationId="{00000000-0000-0000-0000-000000000000}"/>
          </ac:spMkLst>
        </pc:spChg>
        <pc:spChg chg="mod">
          <ac:chgData name="Morrison, Gerald" userId="7611ca13-cc5f-41ee-a954-b612bc1298db" providerId="ADAL" clId="{B47175D1-F1FB-505F-809D-7A5D89969F47}" dt="2026-06-23T08:50:59.536" v="948" actId="790"/>
          <ac:spMkLst>
            <pc:docMk/>
            <pc:sldMk cId="0" sldId="257"/>
            <ac:spMk id="9" creationId="{00000000-0000-0000-0000-000000000000}"/>
          </ac:spMkLst>
        </pc:spChg>
        <pc:extLst>
          <p:ext xmlns:p="http://schemas.openxmlformats.org/presentationml/2006/main" uri="{D6D511B9-2390-475A-947B-AFAB55BFBCF1}">
            <pc226:cmChg xmlns:pc226="http://schemas.microsoft.com/office/powerpoint/2022/06/main/command" chg="mod">
              <pc226:chgData name="Morrison, Gerald" userId="7611ca13-cc5f-41ee-a954-b612bc1298db" providerId="ADAL" clId="{B47175D1-F1FB-505F-809D-7A5D89969F47}" dt="2026-07-01T10:28:35.459" v="1152" actId="313"/>
              <pc2:cmMkLst xmlns:pc2="http://schemas.microsoft.com/office/powerpoint/2019/9/main/command">
                <pc:docMk/>
                <pc:sldMk cId="0" sldId="257"/>
                <pc2:cmMk id="{FADECC63-42F1-42EB-9429-CF42A33F5C53}"/>
              </pc2:cmMkLst>
            </pc226:cmChg>
          </p:ext>
        </pc:extLst>
      </pc:sldChg>
      <pc:sldChg chg="addSp delSp modSp add del mod ord modCm modNotesTx">
        <pc:chgData name="Morrison, Gerald" userId="7611ca13-cc5f-41ee-a954-b612bc1298db" providerId="ADAL" clId="{B47175D1-F1FB-505F-809D-7A5D89969F47}" dt="2026-07-01T14:48:37.257" v="1453" actId="790"/>
        <pc:sldMkLst>
          <pc:docMk/>
          <pc:sldMk cId="0" sldId="263"/>
        </pc:sldMkLst>
        <pc:spChg chg="mod">
          <ac:chgData name="Morrison, Gerald" userId="7611ca13-cc5f-41ee-a954-b612bc1298db" providerId="ADAL" clId="{B47175D1-F1FB-505F-809D-7A5D89969F47}" dt="2026-07-01T10:28:59.911" v="1163" actId="313"/>
          <ac:spMkLst>
            <pc:docMk/>
            <pc:sldMk cId="0" sldId="263"/>
            <ac:spMk id="2" creationId="{00000000-0000-0000-0000-000000000000}"/>
          </ac:spMkLst>
        </pc:spChg>
        <pc:spChg chg="mod">
          <ac:chgData name="Morrison, Gerald" userId="7611ca13-cc5f-41ee-a954-b612bc1298db" providerId="ADAL" clId="{B47175D1-F1FB-505F-809D-7A5D89969F47}" dt="2026-06-22T10:15:37.798" v="36" actId="27636"/>
          <ac:spMkLst>
            <pc:docMk/>
            <pc:sldMk cId="0" sldId="263"/>
            <ac:spMk id="3" creationId="{00000000-0000-0000-0000-000000000000}"/>
          </ac:spMkLst>
        </pc:spChg>
        <pc:spChg chg="mod topLvl">
          <ac:chgData name="Morrison, Gerald" userId="7611ca13-cc5f-41ee-a954-b612bc1298db" providerId="ADAL" clId="{B47175D1-F1FB-505F-809D-7A5D89969F47}" dt="2026-06-25T08:59:47.650" v="983" actId="20577"/>
          <ac:spMkLst>
            <pc:docMk/>
            <pc:sldMk cId="0" sldId="263"/>
            <ac:spMk id="5" creationId="{00000000-0000-0000-0000-000000000000}"/>
          </ac:spMkLst>
        </pc:spChg>
        <pc:spChg chg="mod topLvl">
          <ac:chgData name="Morrison, Gerald" userId="7611ca13-cc5f-41ee-a954-b612bc1298db" providerId="ADAL" clId="{B47175D1-F1FB-505F-809D-7A5D89969F47}" dt="2026-06-22T13:09:39.353" v="767" actId="790"/>
          <ac:spMkLst>
            <pc:docMk/>
            <pc:sldMk cId="0" sldId="263"/>
            <ac:spMk id="6" creationId="{00000000-0000-0000-0000-000000000000}"/>
          </ac:spMkLst>
        </pc:spChg>
        <pc:spChg chg="mod">
          <ac:chgData name="Morrison, Gerald" userId="7611ca13-cc5f-41ee-a954-b612bc1298db" providerId="ADAL" clId="{B47175D1-F1FB-505F-809D-7A5D89969F47}" dt="2026-06-23T08:50:59.536" v="948" actId="790"/>
          <ac:spMkLst>
            <pc:docMk/>
            <pc:sldMk cId="0" sldId="263"/>
            <ac:spMk id="7" creationId="{EB912EE8-1961-E720-CC4A-87BAA85FCE57}"/>
          </ac:spMkLst>
        </pc:spChg>
        <pc:spChg chg="add mod topLvl">
          <ac:chgData name="Morrison, Gerald" userId="7611ca13-cc5f-41ee-a954-b612bc1298db" providerId="ADAL" clId="{B47175D1-F1FB-505F-809D-7A5D89969F47}" dt="2026-06-23T08:50:59.536" v="948" actId="790"/>
          <ac:spMkLst>
            <pc:docMk/>
            <pc:sldMk cId="0" sldId="263"/>
            <ac:spMk id="26" creationId="{88EAC3C9-8E6A-E342-0AE1-44075853E208}"/>
          </ac:spMkLst>
        </pc:spChg>
        <pc:spChg chg="add mod topLvl">
          <ac:chgData name="Morrison, Gerald" userId="7611ca13-cc5f-41ee-a954-b612bc1298db" providerId="ADAL" clId="{B47175D1-F1FB-505F-809D-7A5D89969F47}" dt="2026-06-23T08:50:59.536" v="948" actId="790"/>
          <ac:spMkLst>
            <pc:docMk/>
            <pc:sldMk cId="0" sldId="263"/>
            <ac:spMk id="28" creationId="{71712967-2914-B3EA-3BC4-8EAFE514670E}"/>
          </ac:spMkLst>
        </pc:spChg>
        <pc:spChg chg="add mod topLvl">
          <ac:chgData name="Morrison, Gerald" userId="7611ca13-cc5f-41ee-a954-b612bc1298db" providerId="ADAL" clId="{B47175D1-F1FB-505F-809D-7A5D89969F47}" dt="2026-06-22T13:09:39.353" v="767" actId="790"/>
          <ac:spMkLst>
            <pc:docMk/>
            <pc:sldMk cId="0" sldId="263"/>
            <ac:spMk id="29" creationId="{3D53599D-7D09-09D5-4F09-51156F42EBFF}"/>
          </ac:spMkLst>
        </pc:spChg>
        <pc:spChg chg="add mod">
          <ac:chgData name="Morrison, Gerald" userId="7611ca13-cc5f-41ee-a954-b612bc1298db" providerId="ADAL" clId="{B47175D1-F1FB-505F-809D-7A5D89969F47}" dt="2026-06-22T13:09:39.353" v="767" actId="790"/>
          <ac:spMkLst>
            <pc:docMk/>
            <pc:sldMk cId="0" sldId="263"/>
            <ac:spMk id="32" creationId="{E4C9A205-DF14-D081-8F61-A7E214902032}"/>
          </ac:spMkLst>
        </pc:spChg>
        <pc:spChg chg="add mod">
          <ac:chgData name="Morrison, Gerald" userId="7611ca13-cc5f-41ee-a954-b612bc1298db" providerId="ADAL" clId="{B47175D1-F1FB-505F-809D-7A5D89969F47}" dt="2026-06-23T08:50:59.536" v="948" actId="790"/>
          <ac:spMkLst>
            <pc:docMk/>
            <pc:sldMk cId="0" sldId="263"/>
            <ac:spMk id="38" creationId="{E182FCF4-CAE4-7744-B784-B96EA668D49B}"/>
          </ac:spMkLst>
        </pc:spChg>
        <pc:spChg chg="add mod">
          <ac:chgData name="Morrison, Gerald" userId="7611ca13-cc5f-41ee-a954-b612bc1298db" providerId="ADAL" clId="{B47175D1-F1FB-505F-809D-7A5D89969F47}" dt="2026-06-22T10:31:13.351" v="271" actId="20577"/>
          <ac:spMkLst>
            <pc:docMk/>
            <pc:sldMk cId="0" sldId="263"/>
            <ac:spMk id="40" creationId="{591BB228-5ACE-EE76-CB3B-CBA6B78CC481}"/>
          </ac:spMkLst>
        </pc:spChg>
        <pc:spChg chg="add mod">
          <ac:chgData name="Morrison, Gerald" userId="7611ca13-cc5f-41ee-a954-b612bc1298db" providerId="ADAL" clId="{B47175D1-F1FB-505F-809D-7A5D89969F47}" dt="2026-06-22T13:09:39.353" v="767" actId="790"/>
          <ac:spMkLst>
            <pc:docMk/>
            <pc:sldMk cId="0" sldId="263"/>
            <ac:spMk id="42" creationId="{38FF5D8A-E928-2532-17FD-B402A81338DD}"/>
          </ac:spMkLst>
        </pc:spChg>
        <pc:spChg chg="add mod">
          <ac:chgData name="Morrison, Gerald" userId="7611ca13-cc5f-41ee-a954-b612bc1298db" providerId="ADAL" clId="{B47175D1-F1FB-505F-809D-7A5D89969F47}" dt="2026-06-23T08:50:59.536" v="948" actId="790"/>
          <ac:spMkLst>
            <pc:docMk/>
            <pc:sldMk cId="0" sldId="263"/>
            <ac:spMk id="44" creationId="{45639F1D-CF9D-2BFA-3B3D-1DDDF3AD6736}"/>
          </ac:spMkLst>
        </pc:spChg>
        <pc:spChg chg="add mod">
          <ac:chgData name="Morrison, Gerald" userId="7611ca13-cc5f-41ee-a954-b612bc1298db" providerId="ADAL" clId="{B47175D1-F1FB-505F-809D-7A5D89969F47}" dt="2026-06-22T13:09:39.353" v="767" actId="790"/>
          <ac:spMkLst>
            <pc:docMk/>
            <pc:sldMk cId="0" sldId="263"/>
            <ac:spMk id="46" creationId="{570C8BFA-A16C-A43C-7A8F-0A3374B724F5}"/>
          </ac:spMkLst>
        </pc:spChg>
        <pc:spChg chg="add mod">
          <ac:chgData name="Morrison, Gerald" userId="7611ca13-cc5f-41ee-a954-b612bc1298db" providerId="ADAL" clId="{B47175D1-F1FB-505F-809D-7A5D89969F47}" dt="2026-06-22T10:30:32.372" v="256" actId="1036"/>
          <ac:spMkLst>
            <pc:docMk/>
            <pc:sldMk cId="0" sldId="263"/>
            <ac:spMk id="47" creationId="{16A28ABF-D2F9-03F5-7884-B8BB543381E9}"/>
          </ac:spMkLst>
        </pc:spChg>
        <pc:spChg chg="add mod">
          <ac:chgData name="Morrison, Gerald" userId="7611ca13-cc5f-41ee-a954-b612bc1298db" providerId="ADAL" clId="{B47175D1-F1FB-505F-809D-7A5D89969F47}" dt="2026-06-23T08:50:59.536" v="948" actId="790"/>
          <ac:spMkLst>
            <pc:docMk/>
            <pc:sldMk cId="0" sldId="263"/>
            <ac:spMk id="49" creationId="{6FFF383A-3DBB-0B4A-8218-7C8B060A1A3C}"/>
          </ac:spMkLst>
        </pc:spChg>
        <pc:spChg chg="add mod">
          <ac:chgData name="Morrison, Gerald" userId="7611ca13-cc5f-41ee-a954-b612bc1298db" providerId="ADAL" clId="{B47175D1-F1FB-505F-809D-7A5D89969F47}" dt="2026-06-23T08:50:59.536" v="948" actId="790"/>
          <ac:spMkLst>
            <pc:docMk/>
            <pc:sldMk cId="0" sldId="263"/>
            <ac:spMk id="50" creationId="{955C320C-A5D9-D8A3-ACF9-C286AF9942C6}"/>
          </ac:spMkLst>
        </pc:spChg>
        <pc:spChg chg="add mod">
          <ac:chgData name="Morrison, Gerald" userId="7611ca13-cc5f-41ee-a954-b612bc1298db" providerId="ADAL" clId="{B47175D1-F1FB-505F-809D-7A5D89969F47}" dt="2026-06-23T08:50:59.536" v="948" actId="790"/>
          <ac:spMkLst>
            <pc:docMk/>
            <pc:sldMk cId="0" sldId="263"/>
            <ac:spMk id="51" creationId="{0D0BC734-CF21-C3A9-AED6-40C1FE205CC4}"/>
          </ac:spMkLst>
        </pc:spChg>
        <pc:spChg chg="add mod">
          <ac:chgData name="Morrison, Gerald" userId="7611ca13-cc5f-41ee-a954-b612bc1298db" providerId="ADAL" clId="{B47175D1-F1FB-505F-809D-7A5D89969F47}" dt="2026-06-23T08:50:59.536" v="948" actId="790"/>
          <ac:spMkLst>
            <pc:docMk/>
            <pc:sldMk cId="0" sldId="263"/>
            <ac:spMk id="52" creationId="{BC1ADF9A-2FAD-2C2E-EB8E-9BB99ACFBC3F}"/>
          </ac:spMkLst>
        </pc:spChg>
        <pc:picChg chg="mod topLvl">
          <ac:chgData name="Morrison, Gerald" userId="7611ca13-cc5f-41ee-a954-b612bc1298db" providerId="ADAL" clId="{B47175D1-F1FB-505F-809D-7A5D89969F47}" dt="2026-06-22T10:27:08.492" v="211" actId="1036"/>
          <ac:picMkLst>
            <pc:docMk/>
            <pc:sldMk cId="0" sldId="263"/>
            <ac:picMk id="14" creationId="{00000000-0000-0000-0000-000000000000}"/>
          </ac:picMkLst>
        </pc:picChg>
        <pc:picChg chg="mod topLvl">
          <ac:chgData name="Morrison, Gerald" userId="7611ca13-cc5f-41ee-a954-b612bc1298db" providerId="ADAL" clId="{B47175D1-F1FB-505F-809D-7A5D89969F47}" dt="2026-06-22T10:25:01.893" v="165" actId="165"/>
          <ac:picMkLst>
            <pc:docMk/>
            <pc:sldMk cId="0" sldId="263"/>
            <ac:picMk id="16" creationId="{00000000-0000-0000-0000-000000000000}"/>
          </ac:picMkLst>
        </pc:picChg>
        <pc:picChg chg="mod">
          <ac:chgData name="Morrison, Gerald" userId="7611ca13-cc5f-41ee-a954-b612bc1298db" providerId="ADAL" clId="{B47175D1-F1FB-505F-809D-7A5D89969F47}" dt="2026-06-22T10:25:28.747" v="198" actId="1036"/>
          <ac:picMkLst>
            <pc:docMk/>
            <pc:sldMk cId="0" sldId="263"/>
            <ac:picMk id="39" creationId="{BCC1EDD3-2388-873E-0E04-6E51AABAC3E8}"/>
          </ac:picMkLst>
        </pc:picChg>
        <pc:picChg chg="add mod">
          <ac:chgData name="Morrison, Gerald" userId="7611ca13-cc5f-41ee-a954-b612bc1298db" providerId="ADAL" clId="{B47175D1-F1FB-505F-809D-7A5D89969F47}" dt="2026-06-22T10:25:28.747" v="198" actId="1036"/>
          <ac:picMkLst>
            <pc:docMk/>
            <pc:sldMk cId="0" sldId="263"/>
            <ac:picMk id="41" creationId="{643DC5D8-4830-A2E7-B4E9-89BA2A8166F5}"/>
          </ac:picMkLst>
        </pc:picChg>
        <pc:picChg chg="mod">
          <ac:chgData name="Morrison, Gerald" userId="7611ca13-cc5f-41ee-a954-b612bc1298db" providerId="ADAL" clId="{B47175D1-F1FB-505F-809D-7A5D89969F47}" dt="2026-06-22T10:29:13.343" v="231" actId="1076"/>
          <ac:picMkLst>
            <pc:docMk/>
            <pc:sldMk cId="0" sldId="263"/>
            <ac:picMk id="48" creationId="{3781CD4C-17DB-E3D0-102D-272E0C4E480F}"/>
          </ac:picMkLst>
        </pc:picChg>
        <pc:picChg chg="add mod">
          <ac:chgData name="Morrison, Gerald" userId="7611ca13-cc5f-41ee-a954-b612bc1298db" providerId="ADAL" clId="{B47175D1-F1FB-505F-809D-7A5D89969F47}" dt="2026-06-22T10:28:21.152" v="220" actId="1076"/>
          <ac:picMkLst>
            <pc:docMk/>
            <pc:sldMk cId="0" sldId="263"/>
            <ac:picMk id="53" creationId="{085AE414-326E-5792-6023-C64612781D10}"/>
          </ac:picMkLst>
        </pc:picChg>
        <pc:extLst>
          <p:ext xmlns:p="http://schemas.openxmlformats.org/presentationml/2006/main" uri="{D6D511B9-2390-475A-947B-AFAB55BFBCF1}">
            <pc226:cmChg xmlns:pc226="http://schemas.microsoft.com/office/powerpoint/2022/06/main/command" chg="mod">
              <pc226:chgData name="Morrison, Gerald" userId="7611ca13-cc5f-41ee-a954-b612bc1298db" providerId="ADAL" clId="{B47175D1-F1FB-505F-809D-7A5D89969F47}" dt="2026-06-25T08:59:47.650" v="983" actId="20577"/>
              <pc2:cmMkLst xmlns:pc2="http://schemas.microsoft.com/office/powerpoint/2019/9/main/command">
                <pc:docMk/>
                <pc:sldMk cId="0" sldId="263"/>
                <pc2:cmMk id="{0A8E3916-6F65-4824-BCB6-988D6BBFDDEC}"/>
              </pc2:cmMkLst>
            </pc226:cmChg>
          </p:ext>
        </pc:extLst>
      </pc:sldChg>
      <pc:sldChg chg="addSp delSp modSp add del mod modNotes modNotesTx">
        <pc:chgData name="Morrison, Gerald" userId="7611ca13-cc5f-41ee-a954-b612bc1298db" providerId="ADAL" clId="{B47175D1-F1FB-505F-809D-7A5D89969F47}" dt="2026-07-01T14:48:26.061" v="1451" actId="790"/>
        <pc:sldMkLst>
          <pc:docMk/>
          <pc:sldMk cId="0" sldId="266"/>
        </pc:sldMkLst>
        <pc:spChg chg="mod">
          <ac:chgData name="Morrison, Gerald" userId="7611ca13-cc5f-41ee-a954-b612bc1298db" providerId="ADAL" clId="{B47175D1-F1FB-505F-809D-7A5D89969F47}" dt="2026-06-22T10:15:38.290" v="39" actId="27636"/>
          <ac:spMkLst>
            <pc:docMk/>
            <pc:sldMk cId="0" sldId="266"/>
            <ac:spMk id="2" creationId="{00000000-0000-0000-0000-000000000000}"/>
          </ac:spMkLst>
        </pc:spChg>
        <pc:spChg chg="mod">
          <ac:chgData name="Morrison, Gerald" userId="7611ca13-cc5f-41ee-a954-b612bc1298db" providerId="ADAL" clId="{B47175D1-F1FB-505F-809D-7A5D89969F47}" dt="2026-06-23T08:50:59.536" v="948" actId="790"/>
          <ac:spMkLst>
            <pc:docMk/>
            <pc:sldMk cId="0" sldId="266"/>
            <ac:spMk id="3" creationId="{00000000-0000-0000-0000-000000000000}"/>
          </ac:spMkLst>
        </pc:spChg>
        <pc:spChg chg="mod">
          <ac:chgData name="Morrison, Gerald" userId="7611ca13-cc5f-41ee-a954-b612bc1298db" providerId="ADAL" clId="{B47175D1-F1FB-505F-809D-7A5D89969F47}" dt="2026-06-22T13:11:19.270" v="774" actId="1076"/>
          <ac:spMkLst>
            <pc:docMk/>
            <pc:sldMk cId="0" sldId="266"/>
            <ac:spMk id="4" creationId="{00000000-0000-0000-0000-000000000000}"/>
          </ac:spMkLst>
        </pc:spChg>
        <pc:spChg chg="mod">
          <ac:chgData name="Morrison, Gerald" userId="7611ca13-cc5f-41ee-a954-b612bc1298db" providerId="ADAL" clId="{B47175D1-F1FB-505F-809D-7A5D89969F47}" dt="2026-06-23T08:50:59.536" v="948" actId="790"/>
          <ac:spMkLst>
            <pc:docMk/>
            <pc:sldMk cId="0" sldId="266"/>
            <ac:spMk id="7" creationId="{00000000-0000-0000-0000-000000000000}"/>
          </ac:spMkLst>
        </pc:spChg>
        <pc:spChg chg="mod">
          <ac:chgData name="Morrison, Gerald" userId="7611ca13-cc5f-41ee-a954-b612bc1298db" providerId="ADAL" clId="{B47175D1-F1FB-505F-809D-7A5D89969F47}" dt="2026-06-22T13:10:24.868" v="768" actId="20577"/>
          <ac:spMkLst>
            <pc:docMk/>
            <pc:sldMk cId="0" sldId="266"/>
            <ac:spMk id="8" creationId="{00000000-0000-0000-0000-000000000000}"/>
          </ac:spMkLst>
        </pc:spChg>
        <pc:spChg chg="mod">
          <ac:chgData name="Morrison, Gerald" userId="7611ca13-cc5f-41ee-a954-b612bc1298db" providerId="ADAL" clId="{B47175D1-F1FB-505F-809D-7A5D89969F47}" dt="2026-06-22T13:09:39.353" v="767" actId="790"/>
          <ac:spMkLst>
            <pc:docMk/>
            <pc:sldMk cId="0" sldId="266"/>
            <ac:spMk id="9" creationId="{00000000-0000-0000-0000-000000000000}"/>
          </ac:spMkLst>
        </pc:spChg>
        <pc:spChg chg="mod">
          <ac:chgData name="Morrison, Gerald" userId="7611ca13-cc5f-41ee-a954-b612bc1298db" providerId="ADAL" clId="{B47175D1-F1FB-505F-809D-7A5D89969F47}" dt="2026-06-23T08:50:59.536" v="948" actId="790"/>
          <ac:spMkLst>
            <pc:docMk/>
            <pc:sldMk cId="0" sldId="266"/>
            <ac:spMk id="10" creationId="{00000000-0000-0000-0000-000000000000}"/>
          </ac:spMkLst>
        </pc:spChg>
        <pc:spChg chg="mod">
          <ac:chgData name="Morrison, Gerald" userId="7611ca13-cc5f-41ee-a954-b612bc1298db" providerId="ADAL" clId="{B47175D1-F1FB-505F-809D-7A5D89969F47}" dt="2026-06-23T08:50:59.536" v="948" actId="790"/>
          <ac:spMkLst>
            <pc:docMk/>
            <pc:sldMk cId="0" sldId="266"/>
            <ac:spMk id="12" creationId="{00000000-0000-0000-0000-000000000000}"/>
          </ac:spMkLst>
        </pc:spChg>
        <pc:spChg chg="mod">
          <ac:chgData name="Morrison, Gerald" userId="7611ca13-cc5f-41ee-a954-b612bc1298db" providerId="ADAL" clId="{B47175D1-F1FB-505F-809D-7A5D89969F47}" dt="2026-06-23T08:50:59.536" v="948" actId="790"/>
          <ac:spMkLst>
            <pc:docMk/>
            <pc:sldMk cId="0" sldId="266"/>
            <ac:spMk id="14" creationId="{00000000-0000-0000-0000-000000000000}"/>
          </ac:spMkLst>
        </pc:spChg>
        <pc:spChg chg="mod">
          <ac:chgData name="Morrison, Gerald" userId="7611ca13-cc5f-41ee-a954-b612bc1298db" providerId="ADAL" clId="{B47175D1-F1FB-505F-809D-7A5D89969F47}" dt="2026-06-22T11:15:47.793" v="344" actId="14100"/>
          <ac:spMkLst>
            <pc:docMk/>
            <pc:sldMk cId="0" sldId="266"/>
            <ac:spMk id="15" creationId="{00000000-0000-0000-0000-000000000000}"/>
          </ac:spMkLst>
        </pc:spChg>
        <pc:spChg chg="mod">
          <ac:chgData name="Morrison, Gerald" userId="7611ca13-cc5f-41ee-a954-b612bc1298db" providerId="ADAL" clId="{B47175D1-F1FB-505F-809D-7A5D89969F47}" dt="2026-06-22T13:09:39.353" v="767" actId="790"/>
          <ac:spMkLst>
            <pc:docMk/>
            <pc:sldMk cId="0" sldId="266"/>
            <ac:spMk id="17" creationId="{00000000-0000-0000-0000-000000000000}"/>
          </ac:spMkLst>
        </pc:spChg>
        <pc:spChg chg="mod">
          <ac:chgData name="Morrison, Gerald" userId="7611ca13-cc5f-41ee-a954-b612bc1298db" providerId="ADAL" clId="{B47175D1-F1FB-505F-809D-7A5D89969F47}" dt="2026-06-22T13:09:39.353" v="767" actId="790"/>
          <ac:spMkLst>
            <pc:docMk/>
            <pc:sldMk cId="0" sldId="266"/>
            <ac:spMk id="18" creationId="{00000000-0000-0000-0000-000000000000}"/>
          </ac:spMkLst>
        </pc:spChg>
        <pc:spChg chg="mod">
          <ac:chgData name="Morrison, Gerald" userId="7611ca13-cc5f-41ee-a954-b612bc1298db" providerId="ADAL" clId="{B47175D1-F1FB-505F-809D-7A5D89969F47}" dt="2026-06-22T13:09:39.353" v="767" actId="790"/>
          <ac:spMkLst>
            <pc:docMk/>
            <pc:sldMk cId="0" sldId="266"/>
            <ac:spMk id="20" creationId="{00000000-0000-0000-0000-000000000000}"/>
          </ac:spMkLst>
        </pc:spChg>
        <pc:spChg chg="mod">
          <ac:chgData name="Morrison, Gerald" userId="7611ca13-cc5f-41ee-a954-b612bc1298db" providerId="ADAL" clId="{B47175D1-F1FB-505F-809D-7A5D89969F47}" dt="2026-06-22T13:12:11.320" v="800" actId="20577"/>
          <ac:spMkLst>
            <pc:docMk/>
            <pc:sldMk cId="0" sldId="266"/>
            <ac:spMk id="23" creationId="{00000000-0000-0000-0000-000000000000}"/>
          </ac:spMkLst>
        </pc:spChg>
        <pc:spChg chg="mod">
          <ac:chgData name="Morrison, Gerald" userId="7611ca13-cc5f-41ee-a954-b612bc1298db" providerId="ADAL" clId="{B47175D1-F1FB-505F-809D-7A5D89969F47}" dt="2026-06-22T13:09:39.353" v="767" actId="790"/>
          <ac:spMkLst>
            <pc:docMk/>
            <pc:sldMk cId="0" sldId="266"/>
            <ac:spMk id="34" creationId="{00000000-0000-0000-0000-000000000000}"/>
          </ac:spMkLst>
        </pc:spChg>
        <pc:spChg chg="mod">
          <ac:chgData name="Morrison, Gerald" userId="7611ca13-cc5f-41ee-a954-b612bc1298db" providerId="ADAL" clId="{B47175D1-F1FB-505F-809D-7A5D89969F47}" dt="2026-06-23T08:50:59.536" v="948" actId="790"/>
          <ac:spMkLst>
            <pc:docMk/>
            <pc:sldMk cId="0" sldId="266"/>
            <ac:spMk id="35" creationId="{00000000-0000-0000-0000-000000000000}"/>
          </ac:spMkLst>
        </pc:spChg>
        <pc:spChg chg="mod topLvl">
          <ac:chgData name="Morrison, Gerald" userId="7611ca13-cc5f-41ee-a954-b612bc1298db" providerId="ADAL" clId="{B47175D1-F1FB-505F-809D-7A5D89969F47}" dt="2026-06-23T08:50:59.536" v="948" actId="790"/>
          <ac:spMkLst>
            <pc:docMk/>
            <pc:sldMk cId="0" sldId="266"/>
            <ac:spMk id="38" creationId="{1FCA1E92-68EC-0680-E9E4-23C6F0C292C5}"/>
          </ac:spMkLst>
        </pc:spChg>
        <pc:spChg chg="mod topLvl">
          <ac:chgData name="Morrison, Gerald" userId="7611ca13-cc5f-41ee-a954-b612bc1298db" providerId="ADAL" clId="{B47175D1-F1FB-505F-809D-7A5D89969F47}" dt="2026-06-23T08:50:59.536" v="948" actId="790"/>
          <ac:spMkLst>
            <pc:docMk/>
            <pc:sldMk cId="0" sldId="266"/>
            <ac:spMk id="42" creationId="{81344D99-E655-8F7A-EB1F-6748C602407E}"/>
          </ac:spMkLst>
        </pc:spChg>
        <pc:spChg chg="mod topLvl">
          <ac:chgData name="Morrison, Gerald" userId="7611ca13-cc5f-41ee-a954-b612bc1298db" providerId="ADAL" clId="{B47175D1-F1FB-505F-809D-7A5D89969F47}" dt="2026-06-23T08:50:59.536" v="948" actId="790"/>
          <ac:spMkLst>
            <pc:docMk/>
            <pc:sldMk cId="0" sldId="266"/>
            <ac:spMk id="45" creationId="{02571F0B-70F2-BFBC-9BDA-CADB3AD55FF3}"/>
          </ac:spMkLst>
        </pc:spChg>
        <pc:spChg chg="mod topLvl">
          <ac:chgData name="Morrison, Gerald" userId="7611ca13-cc5f-41ee-a954-b612bc1298db" providerId="ADAL" clId="{B47175D1-F1FB-505F-809D-7A5D89969F47}" dt="2026-06-23T08:50:59.536" v="948" actId="790"/>
          <ac:spMkLst>
            <pc:docMk/>
            <pc:sldMk cId="0" sldId="266"/>
            <ac:spMk id="48" creationId="{74198971-3169-BA4B-D785-07F81ECC6767}"/>
          </ac:spMkLst>
        </pc:spChg>
        <pc:grpChg chg="add mod">
          <ac:chgData name="Morrison, Gerald" userId="7611ca13-cc5f-41ee-a954-b612bc1298db" providerId="ADAL" clId="{B47175D1-F1FB-505F-809D-7A5D89969F47}" dt="2026-06-22T11:16:11.144" v="347" actId="164"/>
          <ac:grpSpMkLst>
            <pc:docMk/>
            <pc:sldMk cId="0" sldId="266"/>
            <ac:grpSpMk id="24" creationId="{4D6B3099-F8FE-D5DE-7645-64C2CE0D9F1C}"/>
          </ac:grpSpMkLst>
        </pc:grpChg>
        <pc:grpChg chg="add mod">
          <ac:chgData name="Morrison, Gerald" userId="7611ca13-cc5f-41ee-a954-b612bc1298db" providerId="ADAL" clId="{B47175D1-F1FB-505F-809D-7A5D89969F47}" dt="2026-06-22T11:16:17.189" v="348" actId="164"/>
          <ac:grpSpMkLst>
            <pc:docMk/>
            <pc:sldMk cId="0" sldId="266"/>
            <ac:grpSpMk id="25" creationId="{1AA0B8E6-B072-2968-9894-E947B6C5DD7E}"/>
          </ac:grpSpMkLst>
        </pc:grpChg>
        <pc:grpChg chg="add mod">
          <ac:chgData name="Morrison, Gerald" userId="7611ca13-cc5f-41ee-a954-b612bc1298db" providerId="ADAL" clId="{B47175D1-F1FB-505F-809D-7A5D89969F47}" dt="2026-06-22T11:16:40.262" v="353" actId="164"/>
          <ac:grpSpMkLst>
            <pc:docMk/>
            <pc:sldMk cId="0" sldId="266"/>
            <ac:grpSpMk id="26" creationId="{DE962839-B57A-25D2-F442-9A240E018D00}"/>
          </ac:grpSpMkLst>
        </pc:grpChg>
        <pc:grpChg chg="add mod">
          <ac:chgData name="Morrison, Gerald" userId="7611ca13-cc5f-41ee-a954-b612bc1298db" providerId="ADAL" clId="{B47175D1-F1FB-505F-809D-7A5D89969F47}" dt="2026-06-22T13:11:27.548" v="775" actId="164"/>
          <ac:grpSpMkLst>
            <pc:docMk/>
            <pc:sldMk cId="0" sldId="266"/>
            <ac:grpSpMk id="28" creationId="{2AA83272-0B78-D157-8AEC-F00882DB554D}"/>
          </ac:grpSpMkLst>
        </pc:grpChg>
        <pc:cxnChg chg="mod topLvl">
          <ac:chgData name="Morrison, Gerald" userId="7611ca13-cc5f-41ee-a954-b612bc1298db" providerId="ADAL" clId="{B47175D1-F1FB-505F-809D-7A5D89969F47}" dt="2026-06-22T13:11:27.548" v="775" actId="164"/>
          <ac:cxnSpMkLst>
            <pc:docMk/>
            <pc:sldMk cId="0" sldId="266"/>
            <ac:cxnSpMk id="37" creationId="{F554FAC5-F3C0-CE6F-227F-7A76A56107A8}"/>
          </ac:cxnSpMkLst>
        </pc:cxnChg>
        <pc:cxnChg chg="mod topLvl">
          <ac:chgData name="Morrison, Gerald" userId="7611ca13-cc5f-41ee-a954-b612bc1298db" providerId="ADAL" clId="{B47175D1-F1FB-505F-809D-7A5D89969F47}" dt="2026-06-22T11:16:11.144" v="347" actId="164"/>
          <ac:cxnSpMkLst>
            <pc:docMk/>
            <pc:sldMk cId="0" sldId="266"/>
            <ac:cxnSpMk id="41" creationId="{69B5CF21-AF4B-466C-5778-B6838D832C5E}"/>
          </ac:cxnSpMkLst>
        </pc:cxnChg>
        <pc:cxnChg chg="mod topLvl">
          <ac:chgData name="Morrison, Gerald" userId="7611ca13-cc5f-41ee-a954-b612bc1298db" providerId="ADAL" clId="{B47175D1-F1FB-505F-809D-7A5D89969F47}" dt="2026-06-22T11:16:40.262" v="353" actId="164"/>
          <ac:cxnSpMkLst>
            <pc:docMk/>
            <pc:sldMk cId="0" sldId="266"/>
            <ac:cxnSpMk id="44" creationId="{8E0C70D7-BF51-B9CE-03B2-D31AE5C384AB}"/>
          </ac:cxnSpMkLst>
        </pc:cxnChg>
        <pc:cxnChg chg="mod topLvl">
          <ac:chgData name="Morrison, Gerald" userId="7611ca13-cc5f-41ee-a954-b612bc1298db" providerId="ADAL" clId="{B47175D1-F1FB-505F-809D-7A5D89969F47}" dt="2026-06-22T11:16:17.189" v="348" actId="164"/>
          <ac:cxnSpMkLst>
            <pc:docMk/>
            <pc:sldMk cId="0" sldId="266"/>
            <ac:cxnSpMk id="47" creationId="{85FFE41B-6015-D37F-E864-EE7BB44D55BE}"/>
          </ac:cxnSpMkLst>
        </pc:cxnChg>
      </pc:sldChg>
      <pc:sldChg chg="modSp add del mod modNotes modNotesTx">
        <pc:chgData name="Morrison, Gerald" userId="7611ca13-cc5f-41ee-a954-b612bc1298db" providerId="ADAL" clId="{B47175D1-F1FB-505F-809D-7A5D89969F47}" dt="2026-07-01T14:48:22.228" v="1450" actId="790"/>
        <pc:sldMkLst>
          <pc:docMk/>
          <pc:sldMk cId="0" sldId="267"/>
        </pc:sldMkLst>
        <pc:spChg chg="mod">
          <ac:chgData name="Morrison, Gerald" userId="7611ca13-cc5f-41ee-a954-b612bc1298db" providerId="ADAL" clId="{B47175D1-F1FB-505F-809D-7A5D89969F47}" dt="2026-06-23T08:50:59.536" v="948" actId="790"/>
          <ac:spMkLst>
            <pc:docMk/>
            <pc:sldMk cId="0" sldId="267"/>
            <ac:spMk id="2" creationId="{00000000-0000-0000-0000-000000000000}"/>
          </ac:spMkLst>
        </pc:spChg>
        <pc:spChg chg="mod">
          <ac:chgData name="Morrison, Gerald" userId="7611ca13-cc5f-41ee-a954-b612bc1298db" providerId="ADAL" clId="{B47175D1-F1FB-505F-809D-7A5D89969F47}" dt="2026-06-23T08:50:59.536" v="948" actId="790"/>
          <ac:spMkLst>
            <pc:docMk/>
            <pc:sldMk cId="0" sldId="267"/>
            <ac:spMk id="3" creationId="{00000000-0000-0000-0000-000000000000}"/>
          </ac:spMkLst>
        </pc:spChg>
        <pc:spChg chg="mod">
          <ac:chgData name="Morrison, Gerald" userId="7611ca13-cc5f-41ee-a954-b612bc1298db" providerId="ADAL" clId="{B47175D1-F1FB-505F-809D-7A5D89969F47}" dt="2026-07-01T10:29:36.652" v="1201" actId="20577"/>
          <ac:spMkLst>
            <pc:docMk/>
            <pc:sldMk cId="0" sldId="267"/>
            <ac:spMk id="4" creationId="{00000000-0000-0000-0000-000000000000}"/>
          </ac:spMkLst>
        </pc:spChg>
      </pc:sldChg>
      <pc:sldChg chg="addSp delSp modSp add del mod modNotes modNotesTx">
        <pc:chgData name="Morrison, Gerald" userId="7611ca13-cc5f-41ee-a954-b612bc1298db" providerId="ADAL" clId="{B47175D1-F1FB-505F-809D-7A5D89969F47}" dt="2026-07-01T14:48:17.236" v="1449" actId="790"/>
        <pc:sldMkLst>
          <pc:docMk/>
          <pc:sldMk cId="0" sldId="269"/>
        </pc:sldMkLst>
        <pc:spChg chg="mod">
          <ac:chgData name="Morrison, Gerald" userId="7611ca13-cc5f-41ee-a954-b612bc1298db" providerId="ADAL" clId="{B47175D1-F1FB-505F-809D-7A5D89969F47}" dt="2026-07-01T10:30:01.192" v="1207" actId="313"/>
          <ac:spMkLst>
            <pc:docMk/>
            <pc:sldMk cId="0" sldId="269"/>
            <ac:spMk id="2" creationId="{00000000-0000-0000-0000-000000000000}"/>
          </ac:spMkLst>
        </pc:spChg>
        <pc:spChg chg="mod">
          <ac:chgData name="Morrison, Gerald" userId="7611ca13-cc5f-41ee-a954-b612bc1298db" providerId="ADAL" clId="{B47175D1-F1FB-505F-809D-7A5D89969F47}" dt="2026-06-22T10:15:38.300" v="43" actId="27636"/>
          <ac:spMkLst>
            <pc:docMk/>
            <pc:sldMk cId="0" sldId="269"/>
            <ac:spMk id="3" creationId="{00000000-0000-0000-0000-000000000000}"/>
          </ac:spMkLst>
        </pc:spChg>
        <pc:spChg chg="mod">
          <ac:chgData name="Morrison, Gerald" userId="7611ca13-cc5f-41ee-a954-b612bc1298db" providerId="ADAL" clId="{B47175D1-F1FB-505F-809D-7A5D89969F47}" dt="2026-06-22T13:09:39.353" v="767" actId="790"/>
          <ac:spMkLst>
            <pc:docMk/>
            <pc:sldMk cId="0" sldId="269"/>
            <ac:spMk id="4" creationId="{00000000-0000-0000-0000-000000000000}"/>
          </ac:spMkLst>
        </pc:spChg>
        <pc:spChg chg="mod">
          <ac:chgData name="Morrison, Gerald" userId="7611ca13-cc5f-41ee-a954-b612bc1298db" providerId="ADAL" clId="{B47175D1-F1FB-505F-809D-7A5D89969F47}" dt="2026-06-25T09:06:48.889" v="1038" actId="166"/>
          <ac:spMkLst>
            <pc:docMk/>
            <pc:sldMk cId="0" sldId="269"/>
            <ac:spMk id="6" creationId="{00000000-0000-0000-0000-000000000000}"/>
          </ac:spMkLst>
        </pc:spChg>
        <pc:spChg chg="mod">
          <ac:chgData name="Morrison, Gerald" userId="7611ca13-cc5f-41ee-a954-b612bc1298db" providerId="ADAL" clId="{B47175D1-F1FB-505F-809D-7A5D89969F47}" dt="2026-06-23T08:50:59.536" v="948" actId="790"/>
          <ac:spMkLst>
            <pc:docMk/>
            <pc:sldMk cId="0" sldId="269"/>
            <ac:spMk id="8" creationId="{00000000-0000-0000-0000-000000000000}"/>
          </ac:spMkLst>
        </pc:spChg>
        <pc:spChg chg="add mod">
          <ac:chgData name="Morrison, Gerald" userId="7611ca13-cc5f-41ee-a954-b612bc1298db" providerId="ADAL" clId="{B47175D1-F1FB-505F-809D-7A5D89969F47}" dt="2026-06-25T09:05:48.632" v="1030" actId="164"/>
          <ac:spMkLst>
            <pc:docMk/>
            <pc:sldMk cId="0" sldId="269"/>
            <ac:spMk id="11" creationId="{4CE87D1B-6C1A-85D3-EEBF-6BE066F00097}"/>
          </ac:spMkLst>
        </pc:spChg>
        <pc:spChg chg="mod">
          <ac:chgData name="Morrison, Gerald" userId="7611ca13-cc5f-41ee-a954-b612bc1298db" providerId="ADAL" clId="{B47175D1-F1FB-505F-809D-7A5D89969F47}" dt="2026-06-25T09:07:25.414" v="1045"/>
          <ac:spMkLst>
            <pc:docMk/>
            <pc:sldMk cId="0" sldId="269"/>
            <ac:spMk id="17" creationId="{84928060-8448-46D4-16B9-07393C5D5AD1}"/>
          </ac:spMkLst>
        </pc:spChg>
        <pc:spChg chg="mod">
          <ac:chgData name="Morrison, Gerald" userId="7611ca13-cc5f-41ee-a954-b612bc1298db" providerId="ADAL" clId="{B47175D1-F1FB-505F-809D-7A5D89969F47}" dt="2026-06-25T09:07:25.414" v="1045"/>
          <ac:spMkLst>
            <pc:docMk/>
            <pc:sldMk cId="0" sldId="269"/>
            <ac:spMk id="18" creationId="{6A51B44E-0A63-27DA-D129-B72E4F2CBB50}"/>
          </ac:spMkLst>
        </pc:spChg>
        <pc:spChg chg="mod">
          <ac:chgData name="Morrison, Gerald" userId="7611ca13-cc5f-41ee-a954-b612bc1298db" providerId="ADAL" clId="{B47175D1-F1FB-505F-809D-7A5D89969F47}" dt="2026-06-22T13:09:39.353" v="767" actId="790"/>
          <ac:spMkLst>
            <pc:docMk/>
            <pc:sldMk cId="0" sldId="269"/>
            <ac:spMk id="20" creationId="{00000000-0000-0000-0000-000000000000}"/>
          </ac:spMkLst>
        </pc:spChg>
        <pc:spChg chg="mod">
          <ac:chgData name="Morrison, Gerald" userId="7611ca13-cc5f-41ee-a954-b612bc1298db" providerId="ADAL" clId="{B47175D1-F1FB-505F-809D-7A5D89969F47}" dt="2026-06-23T08:50:59.536" v="948" actId="790"/>
          <ac:spMkLst>
            <pc:docMk/>
            <pc:sldMk cId="0" sldId="269"/>
            <ac:spMk id="21" creationId="{00000000-0000-0000-0000-000000000000}"/>
          </ac:spMkLst>
        </pc:spChg>
        <pc:spChg chg="mod">
          <ac:chgData name="Morrison, Gerald" userId="7611ca13-cc5f-41ee-a954-b612bc1298db" providerId="ADAL" clId="{B47175D1-F1FB-505F-809D-7A5D89969F47}" dt="2026-06-25T09:05:37.755" v="1029" actId="1076"/>
          <ac:spMkLst>
            <pc:docMk/>
            <pc:sldMk cId="0" sldId="269"/>
            <ac:spMk id="23" creationId="{00000000-0000-0000-0000-000000000000}"/>
          </ac:spMkLst>
        </pc:spChg>
        <pc:spChg chg="mod">
          <ac:chgData name="Morrison, Gerald" userId="7611ca13-cc5f-41ee-a954-b612bc1298db" providerId="ADAL" clId="{B47175D1-F1FB-505F-809D-7A5D89969F47}" dt="2026-06-25T09:07:25.414" v="1045"/>
          <ac:spMkLst>
            <pc:docMk/>
            <pc:sldMk cId="0" sldId="269"/>
            <ac:spMk id="32" creationId="{4C2FDC0C-2B15-23F8-40DF-9E8189784C88}"/>
          </ac:spMkLst>
        </pc:spChg>
        <pc:spChg chg="mod">
          <ac:chgData name="Morrison, Gerald" userId="7611ca13-cc5f-41ee-a954-b612bc1298db" providerId="ADAL" clId="{B47175D1-F1FB-505F-809D-7A5D89969F47}" dt="2026-06-23T08:50:59.536" v="948" actId="790"/>
          <ac:spMkLst>
            <pc:docMk/>
            <pc:sldMk cId="0" sldId="269"/>
            <ac:spMk id="34" creationId="{00000000-0000-0000-0000-000000000000}"/>
          </ac:spMkLst>
        </pc:spChg>
        <pc:spChg chg="mod">
          <ac:chgData name="Morrison, Gerald" userId="7611ca13-cc5f-41ee-a954-b612bc1298db" providerId="ADAL" clId="{B47175D1-F1FB-505F-809D-7A5D89969F47}" dt="2026-06-22T13:09:39.353" v="767" actId="790"/>
          <ac:spMkLst>
            <pc:docMk/>
            <pc:sldMk cId="0" sldId="269"/>
            <ac:spMk id="36" creationId="{00000000-0000-0000-0000-000000000000}"/>
          </ac:spMkLst>
        </pc:spChg>
        <pc:spChg chg="mod">
          <ac:chgData name="Morrison, Gerald" userId="7611ca13-cc5f-41ee-a954-b612bc1298db" providerId="ADAL" clId="{B47175D1-F1FB-505F-809D-7A5D89969F47}" dt="2026-06-22T12:43:59.154" v="753" actId="1036"/>
          <ac:spMkLst>
            <pc:docMk/>
            <pc:sldMk cId="0" sldId="269"/>
            <ac:spMk id="37" creationId="{00000000-0000-0000-0000-000000000000}"/>
          </ac:spMkLst>
        </pc:spChg>
        <pc:spChg chg="mod">
          <ac:chgData name="Morrison, Gerald" userId="7611ca13-cc5f-41ee-a954-b612bc1298db" providerId="ADAL" clId="{B47175D1-F1FB-505F-809D-7A5D89969F47}" dt="2026-06-22T13:09:39.353" v="767" actId="790"/>
          <ac:spMkLst>
            <pc:docMk/>
            <pc:sldMk cId="0" sldId="269"/>
            <ac:spMk id="38" creationId="{00000000-0000-0000-0000-000000000000}"/>
          </ac:spMkLst>
        </pc:spChg>
        <pc:spChg chg="mod">
          <ac:chgData name="Morrison, Gerald" userId="7611ca13-cc5f-41ee-a954-b612bc1298db" providerId="ADAL" clId="{B47175D1-F1FB-505F-809D-7A5D89969F47}" dt="2026-06-23T08:50:59.536" v="948" actId="790"/>
          <ac:spMkLst>
            <pc:docMk/>
            <pc:sldMk cId="0" sldId="269"/>
            <ac:spMk id="41" creationId="{00000000-0000-0000-0000-000000000000}"/>
          </ac:spMkLst>
        </pc:spChg>
        <pc:spChg chg="mod">
          <ac:chgData name="Morrison, Gerald" userId="7611ca13-cc5f-41ee-a954-b612bc1298db" providerId="ADAL" clId="{B47175D1-F1FB-505F-809D-7A5D89969F47}" dt="2026-06-22T12:43:59.154" v="753" actId="1036"/>
          <ac:spMkLst>
            <pc:docMk/>
            <pc:sldMk cId="0" sldId="269"/>
            <ac:spMk id="42" creationId="{00000000-0000-0000-0000-000000000000}"/>
          </ac:spMkLst>
        </pc:spChg>
        <pc:spChg chg="mod">
          <ac:chgData name="Morrison, Gerald" userId="7611ca13-cc5f-41ee-a954-b612bc1298db" providerId="ADAL" clId="{B47175D1-F1FB-505F-809D-7A5D89969F47}" dt="2026-06-22T12:43:59.154" v="753" actId="1036"/>
          <ac:spMkLst>
            <pc:docMk/>
            <pc:sldMk cId="0" sldId="269"/>
            <ac:spMk id="43" creationId="{00000000-0000-0000-0000-000000000000}"/>
          </ac:spMkLst>
        </pc:spChg>
        <pc:spChg chg="mod">
          <ac:chgData name="Morrison, Gerald" userId="7611ca13-cc5f-41ee-a954-b612bc1298db" providerId="ADAL" clId="{B47175D1-F1FB-505F-809D-7A5D89969F47}" dt="2026-06-23T08:50:59.536" v="948" actId="790"/>
          <ac:spMkLst>
            <pc:docMk/>
            <pc:sldMk cId="0" sldId="269"/>
            <ac:spMk id="44" creationId="{00000000-0000-0000-0000-000000000000}"/>
          </ac:spMkLst>
        </pc:spChg>
        <pc:spChg chg="mod">
          <ac:chgData name="Morrison, Gerald" userId="7611ca13-cc5f-41ee-a954-b612bc1298db" providerId="ADAL" clId="{B47175D1-F1FB-505F-809D-7A5D89969F47}" dt="2026-06-23T08:50:59.536" v="948" actId="790"/>
          <ac:spMkLst>
            <pc:docMk/>
            <pc:sldMk cId="0" sldId="269"/>
            <ac:spMk id="46" creationId="{00000000-0000-0000-0000-000000000000}"/>
          </ac:spMkLst>
        </pc:spChg>
        <pc:spChg chg="mod">
          <ac:chgData name="Morrison, Gerald" userId="7611ca13-cc5f-41ee-a954-b612bc1298db" providerId="ADAL" clId="{B47175D1-F1FB-505F-809D-7A5D89969F47}" dt="2026-06-22T12:43:59.154" v="753" actId="1036"/>
          <ac:spMkLst>
            <pc:docMk/>
            <pc:sldMk cId="0" sldId="269"/>
            <ac:spMk id="47" creationId="{00000000-0000-0000-0000-000000000000}"/>
          </ac:spMkLst>
        </pc:spChg>
        <pc:spChg chg="mod">
          <ac:chgData name="Morrison, Gerald" userId="7611ca13-cc5f-41ee-a954-b612bc1298db" providerId="ADAL" clId="{B47175D1-F1FB-505F-809D-7A5D89969F47}" dt="2026-06-22T12:43:59.154" v="753" actId="1036"/>
          <ac:spMkLst>
            <pc:docMk/>
            <pc:sldMk cId="0" sldId="269"/>
            <ac:spMk id="48" creationId="{00000000-0000-0000-0000-000000000000}"/>
          </ac:spMkLst>
        </pc:spChg>
        <pc:spChg chg="mod">
          <ac:chgData name="Morrison, Gerald" userId="7611ca13-cc5f-41ee-a954-b612bc1298db" providerId="ADAL" clId="{B47175D1-F1FB-505F-809D-7A5D89969F47}" dt="2026-06-22T13:14:01.198" v="814" actId="20577"/>
          <ac:spMkLst>
            <pc:docMk/>
            <pc:sldMk cId="0" sldId="269"/>
            <ac:spMk id="49" creationId="{00000000-0000-0000-0000-000000000000}"/>
          </ac:spMkLst>
        </pc:spChg>
        <pc:spChg chg="mod">
          <ac:chgData name="Morrison, Gerald" userId="7611ca13-cc5f-41ee-a954-b612bc1298db" providerId="ADAL" clId="{B47175D1-F1FB-505F-809D-7A5D89969F47}" dt="2026-06-25T09:07:25.414" v="1045"/>
          <ac:spMkLst>
            <pc:docMk/>
            <pc:sldMk cId="0" sldId="269"/>
            <ac:spMk id="50" creationId="{914B45E6-1958-1903-26EA-380F792BC354}"/>
          </ac:spMkLst>
        </pc:spChg>
        <pc:spChg chg="mod">
          <ac:chgData name="Morrison, Gerald" userId="7611ca13-cc5f-41ee-a954-b612bc1298db" providerId="ADAL" clId="{B47175D1-F1FB-505F-809D-7A5D89969F47}" dt="2026-06-23T08:50:59.536" v="948" actId="790"/>
          <ac:spMkLst>
            <pc:docMk/>
            <pc:sldMk cId="0" sldId="269"/>
            <ac:spMk id="51" creationId="{00000000-0000-0000-0000-000000000000}"/>
          </ac:spMkLst>
        </pc:spChg>
        <pc:spChg chg="mod">
          <ac:chgData name="Morrison, Gerald" userId="7611ca13-cc5f-41ee-a954-b612bc1298db" providerId="ADAL" clId="{B47175D1-F1FB-505F-809D-7A5D89969F47}" dt="2026-06-25T09:07:25.414" v="1045"/>
          <ac:spMkLst>
            <pc:docMk/>
            <pc:sldMk cId="0" sldId="269"/>
            <ac:spMk id="55" creationId="{493971E7-CACB-9751-F558-45D1566C8255}"/>
          </ac:spMkLst>
        </pc:spChg>
        <pc:spChg chg="mod">
          <ac:chgData name="Morrison, Gerald" userId="7611ca13-cc5f-41ee-a954-b612bc1298db" providerId="ADAL" clId="{B47175D1-F1FB-505F-809D-7A5D89969F47}" dt="2026-06-22T13:09:39.353" v="767" actId="790"/>
          <ac:spMkLst>
            <pc:docMk/>
            <pc:sldMk cId="0" sldId="269"/>
            <ac:spMk id="58" creationId="{E174AE8D-CE68-13F5-81B0-C77119DA2170}"/>
          </ac:spMkLst>
        </pc:spChg>
        <pc:spChg chg="mod topLvl">
          <ac:chgData name="Morrison, Gerald" userId="7611ca13-cc5f-41ee-a954-b612bc1298db" providerId="ADAL" clId="{B47175D1-F1FB-505F-809D-7A5D89969F47}" dt="2026-06-25T09:07:23.589" v="1044" actId="164"/>
          <ac:spMkLst>
            <pc:docMk/>
            <pc:sldMk cId="0" sldId="269"/>
            <ac:spMk id="73" creationId="{D9682F4C-3FAB-8CE6-E773-27F726C56553}"/>
          </ac:spMkLst>
        </pc:spChg>
        <pc:spChg chg="mod topLvl">
          <ac:chgData name="Morrison, Gerald" userId="7611ca13-cc5f-41ee-a954-b612bc1298db" providerId="ADAL" clId="{B47175D1-F1FB-505F-809D-7A5D89969F47}" dt="2026-06-25T09:07:23.589" v="1044" actId="164"/>
          <ac:spMkLst>
            <pc:docMk/>
            <pc:sldMk cId="0" sldId="269"/>
            <ac:spMk id="75" creationId="{54A64C39-6CD3-3122-31E4-D9C2156695EF}"/>
          </ac:spMkLst>
        </pc:spChg>
        <pc:spChg chg="mod topLvl">
          <ac:chgData name="Morrison, Gerald" userId="7611ca13-cc5f-41ee-a954-b612bc1298db" providerId="ADAL" clId="{B47175D1-F1FB-505F-809D-7A5D89969F47}" dt="2026-06-25T09:07:23.589" v="1044" actId="164"/>
          <ac:spMkLst>
            <pc:docMk/>
            <pc:sldMk cId="0" sldId="269"/>
            <ac:spMk id="79" creationId="{E2464308-D47E-6A43-C237-AB368FF2565A}"/>
          </ac:spMkLst>
        </pc:spChg>
        <pc:spChg chg="mod topLvl">
          <ac:chgData name="Morrison, Gerald" userId="7611ca13-cc5f-41ee-a954-b612bc1298db" providerId="ADAL" clId="{B47175D1-F1FB-505F-809D-7A5D89969F47}" dt="2026-06-25T09:07:23.589" v="1044" actId="164"/>
          <ac:spMkLst>
            <pc:docMk/>
            <pc:sldMk cId="0" sldId="269"/>
            <ac:spMk id="81" creationId="{D65D5E71-207C-CCAF-20B9-B23F766BA5EE}"/>
          </ac:spMkLst>
        </pc:spChg>
        <pc:grpChg chg="add mod">
          <ac:chgData name="Morrison, Gerald" userId="7611ca13-cc5f-41ee-a954-b612bc1298db" providerId="ADAL" clId="{B47175D1-F1FB-505F-809D-7A5D89969F47}" dt="2026-06-25T09:07:23.589" v="1044" actId="164"/>
          <ac:grpSpMkLst>
            <pc:docMk/>
            <pc:sldMk cId="0" sldId="269"/>
            <ac:grpSpMk id="13" creationId="{3CEAC65C-909F-A1C6-0881-72A298BA2E4A}"/>
          </ac:grpSpMkLst>
        </pc:grpChg>
        <pc:grpChg chg="add mod">
          <ac:chgData name="Morrison, Gerald" userId="7611ca13-cc5f-41ee-a954-b612bc1298db" providerId="ADAL" clId="{B47175D1-F1FB-505F-809D-7A5D89969F47}" dt="2026-06-25T09:07:23.589" v="1044" actId="164"/>
          <ac:grpSpMkLst>
            <pc:docMk/>
            <pc:sldMk cId="0" sldId="269"/>
            <ac:grpSpMk id="15" creationId="{BAB0E6D6-CCE7-68E7-7E6F-C226BD6C6CCD}"/>
          </ac:grpSpMkLst>
        </pc:grpChg>
        <pc:grpChg chg="add mod">
          <ac:chgData name="Morrison, Gerald" userId="7611ca13-cc5f-41ee-a954-b612bc1298db" providerId="ADAL" clId="{B47175D1-F1FB-505F-809D-7A5D89969F47}" dt="2026-06-25T09:07:37.936" v="1048" actId="1076"/>
          <ac:grpSpMkLst>
            <pc:docMk/>
            <pc:sldMk cId="0" sldId="269"/>
            <ac:grpSpMk id="16" creationId="{BC470A5A-D8FF-899F-CC34-AB39AA24B1FD}"/>
          </ac:grpSpMkLst>
        </pc:grpChg>
        <pc:grpChg chg="mod">
          <ac:chgData name="Morrison, Gerald" userId="7611ca13-cc5f-41ee-a954-b612bc1298db" providerId="ADAL" clId="{B47175D1-F1FB-505F-809D-7A5D89969F47}" dt="2026-06-25T09:07:25.414" v="1045"/>
          <ac:grpSpMkLst>
            <pc:docMk/>
            <pc:sldMk cId="0" sldId="269"/>
            <ac:grpSpMk id="54" creationId="{D13C173C-2FE7-5283-7A74-CDB3D1DA64BE}"/>
          </ac:grpSpMkLst>
        </pc:grpChg>
        <pc:picChg chg="add mod">
          <ac:chgData name="Morrison, Gerald" userId="7611ca13-cc5f-41ee-a954-b612bc1298db" providerId="ADAL" clId="{B47175D1-F1FB-505F-809D-7A5D89969F47}" dt="2026-06-25T09:05:48.632" v="1030" actId="164"/>
          <ac:picMkLst>
            <pc:docMk/>
            <pc:sldMk cId="0" sldId="269"/>
            <ac:picMk id="12" creationId="{DBE22676-E2B8-EAAE-83F5-A1592B030680}"/>
          </ac:picMkLst>
        </pc:picChg>
        <pc:picChg chg="mod">
          <ac:chgData name="Morrison, Gerald" userId="7611ca13-cc5f-41ee-a954-b612bc1298db" providerId="ADAL" clId="{B47175D1-F1FB-505F-809D-7A5D89969F47}" dt="2026-06-25T09:07:25.414" v="1045"/>
          <ac:picMkLst>
            <pc:docMk/>
            <pc:sldMk cId="0" sldId="269"/>
            <ac:picMk id="56" creationId="{59E41CCF-7D1D-9EFF-A78E-082613EFDEBA}"/>
          </ac:picMkLst>
        </pc:picChg>
        <pc:cxnChg chg="mod">
          <ac:chgData name="Morrison, Gerald" userId="7611ca13-cc5f-41ee-a954-b612bc1298db" providerId="ADAL" clId="{B47175D1-F1FB-505F-809D-7A5D89969F47}" dt="2026-06-25T09:07:27.718" v="1046" actId="478"/>
          <ac:cxnSpMkLst>
            <pc:docMk/>
            <pc:sldMk cId="0" sldId="269"/>
            <ac:cxnSpMk id="53" creationId="{00000000-0000-0000-0000-000000000000}"/>
          </ac:cxnSpMkLst>
        </pc:cxnChg>
      </pc:sldChg>
      <pc:sldChg chg="modSp add del mod ord modNotes modNotesTx">
        <pc:chgData name="Morrison, Gerald" userId="7611ca13-cc5f-41ee-a954-b612bc1298db" providerId="ADAL" clId="{B47175D1-F1FB-505F-809D-7A5D89969F47}" dt="2026-07-01T15:58:05.674" v="1485" actId="790"/>
        <pc:sldMkLst>
          <pc:docMk/>
          <pc:sldMk cId="0" sldId="271"/>
        </pc:sldMkLst>
        <pc:spChg chg="mod">
          <ac:chgData name="Morrison, Gerald" userId="7611ca13-cc5f-41ee-a954-b612bc1298db" providerId="ADAL" clId="{B47175D1-F1FB-505F-809D-7A5D89969F47}" dt="2026-07-01T15:31:48.802" v="1472" actId="20577"/>
          <ac:spMkLst>
            <pc:docMk/>
            <pc:sldMk cId="0" sldId="271"/>
            <ac:spMk id="2" creationId="{00000000-0000-0000-0000-000000000000}"/>
          </ac:spMkLst>
        </pc:spChg>
        <pc:spChg chg="mod">
          <ac:chgData name="Morrison, Gerald" userId="7611ca13-cc5f-41ee-a954-b612bc1298db" providerId="ADAL" clId="{B47175D1-F1FB-505F-809D-7A5D89969F47}" dt="2026-07-01T15:31:12.939" v="1468"/>
          <ac:spMkLst>
            <pc:docMk/>
            <pc:sldMk cId="0" sldId="271"/>
            <ac:spMk id="3" creationId="{00000000-0000-0000-0000-000000000000}"/>
          </ac:spMkLst>
        </pc:spChg>
        <pc:spChg chg="mod">
          <ac:chgData name="Morrison, Gerald" userId="7611ca13-cc5f-41ee-a954-b612bc1298db" providerId="ADAL" clId="{B47175D1-F1FB-505F-809D-7A5D89969F47}" dt="2026-06-23T08:50:59.536" v="948" actId="790"/>
          <ac:spMkLst>
            <pc:docMk/>
            <pc:sldMk cId="0" sldId="271"/>
            <ac:spMk id="4" creationId="{00000000-0000-0000-0000-000000000000}"/>
          </ac:spMkLst>
        </pc:spChg>
        <pc:spChg chg="mod">
          <ac:chgData name="Morrison, Gerald" userId="7611ca13-cc5f-41ee-a954-b612bc1298db" providerId="ADAL" clId="{B47175D1-F1FB-505F-809D-7A5D89969F47}" dt="2026-06-23T08:50:59.536" v="948" actId="790"/>
          <ac:spMkLst>
            <pc:docMk/>
            <pc:sldMk cId="0" sldId="271"/>
            <ac:spMk id="5" creationId="{00000000-0000-0000-0000-000000000000}"/>
          </ac:spMkLst>
        </pc:spChg>
        <pc:spChg chg="mod">
          <ac:chgData name="Morrison, Gerald" userId="7611ca13-cc5f-41ee-a954-b612bc1298db" providerId="ADAL" clId="{B47175D1-F1FB-505F-809D-7A5D89969F47}" dt="2026-06-23T08:50:59.536" v="948" actId="790"/>
          <ac:spMkLst>
            <pc:docMk/>
            <pc:sldMk cId="0" sldId="271"/>
            <ac:spMk id="7" creationId="{00000000-0000-0000-0000-000000000000}"/>
          </ac:spMkLst>
        </pc:spChg>
        <pc:spChg chg="mod">
          <ac:chgData name="Morrison, Gerald" userId="7611ca13-cc5f-41ee-a954-b612bc1298db" providerId="ADAL" clId="{B47175D1-F1FB-505F-809D-7A5D89969F47}" dt="2026-06-23T08:50:59.536" v="948" actId="790"/>
          <ac:spMkLst>
            <pc:docMk/>
            <pc:sldMk cId="0" sldId="271"/>
            <ac:spMk id="8" creationId="{00000000-0000-0000-0000-000000000000}"/>
          </ac:spMkLst>
        </pc:spChg>
        <pc:spChg chg="mod">
          <ac:chgData name="Morrison, Gerald" userId="7611ca13-cc5f-41ee-a954-b612bc1298db" providerId="ADAL" clId="{B47175D1-F1FB-505F-809D-7A5D89969F47}" dt="2026-06-23T08:50:59.536" v="948" actId="790"/>
          <ac:spMkLst>
            <pc:docMk/>
            <pc:sldMk cId="0" sldId="271"/>
            <ac:spMk id="10" creationId="{00000000-0000-0000-0000-000000000000}"/>
          </ac:spMkLst>
        </pc:spChg>
        <pc:spChg chg="mod">
          <ac:chgData name="Morrison, Gerald" userId="7611ca13-cc5f-41ee-a954-b612bc1298db" providerId="ADAL" clId="{B47175D1-F1FB-505F-809D-7A5D89969F47}" dt="2026-06-23T08:50:59.536" v="948" actId="790"/>
          <ac:spMkLst>
            <pc:docMk/>
            <pc:sldMk cId="0" sldId="271"/>
            <ac:spMk id="12" creationId="{00000000-0000-0000-0000-000000000000}"/>
          </ac:spMkLst>
        </pc:spChg>
        <pc:spChg chg="mod">
          <ac:chgData name="Morrison, Gerald" userId="7611ca13-cc5f-41ee-a954-b612bc1298db" providerId="ADAL" clId="{B47175D1-F1FB-505F-809D-7A5D89969F47}" dt="2026-06-23T08:50:59.536" v="948" actId="790"/>
          <ac:spMkLst>
            <pc:docMk/>
            <pc:sldMk cId="0" sldId="271"/>
            <ac:spMk id="14" creationId="{00000000-0000-0000-0000-000000000000}"/>
          </ac:spMkLst>
        </pc:spChg>
        <pc:spChg chg="mod">
          <ac:chgData name="Morrison, Gerald" userId="7611ca13-cc5f-41ee-a954-b612bc1298db" providerId="ADAL" clId="{B47175D1-F1FB-505F-809D-7A5D89969F47}" dt="2026-07-01T13:10:13.314" v="1236" actId="313"/>
          <ac:spMkLst>
            <pc:docMk/>
            <pc:sldMk cId="0" sldId="271"/>
            <ac:spMk id="15" creationId="{00000000-0000-0000-0000-000000000000}"/>
          </ac:spMkLst>
        </pc:spChg>
      </pc:sldChg>
      <pc:sldChg chg="addSp delSp modSp mod modNotes modNotesTx">
        <pc:chgData name="Morrison, Gerald" userId="7611ca13-cc5f-41ee-a954-b612bc1298db" providerId="ADAL" clId="{B47175D1-F1FB-505F-809D-7A5D89969F47}" dt="2026-07-01T14:47:47.082" v="1445" actId="790"/>
        <pc:sldMkLst>
          <pc:docMk/>
          <pc:sldMk cId="0" sldId="272"/>
        </pc:sldMkLst>
        <pc:spChg chg="mod">
          <ac:chgData name="Morrison, Gerald" userId="7611ca13-cc5f-41ee-a954-b612bc1298db" providerId="ADAL" clId="{B47175D1-F1FB-505F-809D-7A5D89969F47}" dt="2026-06-23T08:50:59.536" v="948" actId="790"/>
          <ac:spMkLst>
            <pc:docMk/>
            <pc:sldMk cId="0" sldId="272"/>
            <ac:spMk id="2" creationId="{00000000-0000-0000-0000-000000000000}"/>
          </ac:spMkLst>
        </pc:spChg>
        <pc:spChg chg="mod">
          <ac:chgData name="Morrison, Gerald" userId="7611ca13-cc5f-41ee-a954-b612bc1298db" providerId="ADAL" clId="{B47175D1-F1FB-505F-809D-7A5D89969F47}" dt="2026-06-23T08:50:59.536" v="948" actId="790"/>
          <ac:spMkLst>
            <pc:docMk/>
            <pc:sldMk cId="0" sldId="272"/>
            <ac:spMk id="3" creationId="{00000000-0000-0000-0000-000000000000}"/>
          </ac:spMkLst>
        </pc:spChg>
        <pc:spChg chg="add del mod">
          <ac:chgData name="Morrison, Gerald" userId="7611ca13-cc5f-41ee-a954-b612bc1298db" providerId="ADAL" clId="{B47175D1-F1FB-505F-809D-7A5D89969F47}" dt="2026-06-23T08:50:59.536" v="948" actId="790"/>
          <ac:spMkLst>
            <pc:docMk/>
            <pc:sldMk cId="0" sldId="272"/>
            <ac:spMk id="21" creationId="{6635AB13-D648-5E15-613A-2A9AF0D45601}"/>
          </ac:spMkLst>
        </pc:spChg>
        <pc:spChg chg="add mod">
          <ac:chgData name="Morrison, Gerald" userId="7611ca13-cc5f-41ee-a954-b612bc1298db" providerId="ADAL" clId="{B47175D1-F1FB-505F-809D-7A5D89969F47}" dt="2026-06-23T08:50:59.536" v="948" actId="790"/>
          <ac:spMkLst>
            <pc:docMk/>
            <pc:sldMk cId="0" sldId="272"/>
            <ac:spMk id="23" creationId="{68F7E8EC-2BCF-B1A6-669B-E4CE469D4AF4}"/>
          </ac:spMkLst>
        </pc:spChg>
        <pc:spChg chg="add mod">
          <ac:chgData name="Morrison, Gerald" userId="7611ca13-cc5f-41ee-a954-b612bc1298db" providerId="ADAL" clId="{B47175D1-F1FB-505F-809D-7A5D89969F47}" dt="2026-06-23T08:50:59.536" v="948" actId="790"/>
          <ac:spMkLst>
            <pc:docMk/>
            <pc:sldMk cId="0" sldId="272"/>
            <ac:spMk id="25" creationId="{5C6127F7-7750-A687-131D-8758017A172C}"/>
          </ac:spMkLst>
        </pc:spChg>
        <pc:grpChg chg="add mod">
          <ac:chgData name="Morrison, Gerald" userId="7611ca13-cc5f-41ee-a954-b612bc1298db" providerId="ADAL" clId="{B47175D1-F1FB-505F-809D-7A5D89969F47}" dt="2026-06-23T08:43:58.711" v="944" actId="1076"/>
          <ac:grpSpMkLst>
            <pc:docMk/>
            <pc:sldMk cId="0" sldId="272"/>
            <ac:grpSpMk id="26" creationId="{D4DA3CC8-2CD6-4456-7169-4E807EB97F15}"/>
          </ac:grpSpMkLst>
        </pc:grpChg>
        <pc:picChg chg="mod">
          <ac:chgData name="Morrison, Gerald" userId="7611ca13-cc5f-41ee-a954-b612bc1298db" providerId="ADAL" clId="{B47175D1-F1FB-505F-809D-7A5D89969F47}" dt="2026-06-22T14:56:30.184" v="833" actId="164"/>
          <ac:picMkLst>
            <pc:docMk/>
            <pc:sldMk cId="0" sldId="272"/>
            <ac:picMk id="4" creationId="{00000000-0000-0000-0000-000000000000}"/>
          </ac:picMkLst>
        </pc:picChg>
        <pc:picChg chg="mod">
          <ac:chgData name="Morrison, Gerald" userId="7611ca13-cc5f-41ee-a954-b612bc1298db" providerId="ADAL" clId="{B47175D1-F1FB-505F-809D-7A5D89969F47}" dt="2026-06-22T15:10:05.192" v="893" actId="1076"/>
          <ac:picMkLst>
            <pc:docMk/>
            <pc:sldMk cId="0" sldId="272"/>
            <ac:picMk id="8" creationId="{00000000-0000-0000-0000-000000000000}"/>
          </ac:picMkLst>
        </pc:picChg>
        <pc:picChg chg="mod">
          <ac:chgData name="Morrison, Gerald" userId="7611ca13-cc5f-41ee-a954-b612bc1298db" providerId="ADAL" clId="{B47175D1-F1FB-505F-809D-7A5D89969F47}" dt="2026-06-22T15:10:05.192" v="893" actId="1076"/>
          <ac:picMkLst>
            <pc:docMk/>
            <pc:sldMk cId="0" sldId="272"/>
            <ac:picMk id="10" creationId="{00000000-0000-0000-0000-000000000000}"/>
          </ac:picMkLst>
        </pc:picChg>
        <pc:picChg chg="mod">
          <ac:chgData name="Morrison, Gerald" userId="7611ca13-cc5f-41ee-a954-b612bc1298db" providerId="ADAL" clId="{B47175D1-F1FB-505F-809D-7A5D89969F47}" dt="2026-06-22T15:10:05.192" v="893" actId="1076"/>
          <ac:picMkLst>
            <pc:docMk/>
            <pc:sldMk cId="0" sldId="272"/>
            <ac:picMk id="12" creationId="{00000000-0000-0000-0000-000000000000}"/>
          </ac:picMkLst>
        </pc:picChg>
        <pc:picChg chg="mod">
          <ac:chgData name="Morrison, Gerald" userId="7611ca13-cc5f-41ee-a954-b612bc1298db" providerId="ADAL" clId="{B47175D1-F1FB-505F-809D-7A5D89969F47}" dt="2026-06-22T15:10:05.192" v="893" actId="1076"/>
          <ac:picMkLst>
            <pc:docMk/>
            <pc:sldMk cId="0" sldId="272"/>
            <ac:picMk id="18" creationId="{00000000-0000-0000-0000-000000000000}"/>
          </ac:picMkLst>
        </pc:picChg>
        <pc:picChg chg="add mod">
          <ac:chgData name="Morrison, Gerald" userId="7611ca13-cc5f-41ee-a954-b612bc1298db" providerId="ADAL" clId="{B47175D1-F1FB-505F-809D-7A5D89969F47}" dt="2026-06-22T15:10:05.192" v="893" actId="1076"/>
          <ac:picMkLst>
            <pc:docMk/>
            <pc:sldMk cId="0" sldId="272"/>
            <ac:picMk id="20" creationId="{446C92AE-2CFE-F6B5-8DB0-F22DAF5FB842}"/>
          </ac:picMkLst>
        </pc:picChg>
        <pc:picChg chg="add mod">
          <ac:chgData name="Morrison, Gerald" userId="7611ca13-cc5f-41ee-a954-b612bc1298db" providerId="ADAL" clId="{B47175D1-F1FB-505F-809D-7A5D89969F47}" dt="2026-06-22T15:10:05.192" v="893" actId="1076"/>
          <ac:picMkLst>
            <pc:docMk/>
            <pc:sldMk cId="0" sldId="272"/>
            <ac:picMk id="22" creationId="{880257B0-7333-7DD7-9986-2973839F296B}"/>
          </ac:picMkLst>
        </pc:picChg>
      </pc:sldChg>
      <pc:sldChg chg="addSp modSp mod modNotes modNotesTx">
        <pc:chgData name="Morrison, Gerald" userId="7611ca13-cc5f-41ee-a954-b612bc1298db" providerId="ADAL" clId="{B47175D1-F1FB-505F-809D-7A5D89969F47}" dt="2026-07-01T15:58:21.975" v="1486" actId="790"/>
        <pc:sldMkLst>
          <pc:docMk/>
          <pc:sldMk cId="0" sldId="273"/>
        </pc:sldMkLst>
        <pc:spChg chg="mod">
          <ac:chgData name="Morrison, Gerald" userId="7611ca13-cc5f-41ee-a954-b612bc1298db" providerId="ADAL" clId="{B47175D1-F1FB-505F-809D-7A5D89969F47}" dt="2026-06-23T08:50:59.536" v="948" actId="790"/>
          <ac:spMkLst>
            <pc:docMk/>
            <pc:sldMk cId="0" sldId="273"/>
            <ac:spMk id="2" creationId="{00000000-0000-0000-0000-000000000000}"/>
          </ac:spMkLst>
        </pc:spChg>
        <pc:spChg chg="mod">
          <ac:chgData name="Morrison, Gerald" userId="7611ca13-cc5f-41ee-a954-b612bc1298db" providerId="ADAL" clId="{B47175D1-F1FB-505F-809D-7A5D89969F47}" dt="2026-07-01T13:10:27.265" v="1244" actId="313"/>
          <ac:spMkLst>
            <pc:docMk/>
            <pc:sldMk cId="0" sldId="273"/>
            <ac:spMk id="3" creationId="{00000000-0000-0000-0000-000000000000}"/>
          </ac:spMkLst>
        </pc:spChg>
        <pc:picChg chg="add mod">
          <ac:chgData name="Morrison, Gerald" userId="7611ca13-cc5f-41ee-a954-b612bc1298db" providerId="ADAL" clId="{B47175D1-F1FB-505F-809D-7A5D89969F47}" dt="2026-06-30T15:24:46.133" v="1098" actId="1076"/>
          <ac:picMkLst>
            <pc:docMk/>
            <pc:sldMk cId="0" sldId="273"/>
            <ac:picMk id="7" creationId="{ADE6938B-B47D-BB46-CFD6-90E77717A01A}"/>
          </ac:picMkLst>
        </pc:picChg>
      </pc:sldChg>
      <pc:sldChg chg="modSp add del mod">
        <pc:chgData name="Morrison, Gerald" userId="7611ca13-cc5f-41ee-a954-b612bc1298db" providerId="ADAL" clId="{B47175D1-F1FB-505F-809D-7A5D89969F47}" dt="2026-07-01T13:10:43.934" v="1289" actId="313"/>
        <pc:sldMkLst>
          <pc:docMk/>
          <pc:sldMk cId="0" sldId="276"/>
        </pc:sldMkLst>
        <pc:spChg chg="mod">
          <ac:chgData name="Morrison, Gerald" userId="7611ca13-cc5f-41ee-a954-b612bc1298db" providerId="ADAL" clId="{B47175D1-F1FB-505F-809D-7A5D89969F47}" dt="2026-06-23T08:50:59.536" v="948" actId="790"/>
          <ac:spMkLst>
            <pc:docMk/>
            <pc:sldMk cId="0" sldId="276"/>
            <ac:spMk id="2" creationId="{00000000-0000-0000-0000-000000000000}"/>
          </ac:spMkLst>
        </pc:spChg>
        <pc:spChg chg="mod">
          <ac:chgData name="Morrison, Gerald" userId="7611ca13-cc5f-41ee-a954-b612bc1298db" providerId="ADAL" clId="{B47175D1-F1FB-505F-809D-7A5D89969F47}" dt="2026-06-23T08:50:59.536" v="948" actId="790"/>
          <ac:spMkLst>
            <pc:docMk/>
            <pc:sldMk cId="0" sldId="276"/>
            <ac:spMk id="3" creationId="{00000000-0000-0000-0000-000000000000}"/>
          </ac:spMkLst>
        </pc:spChg>
        <pc:spChg chg="mod">
          <ac:chgData name="Morrison, Gerald" userId="7611ca13-cc5f-41ee-a954-b612bc1298db" providerId="ADAL" clId="{B47175D1-F1FB-505F-809D-7A5D89969F47}" dt="2026-07-01T13:10:43.934" v="1289" actId="313"/>
          <ac:spMkLst>
            <pc:docMk/>
            <pc:sldMk cId="0" sldId="276"/>
            <ac:spMk id="4" creationId="{00000000-0000-0000-0000-000000000000}"/>
          </ac:spMkLst>
        </pc:spChg>
      </pc:sldChg>
      <pc:sldChg chg="modSp add mod">
        <pc:chgData name="Morrison, Gerald" userId="7611ca13-cc5f-41ee-a954-b612bc1298db" providerId="ADAL" clId="{B47175D1-F1FB-505F-809D-7A5D89969F47}" dt="2026-07-01T13:10:45.643" v="1293" actId="313"/>
        <pc:sldMkLst>
          <pc:docMk/>
          <pc:sldMk cId="0" sldId="277"/>
        </pc:sldMkLst>
        <pc:spChg chg="mod">
          <ac:chgData name="Morrison, Gerald" userId="7611ca13-cc5f-41ee-a954-b612bc1298db" providerId="ADAL" clId="{B47175D1-F1FB-505F-809D-7A5D89969F47}" dt="2026-06-23T08:50:59.536" v="948" actId="790"/>
          <ac:spMkLst>
            <pc:docMk/>
            <pc:sldMk cId="0" sldId="277"/>
            <ac:spMk id="2" creationId="{00000000-0000-0000-0000-000000000000}"/>
          </ac:spMkLst>
        </pc:spChg>
        <pc:spChg chg="mod">
          <ac:chgData name="Morrison, Gerald" userId="7611ca13-cc5f-41ee-a954-b612bc1298db" providerId="ADAL" clId="{B47175D1-F1FB-505F-809D-7A5D89969F47}" dt="2026-06-23T08:50:59.536" v="948" actId="790"/>
          <ac:spMkLst>
            <pc:docMk/>
            <pc:sldMk cId="0" sldId="277"/>
            <ac:spMk id="3" creationId="{00000000-0000-0000-0000-000000000000}"/>
          </ac:spMkLst>
        </pc:spChg>
        <pc:spChg chg="mod">
          <ac:chgData name="Morrison, Gerald" userId="7611ca13-cc5f-41ee-a954-b612bc1298db" providerId="ADAL" clId="{B47175D1-F1FB-505F-809D-7A5D89969F47}" dt="2026-07-01T13:10:45.643" v="1293" actId="313"/>
          <ac:spMkLst>
            <pc:docMk/>
            <pc:sldMk cId="0" sldId="277"/>
            <ac:spMk id="4" creationId="{00000000-0000-0000-0000-000000000000}"/>
          </ac:spMkLst>
        </pc:spChg>
      </pc:sldChg>
      <pc:sldChg chg="addSp delSp modSp add mod modNotes modNotesTx">
        <pc:chgData name="Morrison, Gerald" userId="7611ca13-cc5f-41ee-a954-b612bc1298db" providerId="ADAL" clId="{B47175D1-F1FB-505F-809D-7A5D89969F47}" dt="2026-07-01T14:48:49.798" v="1455" actId="790"/>
        <pc:sldMkLst>
          <pc:docMk/>
          <pc:sldMk cId="0" sldId="278"/>
        </pc:sldMkLst>
        <pc:spChg chg="mod">
          <ac:chgData name="Morrison, Gerald" userId="7611ca13-cc5f-41ee-a954-b612bc1298db" providerId="ADAL" clId="{B47175D1-F1FB-505F-809D-7A5D89969F47}" dt="2026-06-22T13:09:39.353" v="767" actId="790"/>
          <ac:spMkLst>
            <pc:docMk/>
            <pc:sldMk cId="0" sldId="278"/>
            <ac:spMk id="2" creationId="{00000000-0000-0000-0000-000000000000}"/>
          </ac:spMkLst>
        </pc:spChg>
        <pc:spChg chg="mod">
          <ac:chgData name="Morrison, Gerald" userId="7611ca13-cc5f-41ee-a954-b612bc1298db" providerId="ADAL" clId="{B47175D1-F1FB-505F-809D-7A5D89969F47}" dt="2026-06-22T13:09:39.353" v="767" actId="790"/>
          <ac:spMkLst>
            <pc:docMk/>
            <pc:sldMk cId="0" sldId="278"/>
            <ac:spMk id="6" creationId="{00000000-0000-0000-0000-000000000000}"/>
          </ac:spMkLst>
        </pc:spChg>
        <pc:spChg chg="mod">
          <ac:chgData name="Morrison, Gerald" userId="7611ca13-cc5f-41ee-a954-b612bc1298db" providerId="ADAL" clId="{B47175D1-F1FB-505F-809D-7A5D89969F47}" dt="2026-06-23T08:50:59.536" v="948" actId="790"/>
          <ac:spMkLst>
            <pc:docMk/>
            <pc:sldMk cId="0" sldId="278"/>
            <ac:spMk id="9" creationId="{00000000-0000-0000-0000-000000000000}"/>
          </ac:spMkLst>
        </pc:spChg>
        <pc:spChg chg="mod">
          <ac:chgData name="Morrison, Gerald" userId="7611ca13-cc5f-41ee-a954-b612bc1298db" providerId="ADAL" clId="{B47175D1-F1FB-505F-809D-7A5D89969F47}" dt="2026-06-22T13:09:39.353" v="767" actId="790"/>
          <ac:spMkLst>
            <pc:docMk/>
            <pc:sldMk cId="0" sldId="278"/>
            <ac:spMk id="20" creationId="{00000000-0000-0000-0000-000000000000}"/>
          </ac:spMkLst>
        </pc:spChg>
        <pc:spChg chg="mod">
          <ac:chgData name="Morrison, Gerald" userId="7611ca13-cc5f-41ee-a954-b612bc1298db" providerId="ADAL" clId="{B47175D1-F1FB-505F-809D-7A5D89969F47}" dt="2026-06-22T13:09:39.353" v="767" actId="790"/>
          <ac:spMkLst>
            <pc:docMk/>
            <pc:sldMk cId="0" sldId="278"/>
            <ac:spMk id="27" creationId="{00000000-0000-0000-0000-000000000000}"/>
          </ac:spMkLst>
        </pc:spChg>
        <pc:spChg chg="mod">
          <ac:chgData name="Morrison, Gerald" userId="7611ca13-cc5f-41ee-a954-b612bc1298db" providerId="ADAL" clId="{B47175D1-F1FB-505F-809D-7A5D89969F47}" dt="2026-06-23T08:50:59.536" v="948" actId="790"/>
          <ac:spMkLst>
            <pc:docMk/>
            <pc:sldMk cId="0" sldId="278"/>
            <ac:spMk id="29" creationId="{00000000-0000-0000-0000-000000000000}"/>
          </ac:spMkLst>
        </pc:spChg>
        <pc:spChg chg="mod">
          <ac:chgData name="Morrison, Gerald" userId="7611ca13-cc5f-41ee-a954-b612bc1298db" providerId="ADAL" clId="{B47175D1-F1FB-505F-809D-7A5D89969F47}" dt="2026-06-23T08:50:59.536" v="948" actId="790"/>
          <ac:spMkLst>
            <pc:docMk/>
            <pc:sldMk cId="0" sldId="278"/>
            <ac:spMk id="31" creationId="{00000000-0000-0000-0000-000000000000}"/>
          </ac:spMkLst>
        </pc:spChg>
        <pc:spChg chg="mod">
          <ac:chgData name="Morrison, Gerald" userId="7611ca13-cc5f-41ee-a954-b612bc1298db" providerId="ADAL" clId="{B47175D1-F1FB-505F-809D-7A5D89969F47}" dt="2026-06-23T08:50:59.536" v="948" actId="790"/>
          <ac:spMkLst>
            <pc:docMk/>
            <pc:sldMk cId="0" sldId="278"/>
            <ac:spMk id="45" creationId="{00000000-0000-0000-0000-000000000000}"/>
          </ac:spMkLst>
        </pc:spChg>
        <pc:spChg chg="mod">
          <ac:chgData name="Morrison, Gerald" userId="7611ca13-cc5f-41ee-a954-b612bc1298db" providerId="ADAL" clId="{B47175D1-F1FB-505F-809D-7A5D89969F47}" dt="2026-06-22T13:09:39.353" v="767" actId="790"/>
          <ac:spMkLst>
            <pc:docMk/>
            <pc:sldMk cId="0" sldId="278"/>
            <ac:spMk id="46" creationId="{00000000-0000-0000-0000-000000000000}"/>
          </ac:spMkLst>
        </pc:spChg>
        <pc:spChg chg="mod">
          <ac:chgData name="Morrison, Gerald" userId="7611ca13-cc5f-41ee-a954-b612bc1298db" providerId="ADAL" clId="{B47175D1-F1FB-505F-809D-7A5D89969F47}" dt="2026-06-22T13:09:39.353" v="767" actId="790"/>
          <ac:spMkLst>
            <pc:docMk/>
            <pc:sldMk cId="0" sldId="278"/>
            <ac:spMk id="47" creationId="{00000000-0000-0000-0000-000000000000}"/>
          </ac:spMkLst>
        </pc:spChg>
        <pc:spChg chg="mod">
          <ac:chgData name="Morrison, Gerald" userId="7611ca13-cc5f-41ee-a954-b612bc1298db" providerId="ADAL" clId="{B47175D1-F1FB-505F-809D-7A5D89969F47}" dt="2026-06-22T13:09:39.353" v="767" actId="790"/>
          <ac:spMkLst>
            <pc:docMk/>
            <pc:sldMk cId="0" sldId="278"/>
            <ac:spMk id="58" creationId="{00000000-0000-0000-0000-000000000000}"/>
          </ac:spMkLst>
        </pc:spChg>
        <pc:spChg chg="mod">
          <ac:chgData name="Morrison, Gerald" userId="7611ca13-cc5f-41ee-a954-b612bc1298db" providerId="ADAL" clId="{B47175D1-F1FB-505F-809D-7A5D89969F47}" dt="2026-06-23T08:50:59.536" v="948" actId="790"/>
          <ac:spMkLst>
            <pc:docMk/>
            <pc:sldMk cId="0" sldId="278"/>
            <ac:spMk id="61" creationId="{00000000-0000-0000-0000-000000000000}"/>
          </ac:spMkLst>
        </pc:spChg>
        <pc:spChg chg="mod">
          <ac:chgData name="Morrison, Gerald" userId="7611ca13-cc5f-41ee-a954-b612bc1298db" providerId="ADAL" clId="{B47175D1-F1FB-505F-809D-7A5D89969F47}" dt="2026-06-23T08:50:59.536" v="948" actId="790"/>
          <ac:spMkLst>
            <pc:docMk/>
            <pc:sldMk cId="0" sldId="278"/>
            <ac:spMk id="62" creationId="{00000000-0000-0000-0000-000000000000}"/>
          </ac:spMkLst>
        </pc:spChg>
        <pc:spChg chg="mod">
          <ac:chgData name="Morrison, Gerald" userId="7611ca13-cc5f-41ee-a954-b612bc1298db" providerId="ADAL" clId="{B47175D1-F1FB-505F-809D-7A5D89969F47}" dt="2026-06-23T08:50:59.536" v="948" actId="790"/>
          <ac:spMkLst>
            <pc:docMk/>
            <pc:sldMk cId="0" sldId="278"/>
            <ac:spMk id="81" creationId="{00000000-0000-0000-0000-000000000000}"/>
          </ac:spMkLst>
        </pc:spChg>
        <pc:spChg chg="mod">
          <ac:chgData name="Morrison, Gerald" userId="7611ca13-cc5f-41ee-a954-b612bc1298db" providerId="ADAL" clId="{B47175D1-F1FB-505F-809D-7A5D89969F47}" dt="2026-06-22T13:09:39.353" v="767" actId="790"/>
          <ac:spMkLst>
            <pc:docMk/>
            <pc:sldMk cId="0" sldId="278"/>
            <ac:spMk id="84" creationId="{00000000-0000-0000-0000-000000000000}"/>
          </ac:spMkLst>
        </pc:spChg>
        <pc:spChg chg="mod">
          <ac:chgData name="Morrison, Gerald" userId="7611ca13-cc5f-41ee-a954-b612bc1298db" providerId="ADAL" clId="{B47175D1-F1FB-505F-809D-7A5D89969F47}" dt="2026-06-22T13:09:39.353" v="767" actId="790"/>
          <ac:spMkLst>
            <pc:docMk/>
            <pc:sldMk cId="0" sldId="278"/>
            <ac:spMk id="87" creationId="{00000000-0000-0000-0000-000000000000}"/>
          </ac:spMkLst>
        </pc:spChg>
        <pc:spChg chg="mod">
          <ac:chgData name="Morrison, Gerald" userId="7611ca13-cc5f-41ee-a954-b612bc1298db" providerId="ADAL" clId="{B47175D1-F1FB-505F-809D-7A5D89969F47}" dt="2026-06-23T08:50:59.536" v="948" actId="790"/>
          <ac:spMkLst>
            <pc:docMk/>
            <pc:sldMk cId="0" sldId="278"/>
            <ac:spMk id="94" creationId="{00000000-0000-0000-0000-000000000000}"/>
          </ac:spMkLst>
        </pc:spChg>
        <pc:spChg chg="mod">
          <ac:chgData name="Morrison, Gerald" userId="7611ca13-cc5f-41ee-a954-b612bc1298db" providerId="ADAL" clId="{B47175D1-F1FB-505F-809D-7A5D89969F47}" dt="2026-06-23T08:50:59.536" v="948" actId="790"/>
          <ac:spMkLst>
            <pc:docMk/>
            <pc:sldMk cId="0" sldId="278"/>
            <ac:spMk id="96" creationId="{00000000-0000-0000-0000-000000000000}"/>
          </ac:spMkLst>
        </pc:spChg>
        <pc:spChg chg="mod">
          <ac:chgData name="Morrison, Gerald" userId="7611ca13-cc5f-41ee-a954-b612bc1298db" providerId="ADAL" clId="{B47175D1-F1FB-505F-809D-7A5D89969F47}" dt="2026-06-22T13:09:39.353" v="767" actId="790"/>
          <ac:spMkLst>
            <pc:docMk/>
            <pc:sldMk cId="0" sldId="278"/>
            <ac:spMk id="98" creationId="{00000000-0000-0000-0000-000000000000}"/>
          </ac:spMkLst>
        </pc:spChg>
        <pc:spChg chg="mod">
          <ac:chgData name="Morrison, Gerald" userId="7611ca13-cc5f-41ee-a954-b612bc1298db" providerId="ADAL" clId="{B47175D1-F1FB-505F-809D-7A5D89969F47}" dt="2026-06-23T08:50:59.536" v="948" actId="790"/>
          <ac:spMkLst>
            <pc:docMk/>
            <pc:sldMk cId="0" sldId="278"/>
            <ac:spMk id="100" creationId="{00000000-0000-0000-0000-000000000000}"/>
          </ac:spMkLst>
        </pc:spChg>
        <pc:spChg chg="mod topLvl">
          <ac:chgData name="Morrison, Gerald" userId="7611ca13-cc5f-41ee-a954-b612bc1298db" providerId="ADAL" clId="{B47175D1-F1FB-505F-809D-7A5D89969F47}" dt="2026-06-22T12:27:08.382" v="742" actId="164"/>
          <ac:spMkLst>
            <pc:docMk/>
            <pc:sldMk cId="0" sldId="278"/>
            <ac:spMk id="101" creationId="{8EB6AF56-6FAE-B979-A6F5-9A6AAD55CA4E}"/>
          </ac:spMkLst>
        </pc:spChg>
        <pc:spChg chg="add mod">
          <ac:chgData name="Morrison, Gerald" userId="7611ca13-cc5f-41ee-a954-b612bc1298db" providerId="ADAL" clId="{B47175D1-F1FB-505F-809D-7A5D89969F47}" dt="2026-06-22T12:26:43.772" v="728" actId="164"/>
          <ac:spMkLst>
            <pc:docMk/>
            <pc:sldMk cId="0" sldId="278"/>
            <ac:spMk id="107" creationId="{E47BF5DA-DE03-CD26-6C1F-55C53A582012}"/>
          </ac:spMkLst>
        </pc:spChg>
        <pc:spChg chg="add mod">
          <ac:chgData name="Morrison, Gerald" userId="7611ca13-cc5f-41ee-a954-b612bc1298db" providerId="ADAL" clId="{B47175D1-F1FB-505F-809D-7A5D89969F47}" dt="2026-06-22T12:26:43.772" v="728" actId="164"/>
          <ac:spMkLst>
            <pc:docMk/>
            <pc:sldMk cId="0" sldId="278"/>
            <ac:spMk id="108" creationId="{71DD4AEA-AB45-EF07-891C-8C4B1A1F94C0}"/>
          </ac:spMkLst>
        </pc:spChg>
        <pc:spChg chg="add mod">
          <ac:chgData name="Morrison, Gerald" userId="7611ca13-cc5f-41ee-a954-b612bc1298db" providerId="ADAL" clId="{B47175D1-F1FB-505F-809D-7A5D89969F47}" dt="2026-06-22T12:26:43.772" v="728" actId="164"/>
          <ac:spMkLst>
            <pc:docMk/>
            <pc:sldMk cId="0" sldId="278"/>
            <ac:spMk id="109" creationId="{FC9EA50D-BAEE-EFF2-D0C5-C42DF363C21D}"/>
          </ac:spMkLst>
        </pc:spChg>
        <pc:grpChg chg="add mod">
          <ac:chgData name="Morrison, Gerald" userId="7611ca13-cc5f-41ee-a954-b612bc1298db" providerId="ADAL" clId="{B47175D1-F1FB-505F-809D-7A5D89969F47}" dt="2026-06-22T12:27:08.382" v="742" actId="164"/>
          <ac:grpSpMkLst>
            <pc:docMk/>
            <pc:sldMk cId="0" sldId="278"/>
            <ac:grpSpMk id="110" creationId="{ABACC666-2C1F-2402-E56A-EAA26DE249E6}"/>
          </ac:grpSpMkLst>
        </pc:grpChg>
        <pc:grpChg chg="add mod">
          <ac:chgData name="Morrison, Gerald" userId="7611ca13-cc5f-41ee-a954-b612bc1298db" providerId="ADAL" clId="{B47175D1-F1FB-505F-809D-7A5D89969F47}" dt="2026-06-22T12:27:08.382" v="742" actId="164"/>
          <ac:grpSpMkLst>
            <pc:docMk/>
            <pc:sldMk cId="0" sldId="278"/>
            <ac:grpSpMk id="111" creationId="{35BD549C-9511-F591-342B-4A4261514BA8}"/>
          </ac:grpSpMkLst>
        </pc:grpChg>
      </pc:sldChg>
      <pc:sldChg chg="modSp mod modNotes modNotesTx">
        <pc:chgData name="Morrison, Gerald" userId="7611ca13-cc5f-41ee-a954-b612bc1298db" providerId="ADAL" clId="{B47175D1-F1FB-505F-809D-7A5D89969F47}" dt="2026-07-01T14:48:42.710" v="1454" actId="790"/>
        <pc:sldMkLst>
          <pc:docMk/>
          <pc:sldMk cId="1338802398" sldId="279"/>
        </pc:sldMkLst>
        <pc:spChg chg="mod">
          <ac:chgData name="Morrison, Gerald" userId="7611ca13-cc5f-41ee-a954-b612bc1298db" providerId="ADAL" clId="{B47175D1-F1FB-505F-809D-7A5D89969F47}" dt="2026-06-23T08:50:59.536" v="948" actId="790"/>
          <ac:spMkLst>
            <pc:docMk/>
            <pc:sldMk cId="1338802398" sldId="279"/>
            <ac:spMk id="2" creationId="{00000000-0000-0000-0000-000000000000}"/>
          </ac:spMkLst>
        </pc:spChg>
        <pc:spChg chg="mod">
          <ac:chgData name="Morrison, Gerald" userId="7611ca13-cc5f-41ee-a954-b612bc1298db" providerId="ADAL" clId="{B47175D1-F1FB-505F-809D-7A5D89969F47}" dt="2026-06-23T08:50:59.536" v="948" actId="790"/>
          <ac:spMkLst>
            <pc:docMk/>
            <pc:sldMk cId="1338802398" sldId="279"/>
            <ac:spMk id="3" creationId="{00000000-0000-0000-0000-000000000000}"/>
          </ac:spMkLst>
        </pc:spChg>
        <pc:spChg chg="mod">
          <ac:chgData name="Morrison, Gerald" userId="7611ca13-cc5f-41ee-a954-b612bc1298db" providerId="ADAL" clId="{B47175D1-F1FB-505F-809D-7A5D89969F47}" dt="2026-07-01T10:28:50.399" v="1162" actId="20577"/>
          <ac:spMkLst>
            <pc:docMk/>
            <pc:sldMk cId="1338802398" sldId="279"/>
            <ac:spMk id="4" creationId="{00000000-0000-0000-0000-000000000000}"/>
          </ac:spMkLst>
        </pc:spChg>
      </pc:sldChg>
      <pc:sldChg chg="addSp delSp modSp mod modNotes modNotesTx">
        <pc:chgData name="Morrison, Gerald" userId="7611ca13-cc5f-41ee-a954-b612bc1298db" providerId="ADAL" clId="{B47175D1-F1FB-505F-809D-7A5D89969F47}" dt="2026-07-01T14:48:11.814" v="1448" actId="790"/>
        <pc:sldMkLst>
          <pc:docMk/>
          <pc:sldMk cId="1517899142" sldId="280"/>
        </pc:sldMkLst>
        <pc:spChg chg="mod">
          <ac:chgData name="Morrison, Gerald" userId="7611ca13-cc5f-41ee-a954-b612bc1298db" providerId="ADAL" clId="{B47175D1-F1FB-505F-809D-7A5D89969F47}" dt="2026-06-23T08:50:59.536" v="948" actId="790"/>
          <ac:spMkLst>
            <pc:docMk/>
            <pc:sldMk cId="1517899142" sldId="280"/>
            <ac:spMk id="2" creationId="{00000000-0000-0000-0000-000000000000}"/>
          </ac:spMkLst>
        </pc:spChg>
        <pc:spChg chg="mod">
          <ac:chgData name="Morrison, Gerald" userId="7611ca13-cc5f-41ee-a954-b612bc1298db" providerId="ADAL" clId="{B47175D1-F1FB-505F-809D-7A5D89969F47}" dt="2026-07-01T10:30:04.361" v="1209" actId="313"/>
          <ac:spMkLst>
            <pc:docMk/>
            <pc:sldMk cId="1517899142" sldId="280"/>
            <ac:spMk id="3" creationId="{00000000-0000-0000-0000-000000000000}"/>
          </ac:spMkLst>
        </pc:spChg>
        <pc:spChg chg="add del mod">
          <ac:chgData name="Morrison, Gerald" userId="7611ca13-cc5f-41ee-a954-b612bc1298db" providerId="ADAL" clId="{B47175D1-F1FB-505F-809D-7A5D89969F47}" dt="2026-07-01T10:30:25.671" v="1231" actId="20577"/>
          <ac:spMkLst>
            <pc:docMk/>
            <pc:sldMk cId="1517899142" sldId="280"/>
            <ac:spMk id="4" creationId="{00000000-0000-0000-0000-000000000000}"/>
          </ac:spMkLst>
        </pc:spChg>
      </pc:sldChg>
      <pc:sldChg chg="modSp mod modNotes modNotesTx">
        <pc:chgData name="Morrison, Gerald" userId="7611ca13-cc5f-41ee-a954-b612bc1298db" providerId="ADAL" clId="{B47175D1-F1FB-505F-809D-7A5D89969F47}" dt="2026-07-01T14:48:32.308" v="1452" actId="790"/>
        <pc:sldMkLst>
          <pc:docMk/>
          <pc:sldMk cId="3147340827" sldId="281"/>
        </pc:sldMkLst>
        <pc:spChg chg="mod">
          <ac:chgData name="Morrison, Gerald" userId="7611ca13-cc5f-41ee-a954-b612bc1298db" providerId="ADAL" clId="{B47175D1-F1FB-505F-809D-7A5D89969F47}" dt="2026-06-23T08:50:59.536" v="948" actId="790"/>
          <ac:spMkLst>
            <pc:docMk/>
            <pc:sldMk cId="3147340827" sldId="281"/>
            <ac:spMk id="2" creationId="{00000000-0000-0000-0000-000000000000}"/>
          </ac:spMkLst>
        </pc:spChg>
        <pc:spChg chg="mod">
          <ac:chgData name="Morrison, Gerald" userId="7611ca13-cc5f-41ee-a954-b612bc1298db" providerId="ADAL" clId="{B47175D1-F1FB-505F-809D-7A5D89969F47}" dt="2026-06-23T08:50:59.536" v="948" actId="790"/>
          <ac:spMkLst>
            <pc:docMk/>
            <pc:sldMk cId="3147340827" sldId="281"/>
            <ac:spMk id="3" creationId="{00000000-0000-0000-0000-000000000000}"/>
          </ac:spMkLst>
        </pc:spChg>
        <pc:spChg chg="mod">
          <ac:chgData name="Morrison, Gerald" userId="7611ca13-cc5f-41ee-a954-b612bc1298db" providerId="ADAL" clId="{B47175D1-F1FB-505F-809D-7A5D89969F47}" dt="2026-06-23T08:50:59.536" v="948" actId="790"/>
          <ac:spMkLst>
            <pc:docMk/>
            <pc:sldMk cId="3147340827" sldId="281"/>
            <ac:spMk id="4" creationId="{00000000-0000-0000-0000-000000000000}"/>
          </ac:spMkLst>
        </pc:spChg>
        <pc:spChg chg="mod">
          <ac:chgData name="Morrison, Gerald" userId="7611ca13-cc5f-41ee-a954-b612bc1298db" providerId="ADAL" clId="{B47175D1-F1FB-505F-809D-7A5D89969F47}" dt="2026-06-23T08:50:59.536" v="948" actId="790"/>
          <ac:spMkLst>
            <pc:docMk/>
            <pc:sldMk cId="3147340827" sldId="281"/>
            <ac:spMk id="5" creationId="{00000000-0000-0000-0000-000000000000}"/>
          </ac:spMkLst>
        </pc:spChg>
        <pc:spChg chg="mod">
          <ac:chgData name="Morrison, Gerald" userId="7611ca13-cc5f-41ee-a954-b612bc1298db" providerId="ADAL" clId="{B47175D1-F1FB-505F-809D-7A5D89969F47}" dt="2026-06-23T08:50:59.536" v="948" actId="790"/>
          <ac:spMkLst>
            <pc:docMk/>
            <pc:sldMk cId="3147340827" sldId="281"/>
            <ac:spMk id="6" creationId="{00000000-0000-0000-0000-000000000000}"/>
          </ac:spMkLst>
        </pc:spChg>
        <pc:spChg chg="mod">
          <ac:chgData name="Morrison, Gerald" userId="7611ca13-cc5f-41ee-a954-b612bc1298db" providerId="ADAL" clId="{B47175D1-F1FB-505F-809D-7A5D89969F47}" dt="2026-06-23T08:50:59.536" v="948" actId="790"/>
          <ac:spMkLst>
            <pc:docMk/>
            <pc:sldMk cId="3147340827" sldId="281"/>
            <ac:spMk id="7" creationId="{00000000-0000-0000-0000-000000000000}"/>
          </ac:spMkLst>
        </pc:spChg>
        <pc:spChg chg="mod">
          <ac:chgData name="Morrison, Gerald" userId="7611ca13-cc5f-41ee-a954-b612bc1298db" providerId="ADAL" clId="{B47175D1-F1FB-505F-809D-7A5D89969F47}" dt="2026-06-23T08:50:59.536" v="948" actId="790"/>
          <ac:spMkLst>
            <pc:docMk/>
            <pc:sldMk cId="3147340827" sldId="281"/>
            <ac:spMk id="8" creationId="{00000000-0000-0000-0000-000000000000}"/>
          </ac:spMkLst>
        </pc:spChg>
        <pc:spChg chg="mod">
          <ac:chgData name="Morrison, Gerald" userId="7611ca13-cc5f-41ee-a954-b612bc1298db" providerId="ADAL" clId="{B47175D1-F1FB-505F-809D-7A5D89969F47}" dt="2026-06-23T08:50:59.536" v="948" actId="790"/>
          <ac:spMkLst>
            <pc:docMk/>
            <pc:sldMk cId="3147340827" sldId="281"/>
            <ac:spMk id="9" creationId="{00000000-0000-0000-0000-000000000000}"/>
          </ac:spMkLst>
        </pc:spChg>
      </pc:sldChg>
      <pc:sldChg chg="modSp mod">
        <pc:chgData name="Morrison, Gerald" userId="7611ca13-cc5f-41ee-a954-b612bc1298db" providerId="ADAL" clId="{B47175D1-F1FB-505F-809D-7A5D89969F47}" dt="2026-07-01T13:10:41.701" v="1285" actId="313"/>
        <pc:sldMkLst>
          <pc:docMk/>
          <pc:sldMk cId="829344674" sldId="282"/>
        </pc:sldMkLst>
        <pc:spChg chg="mod">
          <ac:chgData name="Morrison, Gerald" userId="7611ca13-cc5f-41ee-a954-b612bc1298db" providerId="ADAL" clId="{B47175D1-F1FB-505F-809D-7A5D89969F47}" dt="2026-07-01T13:10:32.137" v="1249" actId="313"/>
          <ac:spMkLst>
            <pc:docMk/>
            <pc:sldMk cId="829344674" sldId="282"/>
            <ac:spMk id="2" creationId="{00000000-0000-0000-0000-000000000000}"/>
          </ac:spMkLst>
        </pc:spChg>
        <pc:spChg chg="mod">
          <ac:chgData name="Morrison, Gerald" userId="7611ca13-cc5f-41ee-a954-b612bc1298db" providerId="ADAL" clId="{B47175D1-F1FB-505F-809D-7A5D89969F47}" dt="2026-06-23T08:50:59.536" v="948" actId="790"/>
          <ac:spMkLst>
            <pc:docMk/>
            <pc:sldMk cId="829344674" sldId="282"/>
            <ac:spMk id="3" creationId="{00000000-0000-0000-0000-000000000000}"/>
          </ac:spMkLst>
        </pc:spChg>
        <pc:spChg chg="mod">
          <ac:chgData name="Morrison, Gerald" userId="7611ca13-cc5f-41ee-a954-b612bc1298db" providerId="ADAL" clId="{B47175D1-F1FB-505F-809D-7A5D89969F47}" dt="2026-07-01T13:10:37.318" v="1267" actId="313"/>
          <ac:spMkLst>
            <pc:docMk/>
            <pc:sldMk cId="829344674" sldId="282"/>
            <ac:spMk id="4" creationId="{00000000-0000-0000-0000-000000000000}"/>
          </ac:spMkLst>
        </pc:spChg>
        <pc:spChg chg="mod">
          <ac:chgData name="Morrison, Gerald" userId="7611ca13-cc5f-41ee-a954-b612bc1298db" providerId="ADAL" clId="{B47175D1-F1FB-505F-809D-7A5D89969F47}" dt="2026-07-01T13:10:41.701" v="1285" actId="313"/>
          <ac:spMkLst>
            <pc:docMk/>
            <pc:sldMk cId="829344674" sldId="282"/>
            <ac:spMk id="5" creationId="{00000000-0000-0000-0000-000000000000}"/>
          </ac:spMkLst>
        </pc:spChg>
      </pc:sldChg>
      <pc:sldChg chg="modSp add mod ord modCm modNotes modNotesTx">
        <pc:chgData name="Morrison, Gerald" userId="7611ca13-cc5f-41ee-a954-b612bc1298db" providerId="ADAL" clId="{B47175D1-F1FB-505F-809D-7A5D89969F47}" dt="2026-07-01T14:49:13.974" v="1457"/>
        <pc:sldMkLst>
          <pc:docMk/>
          <pc:sldMk cId="0" sldId="283"/>
        </pc:sldMkLst>
        <pc:spChg chg="mod">
          <ac:chgData name="Morrison, Gerald" userId="7611ca13-cc5f-41ee-a954-b612bc1298db" providerId="ADAL" clId="{B47175D1-F1FB-505F-809D-7A5D89969F47}" dt="2026-06-24T13:39:37.726" v="950" actId="27636"/>
          <ac:spMkLst>
            <pc:docMk/>
            <pc:sldMk cId="0" sldId="283"/>
            <ac:spMk id="2" creationId="{00000000-0000-0000-0000-000000000000}"/>
          </ac:spMkLst>
        </pc:spChg>
        <pc:spChg chg="mod">
          <ac:chgData name="Morrison, Gerald" userId="7611ca13-cc5f-41ee-a954-b612bc1298db" providerId="ADAL" clId="{B47175D1-F1FB-505F-809D-7A5D89969F47}" dt="2026-07-01T13:11:28.439" v="1294" actId="790"/>
          <ac:spMkLst>
            <pc:docMk/>
            <pc:sldMk cId="0" sldId="283"/>
            <ac:spMk id="3" creationId="{00000000-0000-0000-0000-000000000000}"/>
          </ac:spMkLst>
        </pc:spChg>
        <pc:spChg chg="mod">
          <ac:chgData name="Morrison, Gerald" userId="7611ca13-cc5f-41ee-a954-b612bc1298db" providerId="ADAL" clId="{B47175D1-F1FB-505F-809D-7A5D89969F47}" dt="2026-07-01T10:27:32.031" v="1131" actId="20577"/>
          <ac:spMkLst>
            <pc:docMk/>
            <pc:sldMk cId="0" sldId="283"/>
            <ac:spMk id="7" creationId="{00000000-0000-0000-0000-000000000000}"/>
          </ac:spMkLst>
        </pc:spChg>
        <pc:spChg chg="mod">
          <ac:chgData name="Morrison, Gerald" userId="7611ca13-cc5f-41ee-a954-b612bc1298db" providerId="ADAL" clId="{B47175D1-F1FB-505F-809D-7A5D89969F47}" dt="2026-07-01T10:27:35.923" v="1133" actId="20577"/>
          <ac:spMkLst>
            <pc:docMk/>
            <pc:sldMk cId="0" sldId="283"/>
            <ac:spMk id="9" creationId="{00000000-0000-0000-0000-000000000000}"/>
          </ac:spMkLst>
        </pc:spChg>
        <pc:extLst>
          <p:ext xmlns:p="http://schemas.openxmlformats.org/presentationml/2006/main" uri="{D6D511B9-2390-475A-947B-AFAB55BFBCF1}">
            <pc226:cmChg xmlns:pc226="http://schemas.microsoft.com/office/powerpoint/2022/06/main/command" chg="mod">
              <pc226:chgData name="Morrison, Gerald" userId="7611ca13-cc5f-41ee-a954-b612bc1298db" providerId="ADAL" clId="{B47175D1-F1FB-505F-809D-7A5D89969F47}" dt="2026-07-01T10:27:32.031" v="1131" actId="20577"/>
              <pc2:cmMkLst xmlns:pc2="http://schemas.microsoft.com/office/powerpoint/2019/9/main/command">
                <pc:docMk/>
                <pc:sldMk cId="0" sldId="283"/>
                <pc2:cmMk id="{5FD771B7-747F-410C-A506-667A801FE38A}"/>
              </pc2:cmMkLst>
            </pc226:cmChg>
          </p:ext>
        </pc:extLst>
      </pc:sldChg>
    </pc:docChg>
  </pc:docChgLst>
  <pc:docChgLst>
    <pc:chgData name="Morrison, Gerald" userId="S::gerald.morrison@sap.com::7611ca13-cc5f-41ee-a954-b612bc1298db" providerId="AD" clId="Web-{5A114EE6-C036-BAE1-F0DD-0BEB19F749B7}"/>
    <pc:docChg chg="modSld">
      <pc:chgData name="Morrison, Gerald" userId="S::gerald.morrison@sap.com::7611ca13-cc5f-41ee-a954-b612bc1298db" providerId="AD" clId="Web-{5A114EE6-C036-BAE1-F0DD-0BEB19F749B7}" dt="2026-06-29T14:05:25.565" v="11" actId="20577"/>
      <pc:docMkLst>
        <pc:docMk/>
      </pc:docMkLst>
      <pc:sldChg chg="modSp">
        <pc:chgData name="Morrison, Gerald" userId="S::gerald.morrison@sap.com::7611ca13-cc5f-41ee-a954-b612bc1298db" providerId="AD" clId="Web-{5A114EE6-C036-BAE1-F0DD-0BEB19F749B7}" dt="2026-06-29T14:05:25.565" v="11" actId="20577"/>
        <pc:sldMkLst>
          <pc:docMk/>
          <pc:sldMk cId="0" sldId="263"/>
        </pc:sldMkLst>
        <pc:spChg chg="mod">
          <ac:chgData name="Morrison, Gerald" userId="S::gerald.morrison@sap.com::7611ca13-cc5f-41ee-a954-b612bc1298db" providerId="AD" clId="Web-{5A114EE6-C036-BAE1-F0DD-0BEB19F749B7}" dt="2026-06-29T14:05:25.565" v="11" actId="20577"/>
          <ac:spMkLst>
            <pc:docMk/>
            <pc:sldMk cId="0" sldId="263"/>
            <ac:spMk id="3" creationId="{00000000-0000-0000-0000-000000000000}"/>
          </ac:spMkLst>
        </pc:spChg>
      </pc:sldChg>
    </pc:docChg>
  </pc:docChgLst>
  <pc:docChgLst>
    <pc:chgData name="Janik, Piotr (external - Service)" userId="S::piotr.janik@sap.com::2cc553f7-ab7f-4947-ae0d-688e2848c059" providerId="AD" clId="Web-{8DD844F1-A1E8-C6E6-DBF9-8D21FCA1BCD8}"/>
    <pc:docChg chg="mod">
      <pc:chgData name="Janik, Piotr (external - Service)" userId="S::piotr.janik@sap.com::2cc553f7-ab7f-4947-ae0d-688e2848c059" providerId="AD" clId="Web-{8DD844F1-A1E8-C6E6-DBF9-8D21FCA1BCD8}" dt="2026-06-24T07:49:44.569" v="0"/>
      <pc:docMkLst>
        <pc:docMk/>
      </pc:docMkLst>
    </pc:docChg>
  </pc:docChgLst>
  <pc:docChgLst>
    <pc:chgData name="Morrison, Gerald" userId="S::gerald.morrison@sap.com::7611ca13-cc5f-41ee-a954-b612bc1298db" providerId="AD" clId="Web-{A014C478-55A1-D5D8-0E8D-7DE36A2B0826}"/>
    <pc:docChg chg="delSld modSld">
      <pc:chgData name="Morrison, Gerald" userId="S::gerald.morrison@sap.com::7611ca13-cc5f-41ee-a954-b612bc1298db" providerId="AD" clId="Web-{A014C478-55A1-D5D8-0E8D-7DE36A2B0826}" dt="2026-06-22T10:07:42.281" v="325" actId="20577"/>
      <pc:docMkLst>
        <pc:docMk/>
      </pc:docMkLst>
      <pc:sldChg chg="modSp">
        <pc:chgData name="Morrison, Gerald" userId="S::gerald.morrison@sap.com::7611ca13-cc5f-41ee-a954-b612bc1298db" providerId="AD" clId="Web-{A014C478-55A1-D5D8-0E8D-7DE36A2B0826}" dt="2026-06-22T10:07:42.281" v="325" actId="20577"/>
        <pc:sldMkLst>
          <pc:docMk/>
          <pc:sldMk cId="0" sldId="276"/>
        </pc:sldMkLst>
        <pc:spChg chg="mod">
          <ac:chgData name="Morrison, Gerald" userId="S::gerald.morrison@sap.com::7611ca13-cc5f-41ee-a954-b612bc1298db" providerId="AD" clId="Web-{A014C478-55A1-D5D8-0E8D-7DE36A2B0826}" dt="2026-06-22T10:07:42.281" v="325" actId="20577"/>
          <ac:spMkLst>
            <pc:docMk/>
            <pc:sldMk cId="0" sldId="276"/>
            <ac:spMk id="4" creationId="{00000000-0000-0000-0000-000000000000}"/>
          </ac:spMkLst>
        </pc:spChg>
      </pc:sldChg>
    </pc:docChg>
  </pc:docChgLst>
  <pc:docChgLst>
    <pc:chgData name="Morrison, Gerald" userId="S::gerald.morrison@sap.com::7611ca13-cc5f-41ee-a954-b612bc1298db" providerId="AD" clId="Web-{F71F2A3A-661E-6C9E-D811-9B989406A28B}"/>
    <pc:docChg chg="modSld">
      <pc:chgData name="Morrison, Gerald" userId="S::gerald.morrison@sap.com::7611ca13-cc5f-41ee-a954-b612bc1298db" providerId="AD" clId="Web-{F71F2A3A-661E-6C9E-D811-9B989406A28B}" dt="2026-06-23T08:36:50.137" v="19" actId="20577"/>
      <pc:docMkLst>
        <pc:docMk/>
      </pc:docMkLst>
      <pc:sldChg chg="modSp">
        <pc:chgData name="Morrison, Gerald" userId="S::gerald.morrison@sap.com::7611ca13-cc5f-41ee-a954-b612bc1298db" providerId="AD" clId="Web-{F71F2A3A-661E-6C9E-D811-9B989406A28B}" dt="2026-06-23T08:36:06.651" v="18" actId="20577"/>
        <pc:sldMkLst>
          <pc:docMk/>
          <pc:sldMk cId="0" sldId="263"/>
        </pc:sldMkLst>
        <pc:spChg chg="mod">
          <ac:chgData name="Morrison, Gerald" userId="S::gerald.morrison@sap.com::7611ca13-cc5f-41ee-a954-b612bc1298db" providerId="AD" clId="Web-{F71F2A3A-661E-6C9E-D811-9B989406A28B}" dt="2026-06-23T08:36:06.651" v="18" actId="20577"/>
          <ac:spMkLst>
            <pc:docMk/>
            <pc:sldMk cId="0" sldId="263"/>
            <ac:spMk id="29" creationId="{3D53599D-7D09-09D5-4F09-51156F42EBFF}"/>
          </ac:spMkLst>
        </pc:spChg>
      </pc:sldChg>
      <pc:sldChg chg="modSp">
        <pc:chgData name="Morrison, Gerald" userId="S::gerald.morrison@sap.com::7611ca13-cc5f-41ee-a954-b612bc1298db" providerId="AD" clId="Web-{F71F2A3A-661E-6C9E-D811-9B989406A28B}" dt="2026-06-23T08:36:50.137" v="19" actId="20577"/>
        <pc:sldMkLst>
          <pc:docMk/>
          <pc:sldMk cId="0" sldId="267"/>
        </pc:sldMkLst>
        <pc:spChg chg="mod">
          <ac:chgData name="Morrison, Gerald" userId="S::gerald.morrison@sap.com::7611ca13-cc5f-41ee-a954-b612bc1298db" providerId="AD" clId="Web-{F71F2A3A-661E-6C9E-D811-9B989406A28B}" dt="2026-06-23T08:36:50.137" v="19" actId="20577"/>
          <ac:spMkLst>
            <pc:docMk/>
            <pc:sldMk cId="0" sldId="267"/>
            <ac:spMk id="4" creationId="{00000000-0000-0000-0000-000000000000}"/>
          </ac:spMkLst>
        </pc:spChg>
      </pc:sldChg>
    </pc:docChg>
  </pc:docChgLst>
  <pc:docChgLst>
    <pc:chgData name="Morrison, Gerald" userId="S::gerald.morrison@sap.com::7611ca13-cc5f-41ee-a954-b612bc1298db" providerId="AD" clId="Web-{30662046-5161-1C6F-2EE1-5371DCFE18ED}"/>
    <pc:docChg chg="delSld modSld">
      <pc:chgData name="Morrison, Gerald" userId="S::gerald.morrison@sap.com::7611ca13-cc5f-41ee-a954-b612bc1298db" providerId="AD" clId="Web-{30662046-5161-1C6F-2EE1-5371DCFE18ED}" dt="2026-06-22T15:43:23.679" v="1" actId="20577"/>
      <pc:docMkLst>
        <pc:docMk/>
      </pc:docMkLst>
      <pc:sldChg chg="modSp">
        <pc:chgData name="Morrison, Gerald" userId="S::gerald.morrison@sap.com::7611ca13-cc5f-41ee-a954-b612bc1298db" providerId="AD" clId="Web-{30662046-5161-1C6F-2EE1-5371DCFE18ED}" dt="2026-06-22T15:43:23.679" v="1" actId="20577"/>
        <pc:sldMkLst>
          <pc:docMk/>
          <pc:sldMk cId="0" sldId="263"/>
        </pc:sldMkLst>
        <pc:spChg chg="mod">
          <ac:chgData name="Morrison, Gerald" userId="S::gerald.morrison@sap.com::7611ca13-cc5f-41ee-a954-b612bc1298db" providerId="AD" clId="Web-{30662046-5161-1C6F-2EE1-5371DCFE18ED}" dt="2026-06-22T15:43:23.679" v="1" actId="20577"/>
          <ac:spMkLst>
            <pc:docMk/>
            <pc:sldMk cId="0" sldId="263"/>
            <ac:spMk id="2" creationId="{00000000-0000-0000-0000-000000000000}"/>
          </ac:spMkLst>
        </pc:spChg>
      </pc:sldChg>
    </pc:docChg>
  </pc:docChgLst>
  <pc:docChgLst>
    <pc:chgData name="Morrison, Gerald" userId="S::gerald.morrison@sap.com::7611ca13-cc5f-41ee-a954-b612bc1298db" providerId="AD" clId="Web-{1CEC6D7B-C1DE-2455-DDFD-D042FBE11BAB}"/>
    <pc:docChg chg="modSld">
      <pc:chgData name="Morrison, Gerald" userId="S::gerald.morrison@sap.com::7611ca13-cc5f-41ee-a954-b612bc1298db" providerId="AD" clId="Web-{1CEC6D7B-C1DE-2455-DDFD-D042FBE11BAB}" dt="2026-06-22T09:47:13.570" v="170" actId="14100"/>
      <pc:docMkLst>
        <pc:docMk/>
      </pc:docMkLst>
      <pc:sldChg chg="modSp">
        <pc:chgData name="Morrison, Gerald" userId="S::gerald.morrison@sap.com::7611ca13-cc5f-41ee-a954-b612bc1298db" providerId="AD" clId="Web-{1CEC6D7B-C1DE-2455-DDFD-D042FBE11BAB}" dt="2026-06-22T09:47:09.945" v="169" actId="20577"/>
        <pc:sldMkLst>
          <pc:docMk/>
          <pc:sldMk cId="0" sldId="257"/>
        </pc:sldMkLst>
        <pc:spChg chg="mod">
          <ac:chgData name="Morrison, Gerald" userId="S::gerald.morrison@sap.com::7611ca13-cc5f-41ee-a954-b612bc1298db" providerId="AD" clId="Web-{1CEC6D7B-C1DE-2455-DDFD-D042FBE11BAB}" dt="2026-06-22T09:47:09.945" v="169" actId="20577"/>
          <ac:spMkLst>
            <pc:docMk/>
            <pc:sldMk cId="0" sldId="257"/>
            <ac:spMk id="5" creationId="{00000000-0000-0000-0000-000000000000}"/>
          </ac:spMkLst>
        </pc:spChg>
        <pc:spChg chg="mod">
          <ac:chgData name="Morrison, Gerald" userId="S::gerald.morrison@sap.com::7611ca13-cc5f-41ee-a954-b612bc1298db" providerId="AD" clId="Web-{1CEC6D7B-C1DE-2455-DDFD-D042FBE11BAB}" dt="2026-06-22T09:40:41.776" v="131" actId="14100"/>
          <ac:spMkLst>
            <pc:docMk/>
            <pc:sldMk cId="0" sldId="257"/>
            <ac:spMk id="8" creationId="{00000000-0000-0000-0000-000000000000}"/>
          </ac:spMkLst>
        </pc:spChg>
      </pc:sldChg>
      <pc:sldChg chg="addSp delSp modSp">
        <pc:chgData name="Morrison, Gerald" userId="S::gerald.morrison@sap.com::7611ca13-cc5f-41ee-a954-b612bc1298db" providerId="AD" clId="Web-{1CEC6D7B-C1DE-2455-DDFD-D042FBE11BAB}" dt="2026-06-22T09:34:04.903" v="74" actId="1076"/>
        <pc:sldMkLst>
          <pc:docMk/>
          <pc:sldMk cId="0" sldId="266"/>
        </pc:sldMkLst>
        <pc:spChg chg="mod">
          <ac:chgData name="Morrison, Gerald" userId="S::gerald.morrison@sap.com::7611ca13-cc5f-41ee-a954-b612bc1298db" providerId="AD" clId="Web-{1CEC6D7B-C1DE-2455-DDFD-D042FBE11BAB}" dt="2026-06-22T09:13:53.254" v="1" actId="14100"/>
          <ac:spMkLst>
            <pc:docMk/>
            <pc:sldMk cId="0" sldId="266"/>
            <ac:spMk id="23" creationId="{00000000-0000-0000-0000-000000000000}"/>
          </ac:spMkLst>
        </pc:spChg>
        <pc:picChg chg="del">
          <ac:chgData name="Morrison, Gerald" userId="S::gerald.morrison@sap.com::7611ca13-cc5f-41ee-a954-b612bc1298db" providerId="AD" clId="Web-{1CEC6D7B-C1DE-2455-DDFD-D042FBE11BAB}" dt="2026-06-22T09:32:57.417" v="63"/>
          <ac:picMkLst>
            <pc:docMk/>
            <pc:sldMk cId="0" sldId="266"/>
            <ac:picMk id="6" creationId="{00000000-0000-0000-0000-000000000000}"/>
          </ac:picMkLst>
        </pc:picChg>
        <pc:picChg chg="del">
          <ac:chgData name="Morrison, Gerald" userId="S::gerald.morrison@sap.com::7611ca13-cc5f-41ee-a954-b612bc1298db" providerId="AD" clId="Web-{1CEC6D7B-C1DE-2455-DDFD-D042FBE11BAB}" dt="2026-06-22T09:30:23.474" v="44"/>
          <ac:picMkLst>
            <pc:docMk/>
            <pc:sldMk cId="0" sldId="266"/>
            <ac:picMk id="11" creationId="{00000000-0000-0000-0000-000000000000}"/>
          </ac:picMkLst>
        </pc:picChg>
        <pc:picChg chg="del">
          <ac:chgData name="Morrison, Gerald" userId="S::gerald.morrison@sap.com::7611ca13-cc5f-41ee-a954-b612bc1298db" providerId="AD" clId="Web-{1CEC6D7B-C1DE-2455-DDFD-D042FBE11BAB}" dt="2026-06-22T09:32:49.917" v="60"/>
          <ac:picMkLst>
            <pc:docMk/>
            <pc:sldMk cId="0" sldId="266"/>
            <ac:picMk id="16" creationId="{00000000-0000-0000-0000-000000000000}"/>
          </ac:picMkLst>
        </pc:picChg>
        <pc:picChg chg="del">
          <ac:chgData name="Morrison, Gerald" userId="S::gerald.morrison@sap.com::7611ca13-cc5f-41ee-a954-b612bc1298db" providerId="AD" clId="Web-{1CEC6D7B-C1DE-2455-DDFD-D042FBE11BAB}" dt="2026-06-22T09:34:00.388" v="73"/>
          <ac:picMkLst>
            <pc:docMk/>
            <pc:sldMk cId="0" sldId="266"/>
            <ac:picMk id="21" creationId="{00000000-0000-0000-0000-000000000000}"/>
          </ac:picMkLst>
        </pc:picChg>
      </pc:sldChg>
      <pc:sldChg chg="addSp delSp modSp">
        <pc:chgData name="Morrison, Gerald" userId="S::gerald.morrison@sap.com::7611ca13-cc5f-41ee-a954-b612bc1298db" providerId="AD" clId="Web-{1CEC6D7B-C1DE-2455-DDFD-D042FBE11BAB}" dt="2026-06-22T09:39:33.899" v="130" actId="1076"/>
        <pc:sldMkLst>
          <pc:docMk/>
          <pc:sldMk cId="0" sldId="271"/>
        </pc:sldMkLst>
        <pc:picChg chg="add mod">
          <ac:chgData name="Morrison, Gerald" userId="S::gerald.morrison@sap.com::7611ca13-cc5f-41ee-a954-b612bc1298db" providerId="AD" clId="Web-{1CEC6D7B-C1DE-2455-DDFD-D042FBE11BAB}" dt="2026-06-22T09:29:53.395" v="40" actId="1076"/>
          <ac:picMkLst>
            <pc:docMk/>
            <pc:sldMk cId="0" sldId="271"/>
            <ac:picMk id="26" creationId="{34967A88-E937-1A67-3125-F3DEAC60EE05}"/>
          </ac:picMkLst>
        </pc:picChg>
        <pc:picChg chg="add mod">
          <ac:chgData name="Morrison, Gerald" userId="S::gerald.morrison@sap.com::7611ca13-cc5f-41ee-a954-b612bc1298db" providerId="AD" clId="Web-{1CEC6D7B-C1DE-2455-DDFD-D042FBE11BAB}" dt="2026-06-22T09:34:30.732" v="77" actId="1076"/>
          <ac:picMkLst>
            <pc:docMk/>
            <pc:sldMk cId="0" sldId="271"/>
            <ac:picMk id="28" creationId="{5692FC53-3319-F695-EDFC-F6B079403EF9}"/>
          </ac:picMkLst>
        </pc:picChg>
        <pc:picChg chg="add mod">
          <ac:chgData name="Morrison, Gerald" userId="S::gerald.morrison@sap.com::7611ca13-cc5f-41ee-a954-b612bc1298db" providerId="AD" clId="Web-{1CEC6D7B-C1DE-2455-DDFD-D042FBE11BAB}" dt="2026-06-22T09:37:41.723" v="113" actId="14100"/>
          <ac:picMkLst>
            <pc:docMk/>
            <pc:sldMk cId="0" sldId="271"/>
            <ac:picMk id="30" creationId="{FB0D109C-7B86-5719-0B43-BFC11DA63E0D}"/>
          </ac:picMkLst>
        </pc:picChg>
        <pc:picChg chg="add mod">
          <ac:chgData name="Morrison, Gerald" userId="S::gerald.morrison@sap.com::7611ca13-cc5f-41ee-a954-b612bc1298db" providerId="AD" clId="Web-{1CEC6D7B-C1DE-2455-DDFD-D042FBE11BAB}" dt="2026-06-22T09:39:33.899" v="130" actId="1076"/>
          <ac:picMkLst>
            <pc:docMk/>
            <pc:sldMk cId="0" sldId="271"/>
            <ac:picMk id="31" creationId="{96DBFAD2-EA9E-3CDF-85A6-49A91372A0CC}"/>
          </ac:picMkLst>
        </pc:picChg>
        <pc:picChg chg="add mod">
          <ac:chgData name="Morrison, Gerald" userId="S::gerald.morrison@sap.com::7611ca13-cc5f-41ee-a954-b612bc1298db" providerId="AD" clId="Web-{1CEC6D7B-C1DE-2455-DDFD-D042FBE11BAB}" dt="2026-06-22T09:36:11.283" v="92" actId="1076"/>
          <ac:picMkLst>
            <pc:docMk/>
            <pc:sldMk cId="0" sldId="271"/>
            <ac:picMk id="32" creationId="{23F09556-6360-7D21-BD93-E6594BD85FED}"/>
          </ac:picMkLst>
        </pc:picChg>
        <pc:picChg chg="add mod">
          <ac:chgData name="Morrison, Gerald" userId="S::gerald.morrison@sap.com::7611ca13-cc5f-41ee-a954-b612bc1298db" providerId="AD" clId="Web-{1CEC6D7B-C1DE-2455-DDFD-D042FBE11BAB}" dt="2026-06-22T09:39:25.727" v="129" actId="1076"/>
          <ac:picMkLst>
            <pc:docMk/>
            <pc:sldMk cId="0" sldId="271"/>
            <ac:picMk id="33" creationId="{AD41236B-5D79-90F3-34D1-82D9D3DBE00B}"/>
          </ac:picMkLst>
        </pc:picChg>
      </pc:sldChg>
    </pc:docChg>
  </pc:docChgLst>
  <pc:docChgLst>
    <pc:chgData name="Morrison, Gerald" userId="S::gerald.morrison@sap.com::7611ca13-cc5f-41ee-a954-b612bc1298db" providerId="AD" clId="Web-{7F8ABC50-88A8-06C7-8504-17E6360B46A4}"/>
    <pc:docChg chg="addSld delSld modSld">
      <pc:chgData name="Morrison, Gerald" userId="S::gerald.morrison@sap.com::7611ca13-cc5f-41ee-a954-b612bc1298db" providerId="AD" clId="Web-{7F8ABC50-88A8-06C7-8504-17E6360B46A4}" dt="2026-06-22T14:15:47.171" v="50"/>
      <pc:docMkLst>
        <pc:docMk/>
      </pc:docMkLst>
      <pc:sldChg chg="modSp">
        <pc:chgData name="Morrison, Gerald" userId="S::gerald.morrison@sap.com::7611ca13-cc5f-41ee-a954-b612bc1298db" providerId="AD" clId="Web-{7F8ABC50-88A8-06C7-8504-17E6360B46A4}" dt="2026-06-22T14:04:27.079" v="2" actId="20577"/>
        <pc:sldMkLst>
          <pc:docMk/>
          <pc:sldMk cId="0" sldId="257"/>
        </pc:sldMkLst>
        <pc:spChg chg="mod">
          <ac:chgData name="Morrison, Gerald" userId="S::gerald.morrison@sap.com::7611ca13-cc5f-41ee-a954-b612bc1298db" providerId="AD" clId="Web-{7F8ABC50-88A8-06C7-8504-17E6360B46A4}" dt="2026-06-22T14:04:27.079" v="2" actId="20577"/>
          <ac:spMkLst>
            <pc:docMk/>
            <pc:sldMk cId="0" sldId="257"/>
            <ac:spMk id="5" creationId="{00000000-0000-0000-0000-000000000000}"/>
          </ac:spMkLst>
        </pc:spChg>
      </pc:sldChg>
      <pc:sldChg chg="modSp">
        <pc:chgData name="Morrison, Gerald" userId="S::gerald.morrison@sap.com::7611ca13-cc5f-41ee-a954-b612bc1298db" providerId="AD" clId="Web-{7F8ABC50-88A8-06C7-8504-17E6360B46A4}" dt="2026-06-22T14:07:35.886" v="25" actId="20577"/>
        <pc:sldMkLst>
          <pc:docMk/>
          <pc:sldMk cId="0" sldId="267"/>
        </pc:sldMkLst>
        <pc:spChg chg="mod">
          <ac:chgData name="Morrison, Gerald" userId="S::gerald.morrison@sap.com::7611ca13-cc5f-41ee-a954-b612bc1298db" providerId="AD" clId="Web-{7F8ABC50-88A8-06C7-8504-17E6360B46A4}" dt="2026-06-22T14:07:35.886" v="25" actId="20577"/>
          <ac:spMkLst>
            <pc:docMk/>
            <pc:sldMk cId="0" sldId="267"/>
            <ac:spMk id="4" creationId="{00000000-0000-0000-0000-000000000000}"/>
          </ac:spMkLst>
        </pc:spChg>
      </pc:sldChg>
      <pc:sldChg chg="modSp add">
        <pc:chgData name="Morrison, Gerald" userId="S::gerald.morrison@sap.com::7611ca13-cc5f-41ee-a954-b612bc1298db" providerId="AD" clId="Web-{7F8ABC50-88A8-06C7-8504-17E6360B46A4}" dt="2026-06-22T14:05:06.284" v="6" actId="20577"/>
        <pc:sldMkLst>
          <pc:docMk/>
          <pc:sldMk cId="1338802398" sldId="279"/>
        </pc:sldMkLst>
        <pc:spChg chg="mod">
          <ac:chgData name="Morrison, Gerald" userId="S::gerald.morrison@sap.com::7611ca13-cc5f-41ee-a954-b612bc1298db" providerId="AD" clId="Web-{7F8ABC50-88A8-06C7-8504-17E6360B46A4}" dt="2026-06-22T14:05:06.284" v="6" actId="20577"/>
          <ac:spMkLst>
            <pc:docMk/>
            <pc:sldMk cId="1338802398" sldId="279"/>
            <ac:spMk id="4" creationId="{00000000-0000-0000-0000-000000000000}"/>
          </ac:spMkLst>
        </pc:spChg>
      </pc:sldChg>
      <pc:sldChg chg="modSp add">
        <pc:chgData name="Morrison, Gerald" userId="S::gerald.morrison@sap.com::7611ca13-cc5f-41ee-a954-b612bc1298db" providerId="AD" clId="Web-{7F8ABC50-88A8-06C7-8504-17E6360B46A4}" dt="2026-06-22T14:15:38.796" v="49" actId="20577"/>
        <pc:sldMkLst>
          <pc:docMk/>
          <pc:sldMk cId="1517899142" sldId="280"/>
        </pc:sldMkLst>
        <pc:spChg chg="mod">
          <ac:chgData name="Morrison, Gerald" userId="S::gerald.morrison@sap.com::7611ca13-cc5f-41ee-a954-b612bc1298db" providerId="AD" clId="Web-{7F8ABC50-88A8-06C7-8504-17E6360B46A4}" dt="2026-06-22T14:15:38.796" v="49" actId="20577"/>
          <ac:spMkLst>
            <pc:docMk/>
            <pc:sldMk cId="1517899142" sldId="280"/>
            <ac:spMk id="2" creationId="{00000000-0000-0000-0000-000000000000}"/>
          </ac:spMkLst>
        </pc:spChg>
        <pc:spChg chg="mod">
          <ac:chgData name="Morrison, Gerald" userId="S::gerald.morrison@sap.com::7611ca13-cc5f-41ee-a954-b612bc1298db" providerId="AD" clId="Web-{7F8ABC50-88A8-06C7-8504-17E6360B46A4}" dt="2026-06-22T14:11:27.943" v="45" actId="20577"/>
          <ac:spMkLst>
            <pc:docMk/>
            <pc:sldMk cId="1517899142" sldId="280"/>
            <ac:spMk id="4" creationId="{00000000-0000-0000-0000-000000000000}"/>
          </ac:spMkLst>
        </pc:spChg>
      </pc:sldChg>
      <pc:sldChg chg="add">
        <pc:chgData name="Morrison, Gerald" userId="S::gerald.morrison@sap.com::7611ca13-cc5f-41ee-a954-b612bc1298db" providerId="AD" clId="Web-{7F8ABC50-88A8-06C7-8504-17E6360B46A4}" dt="2026-06-22T14:12:26.492" v="46"/>
        <pc:sldMkLst>
          <pc:docMk/>
          <pc:sldMk cId="3147340827" sldId="281"/>
        </pc:sldMkLst>
      </pc:sldChg>
    </pc:docChg>
  </pc:docChgLst>
  <pc:docChgLst>
    <pc:chgData name="Morrison, Gerald" userId="S::gerald.morrison@sap.com::7611ca13-cc5f-41ee-a954-b612bc1298db" providerId="AD" clId="Web-{6F7B5BD7-5B54-4E3F-96E1-32302AE8B8E0}"/>
    <pc:docChg chg="modSld">
      <pc:chgData name="Morrison, Gerald" userId="S::gerald.morrison@sap.com::7611ca13-cc5f-41ee-a954-b612bc1298db" providerId="AD" clId="Web-{6F7B5BD7-5B54-4E3F-96E1-32302AE8B8E0}" dt="2026-06-30T13:46:55.896" v="1" actId="20577"/>
      <pc:docMkLst>
        <pc:docMk/>
      </pc:docMkLst>
      <pc:sldChg chg="modSp">
        <pc:chgData name="Morrison, Gerald" userId="S::gerald.morrison@sap.com::7611ca13-cc5f-41ee-a954-b612bc1298db" providerId="AD" clId="Web-{6F7B5BD7-5B54-4E3F-96E1-32302AE8B8E0}" dt="2026-06-30T13:46:55.896" v="1" actId="20577"/>
        <pc:sldMkLst>
          <pc:docMk/>
          <pc:sldMk cId="829344674" sldId="282"/>
        </pc:sldMkLst>
        <pc:spChg chg="mod">
          <ac:chgData name="Morrison, Gerald" userId="S::gerald.morrison@sap.com::7611ca13-cc5f-41ee-a954-b612bc1298db" providerId="AD" clId="Web-{6F7B5BD7-5B54-4E3F-96E1-32302AE8B8E0}" dt="2026-06-30T13:46:55.896" v="1" actId="20577"/>
          <ac:spMkLst>
            <pc:docMk/>
            <pc:sldMk cId="829344674" sldId="282"/>
            <ac:spMk id="4" creationId="{00000000-0000-0000-0000-000000000000}"/>
          </ac:spMkLst>
        </pc:spChg>
      </pc:sldChg>
    </pc:docChg>
  </pc:docChgLst>
  <pc:docChgLst>
    <pc:chgData name="Morrison, Gerald" userId="S::gerald.morrison@sap.com::7611ca13-cc5f-41ee-a954-b612bc1298db" providerId="AD" clId="Web-{4CFC7188-E3F3-7A61-C299-D413DA90D7A1}"/>
    <pc:docChg chg="modSld">
      <pc:chgData name="Morrison, Gerald" userId="S::gerald.morrison@sap.com::7611ca13-cc5f-41ee-a954-b612bc1298db" providerId="AD" clId="Web-{4CFC7188-E3F3-7A61-C299-D413DA90D7A1}" dt="2026-06-29T08:04:05.473" v="0" actId="20577"/>
      <pc:docMkLst>
        <pc:docMk/>
      </pc:docMkLst>
      <pc:sldChg chg="modSp">
        <pc:chgData name="Morrison, Gerald" userId="S::gerald.morrison@sap.com::7611ca13-cc5f-41ee-a954-b612bc1298db" providerId="AD" clId="Web-{4CFC7188-E3F3-7A61-C299-D413DA90D7A1}" dt="2026-06-29T08:04:05.473" v="0" actId="20577"/>
        <pc:sldMkLst>
          <pc:docMk/>
          <pc:sldMk cId="0" sldId="256"/>
        </pc:sldMkLst>
        <pc:spChg chg="mod">
          <ac:chgData name="Morrison, Gerald" userId="S::gerald.morrison@sap.com::7611ca13-cc5f-41ee-a954-b612bc1298db" providerId="AD" clId="Web-{4CFC7188-E3F3-7A61-C299-D413DA90D7A1}" dt="2026-06-29T08:04:05.473" v="0" actId="20577"/>
          <ac:spMkLst>
            <pc:docMk/>
            <pc:sldMk cId="0" sldId="256"/>
            <ac:spMk id="5" creationId="{00000000-0000-0000-0000-000000000000}"/>
          </ac:spMkLst>
        </pc:spChg>
      </pc:sldChg>
    </pc:docChg>
  </pc:docChgLst>
</pc:chgInfo>
</file>

<file path=ppt/comments/modernComment_10A_0.xml><?xml version="1.0" encoding="utf-8"?>
<p188:cmLst xmlns:a="http://schemas.openxmlformats.org/drawingml/2006/main" xmlns:r="http://schemas.openxmlformats.org/officeDocument/2006/relationships" xmlns:p188="http://schemas.microsoft.com/office/powerpoint/2018/8/main">
  <p188:cm id="{F75BF728-B4D8-42F1-9541-D1A86E64911C}" authorId="{DDD8A6C9-2489-6BC4-4E2B-1BA24F0A757B}" created="2026-06-25T06:22:16.084">
    <ac:deMkLst xmlns:ac="http://schemas.microsoft.com/office/drawing/2013/main/command">
      <pc:docMk xmlns:pc="http://schemas.microsoft.com/office/powerpoint/2013/main/command"/>
      <pc:sldMk xmlns:pc="http://schemas.microsoft.com/office/powerpoint/2013/main/command" cId="0" sldId="266"/>
      <ac:spMk id="4" creationId="{00000000-0000-0000-0000-000000000000}"/>
    </ac:deMkLst>
    <p188:replyLst>
      <p188:reply id="{33439312-0CB7-0A4E-A40B-B759DC8619EB}" authorId="{98D6C709-C207-BD8E-B06E-7F305D748799}" created="2026-06-25T08:52:27.096">
        <p188:txBody>
          <a:bodyPr/>
          <a:lstStyle/>
          <a:p>
            <a:r>
              <a:rPr lang="en-US"/>
              <a:t>👍🏻 point taken. currently they have a GH pages setup: https://open-component-model.github.io/open-delivery-gear/ and we need to work together with them on a joint story. But I want to avoid adding it right now to this slide as we currently mimic what we mention on the website.</a:t>
            </a:r>
          </a:p>
        </p188:txBody>
      </p188:reply>
    </p188:replyLst>
    <p188:txBody>
      <a:bodyPr/>
      <a:lstStyle/>
      <a:p>
        <a:r>
          <a:rPr lang="de-DE"/>
          <a:t>I believe we talked with ODG to add a fifth box "Monitor" or "Scanning" when they are ready to move their website to ours</a:t>
        </a:r>
      </a:p>
    </p188:txBody>
  </p188:cm>
</p188:cmLst>
</file>

<file path=ppt/comments/modernComment_10D_0.xml><?xml version="1.0" encoding="utf-8"?>
<p188:cmLst xmlns:a="http://schemas.openxmlformats.org/drawingml/2006/main" xmlns:r="http://schemas.openxmlformats.org/officeDocument/2006/relationships" xmlns:p188="http://schemas.microsoft.com/office/powerpoint/2018/8/main">
  <p188:cm id="{FF36ED38-7EE2-46C9-A5DF-21D5C8780850}" authorId="{DDD8A6C9-2489-6BC4-4E2B-1BA24F0A757B}" status="resolved" created="2026-06-25T06:23:22.919" complete="100000">
    <ac:txMkLst xmlns:ac="http://schemas.microsoft.com/office/drawing/2013/main/command">
      <pc:docMk xmlns:pc="http://schemas.microsoft.com/office/powerpoint/2013/main/command"/>
      <pc:sldMk xmlns:pc="http://schemas.microsoft.com/office/powerpoint/2013/main/command" cId="0" sldId="269"/>
      <ac:spMk id="31" creationId="{00000000-0000-0000-0000-000000000000}"/>
      <ac:txMk cp="0" len="19">
        <ac:context len="20" hash="2601136338"/>
      </ac:txMk>
    </ac:txMkLst>
    <p188:replyLst>
      <p188:reply id="{CFB8412E-C6B4-FF4D-B666-292AFA317644}" authorId="{98D6C709-C207-BD8E-B06E-7F305D748799}" created="2026-06-25T09:08:34.192">
        <p188:txBody>
          <a:bodyPr/>
          <a:lstStyle/>
          <a:p>
            <a:r>
              <a:rPr lang="de-DE"/>
              <a:t>good finding! I made it consistent across the deck now and use the webshop component. Only the slide 3 uses a generic component with a destinct version</a:t>
            </a:r>
          </a:p>
        </p188:txBody>
      </p188:reply>
    </p188:replyLst>
    <p188:txBody>
      <a:bodyPr/>
      <a:lstStyle/>
      <a:p>
        <a:r>
          <a:rPr lang="de-DE"/>
          <a:t>nit: thats a different cv from the one we saw some slides before </a:t>
        </a:r>
      </a:p>
    </p188:txBody>
    <p188:extLst>
      <p:ext xmlns:p="http://schemas.openxmlformats.org/presentationml/2006/main" uri="{57CB4572-C831-44C2-8A1C-0ADB6CCDFE69}">
        <p223:reactions xmlns:p223="http://schemas.microsoft.com/office/powerpoint/2022/03/main">
          <p223:rxn type="👍">
            <p223:instance time="2026-06-30T15:06:25.664" authorId="{98D6C709-C207-BD8E-B06E-7F305D748799}"/>
          </p223:rxn>
        </p223:reactions>
      </p:ext>
    </p188:extLst>
  </p188:cm>
</p188:cmLst>
</file>

<file path=ppt/comments/modernComment_10F_0.xml><?xml version="1.0" encoding="utf-8"?>
<p188:cmLst xmlns:a="http://schemas.openxmlformats.org/drawingml/2006/main" xmlns:r="http://schemas.openxmlformats.org/officeDocument/2006/relationships" xmlns:p188="http://schemas.microsoft.com/office/powerpoint/2018/8/main">
  <p188:cm id="{0140B554-50D8-4AC8-BBDA-FBF1C2E4A5C6}" authorId="{DDD8A6C9-2489-6BC4-4E2B-1BA24F0A757B}" created="2026-06-25T06:25:11.112">
    <ac:txMkLst xmlns:ac="http://schemas.microsoft.com/office/drawing/2013/main/command">
      <pc:docMk xmlns:pc="http://schemas.microsoft.com/office/powerpoint/2013/main/command"/>
      <pc:sldMk xmlns:pc="http://schemas.microsoft.com/office/powerpoint/2013/main/command" cId="0" sldId="271"/>
      <ac:spMk id="9" creationId="{00000000-0000-0000-0000-000000000000}"/>
      <ac:txMk cp="0" len="57">
        <ac:context len="58" hash="2582499315"/>
      </ac:txMk>
    </ac:txMkLst>
    <p188:pos x="2471351" y="535459"/>
    <p188:replyLst>
      <p188:reply id="{BB31C6F1-B66F-9E4F-87B2-CBF323D01302}" authorId="{98D6C709-C207-BD8E-B06E-7F305D748799}" created="2026-06-25T09:18:14.044">
        <p188:txBody>
          <a:bodyPr/>
          <a:lstStyle/>
          <a:p>
            <a:r>
              <a:rPr lang="de-DE"/>
              <a:t>I guess the "directly" is misleading here. It is not about technical directly, but more that our controller can be used to basically deploy a component into a cluster (that this is most-likely done using RGDs is not what I wanted to mention here). Maybe I just remove the "directly"?</a:t>
            </a:r>
          </a:p>
        </p188:txBody>
        <p188:extLst>
          <p:ext xmlns:p="http://schemas.openxmlformats.org/presentationml/2006/main" uri="{57CB4572-C831-44C2-8A1C-0ADB6CCDFE69}">
            <p223:reactions xmlns:p223="http://schemas.microsoft.com/office/powerpoint/2022/03/main">
              <p223:rxn type="👍">
                <p223:instance time="2026-06-25T10:55:43.695" authorId="{DDD8A6C9-2489-6BC4-4E2B-1BA24F0A757B}"/>
              </p223:rxn>
            </p223:reactions>
          </p:ext>
        </p188:extLst>
      </p188:reply>
    </p188:replyLst>
    <p188:txBody>
      <a:bodyPr/>
      <a:lstStyle/>
      <a:p>
        <a:r>
          <a:rPr lang="de-DE"/>
          <a:t>puh, yes and no :D yes in the sense that we can do, no in the sense that people won't use it like this. </a:t>
        </a:r>
      </a:p>
    </p188:txBody>
  </p188:cm>
</p188:cmLst>
</file>

<file path=ppt/comments/modernComment_11B_0.xml><?xml version="1.0" encoding="utf-8"?>
<p188:cmLst xmlns:a="http://schemas.openxmlformats.org/drawingml/2006/main" xmlns:r="http://schemas.openxmlformats.org/officeDocument/2006/relationships" xmlns:p188="http://schemas.microsoft.com/office/powerpoint/2018/8/main">
  <p188:cm id="{92A0E27C-2034-42C5-B7B3-F6DBE9188E0A}" authorId="{DDD8A6C9-2489-6BC4-4E2B-1BA24F0A757B}" created="2026-06-25T06:13:35.218">
    <ac:deMkLst xmlns:ac="http://schemas.microsoft.com/office/drawing/2013/main/command">
      <pc:docMk xmlns:pc="http://schemas.microsoft.com/office/powerpoint/2013/main/command"/>
      <pc:sldMk xmlns:pc="http://schemas.microsoft.com/office/powerpoint/2013/main/command" cId="0" sldId="283"/>
      <ac:spMk id="5" creationId="{00000000-0000-0000-0000-000000000000}"/>
    </ac:deMkLst>
    <p188:replyLst>
      <p188:reply id="{D4ED8B56-98D1-D741-A6FA-600B4786B729}" authorId="{98D6C709-C207-BD8E-B06E-7F305D748799}" created="2026-06-25T08:28:52.841">
        <p188:txBody>
          <a:bodyPr/>
          <a:lstStyle/>
          <a:p>
            <a:r>
              <a:rPr lang="de-DE"/>
              <a:t>This should cover the change in identity when an artifact is transported: a transfer changes the "reference" of the artifact, not the artifact itself. So, when it  reaches its final destination, it contains signatures that may not be valid anymore.
Any idea how we can make it clearer? One limitation of mayself was that it fits into two sentences, max 4 lines :-)</a:t>
            </a:r>
          </a:p>
        </p188:txBody>
      </p188:reply>
    </p188:replyLst>
    <p188:txBody>
      <a:bodyPr/>
      <a:lstStyle/>
      <a:p>
        <a:r>
          <a:rPr lang="de-DE"/>
          <a:t>"Each transfer changes its reference" What do you mean by that? A general transfer does not change the artifact. An ocm transfer can change the reference of an oci artifact for example. but i believe this is ocm specific and not necessarily a problem for people </a:t>
        </a:r>
      </a:p>
    </p188:txBody>
  </p188:cm>
  <p188:cm id="{5FD771B7-747F-410C-A506-667A801FE38A}" authorId="{DDD8A6C9-2489-6BC4-4E2B-1BA24F0A757B}" created="2026-06-25T06:16:35.246">
    <ac:txMkLst xmlns:ac="http://schemas.microsoft.com/office/drawing/2013/main/command">
      <pc:docMk xmlns:pc="http://schemas.microsoft.com/office/powerpoint/2013/main/command"/>
      <pc:sldMk xmlns:pc="http://schemas.microsoft.com/office/powerpoint/2013/main/command" cId="0" sldId="283"/>
      <ac:spMk id="7" creationId="{00000000-0000-0000-0000-000000000000}"/>
      <ac:txMk cp="0" len="100">
        <ac:context len="101" hash="706635254"/>
      </ac:txMk>
    </ac:txMkLst>
    <p188:pos x="1977081" y="1421027"/>
    <p188:replyLst>
      <p188:reply id="{D0031D48-2510-7448-8966-D4F5E2F4E20D}" authorId="{98D6C709-C207-BD8E-B06E-7F305D748799}" created="2026-06-25T08:33:13.206">
        <p188:txBody>
          <a:bodyPr/>
          <a:lstStyle/>
          <a:p>
            <a:r>
              <a:rPr lang="de-DE"/>
              <a:t>product and release are used when it is about the difference about the bits and pieces, single artifacts or an OCM component for a complete product/release. This is the story of the "envelope" OCM spawns around artifacts or even other components.
The slides ca only carry the bare basics. The color must be given by the presenter. Can you check the notes, too, if they give the information that you may miss? Both together should contain the whole story. Due to the limitation of minimal text on the slides, we need to find a good balance.
 </a:t>
            </a:r>
          </a:p>
        </p188:txBody>
      </p188:reply>
    </p188:replyLst>
    <p188:txBody>
      <a:bodyPr/>
      <a:lstStyle/>
      <a:p>
        <a:r>
          <a:rPr lang="de-DE"/>
          <a:t>I needed to think what you mean by "you don't sign the release". I believe you mean "you don't sign the product containing all the artifacts". </a:t>
        </a:r>
      </a:p>
    </p188:txBody>
    <p188:extLst>
      <p:ext xmlns:p="http://schemas.openxmlformats.org/presentationml/2006/main" uri="{57CB4572-C831-44C2-8A1C-0ADB6CCDFE69}">
        <p223:reactions xmlns:p223="http://schemas.microsoft.com/office/powerpoint/2022/03/main">
          <p223:rxn type="👍">
            <p223:instance time="2026-06-25T10:57:53.090" authorId="{DDD8A6C9-2489-6BC4-4E2B-1BA24F0A757B}"/>
          </p223:rxn>
        </p223:reactions>
      </p:ext>
    </p188:extLst>
  </p188:cm>
  <p188:cm id="{F68DBB37-0D28-479C-AA1B-3EBB70A353BF}" authorId="{24550C6C-9765-F72E-DA40-7AF937846DFE}" status="resolved" created="2026-06-30T13:44:47.487" complete="100000">
    <ac:deMkLst xmlns:ac="http://schemas.microsoft.com/office/drawing/2013/main/command">
      <pc:docMk xmlns:pc="http://schemas.microsoft.com/office/powerpoint/2013/main/command"/>
      <pc:sldMk xmlns:pc="http://schemas.microsoft.com/office/powerpoint/2013/main/command" cId="0" sldId="283"/>
      <ac:spMk id="3" creationId="{00000000-0000-0000-0000-000000000000}"/>
    </ac:deMkLst>
    <p188:replyLst>
      <p188:reply id="{2272D8FD-3D56-9544-9019-511BCEBFE44E}" authorId="{98D6C709-C207-BD8E-B06E-7F305D748799}" created="2026-06-30T15:09:26.736">
        <p188:txBody>
          <a:bodyPr/>
          <a:lstStyle/>
          <a:p>
            <a:r>
              <a:rPr lang="en-US"/>
              <a:t>corrected</a:t>
            </a:r>
          </a:p>
        </p188:txBody>
      </p188:reply>
    </p188:replyLst>
    <p188:txBody>
      <a:bodyPr/>
      <a:lstStyle/>
      <a:p>
        <a:r>
          <a:rPr lang="en-US"/>
          <a:t>I think this sentence doesn't quite work. It should either be "What today's delivery model can't see" or "Where today's delivery model can't look". 
Because currently I would translate it as: "Wo das heutige Auslieferungsmodel nicht sehen kann"</a:t>
        </a:r>
      </a:p>
    </p188:txBody>
    <p188:extLst>
      <p:ext xmlns:p="http://schemas.openxmlformats.org/presentationml/2006/main" uri="{57CB4572-C831-44C2-8A1C-0ADB6CCDFE69}">
        <p223:reactions xmlns:p223="http://schemas.microsoft.com/office/powerpoint/2022/03/main">
          <p223:rxn type="👍">
            <p223:instance time="2026-06-30T15:09:21.990" authorId="{98D6C709-C207-BD8E-B06E-7F305D748799}"/>
          </p223:rxn>
        </p223:reactions>
      </p:ext>
    </p188:extLst>
  </p188:cm>
  <p188:cm id="{A1973ACF-F41A-49E0-91CA-77BE314D7028}" authorId="{24550C6C-9765-F72E-DA40-7AF937846DFE}" created="2026-06-30T13:46:00.852">
    <ac:deMkLst xmlns:ac="http://schemas.microsoft.com/office/drawing/2013/main/command">
      <pc:docMk xmlns:pc="http://schemas.microsoft.com/office/powerpoint/2013/main/command"/>
      <pc:sldMk xmlns:pc="http://schemas.microsoft.com/office/powerpoint/2013/main/command" cId="0" sldId="283"/>
      <ac:spMk id="7" creationId="{00000000-0000-0000-0000-000000000000}"/>
    </ac:deMkLst>
    <p188:replyLst>
      <p188:reply id="{38A0AA92-212D-5947-AB42-5B49CD98CECD}" authorId="{98D6C709-C207-BD8E-B06E-7F305D748799}" created="2026-06-30T15:12:50.955">
        <p188:txBody>
          <a:bodyPr/>
          <a:lstStyle/>
          <a:p>
            <a:r>
              <a:rPr lang="en-US"/>
              <a:t>hehe, Frederic had the exact same comment and mentioned it as AI related. I also stumbled upon them and exchanged them until I read about it. AI is simply using it, as it was trained with texts correctly using it. It is often the correct typographically form:
"The em dash (—) and hyphen (-) are actually different characters with different jobs:
Hyphen (-): joins compound words (well-known) or breaks words across lines
En dash (–): ranges (2020–2024) and some compound modifiers
Em dash (—): parenthetical aside or abrupt break in a sentence — like this
When you want to set off a clause mid-sentence, the em dash is the correct punctuation mark. Using a hyphen there is technically wrong, just widely tolerated."
</a:t>
            </a:r>
          </a:p>
        </p188:txBody>
      </p188:reply>
      <p188:reply id="{1C254B14-37B8-E543-A712-8333CB6E9A03}" authorId="{98D6C709-C207-BD8E-B06E-7F305D748799}" created="2026-07-01T13:12:54.420">
        <p188:txBody>
          <a:bodyPr/>
          <a:lstStyle/>
          <a:p>
            <a:r>
              <a:rPr lang="en-US"/>
              <a:t>But I changed the decks no to dashes only, using dashes and ":" where appropiate. Sometimes I have to admit the em dash looks nicer as the ":" :)</a:t>
            </a:r>
          </a:p>
        </p188:txBody>
      </p188:reply>
    </p188:replyLst>
    <p188:txBody>
      <a:bodyPr/>
      <a:lstStyle/>
      <a:p>
        <a:r>
          <a:rPr lang="en-US"/>
          <a:t>Style preference, but I would avoid using any em dashes</a:t>
        </a:r>
      </a:p>
    </p188:txBody>
  </p188:cm>
  <p188:cm id="{01BB8083-0630-44BA-A6DA-453B03D37F9D}" authorId="{24550C6C-9765-F72E-DA40-7AF937846DFE}" status="resolved" created="2026-06-30T13:53:40.385" complete="100000">
    <pc:sldMkLst xmlns:pc="http://schemas.microsoft.com/office/powerpoint/2013/main/command">
      <pc:docMk/>
      <pc:sldMk cId="0" sldId="283"/>
    </pc:sldMkLst>
    <p188:replyLst>
      <p188:reply id="{D943432D-B3E6-8049-9020-C01D10B879AC}" authorId="{98D6C709-C207-BD8E-B06E-7F305D748799}" created="2026-06-30T15:17:21.428">
        <p188:txBody>
          <a:bodyPr/>
          <a:lstStyle/>
          <a:p>
            <a:r>
              <a:rPr lang="en-US"/>
              <a:t>I added it to the speaker notes</a:t>
            </a:r>
          </a:p>
        </p188:txBody>
      </p188:reply>
    </p188:replyLst>
    <p188:txBody>
      <a:bodyPr/>
      <a:lstStyle/>
      <a:p>
        <a:r>
          <a:rPr lang="en-US"/>
          <a:t>Discharge the contract -&gt; Deliver on the promise</a:t>
        </a:r>
      </a:p>
    </p188:txBody>
    <p188:extLst>
      <p:ext xmlns:p="http://schemas.openxmlformats.org/presentationml/2006/main" uri="{57CB4572-C831-44C2-8A1C-0ADB6CCDFE69}">
        <p223:reactions xmlns:p223="http://schemas.microsoft.com/office/powerpoint/2022/03/main">
          <p223:rxn type="👍">
            <p223:instance time="2026-06-30T15:17:22.422" authorId="{98D6C709-C207-BD8E-B06E-7F305D748799}"/>
          </p223:rxn>
        </p223:reactions>
      </p:ext>
    </p188:extLst>
  </p188:cm>
</p188:cmLst>
</file>

<file path=ppt/comments/modernComment_100_0.xml><?xml version="1.0" encoding="utf-8"?>
<p188:cmLst xmlns:a="http://schemas.openxmlformats.org/drawingml/2006/main" xmlns:r="http://schemas.openxmlformats.org/officeDocument/2006/relationships" xmlns:p188="http://schemas.microsoft.com/office/powerpoint/2018/8/main">
  <p188:cm id="{30BAF83C-A453-43B6-AB94-B65CDBE6B87C}" authorId="{438601FC-7637-931B-8EE4-41DD21CB6767}" status="resolved" created="2026-06-24T07:49:44.569" complete="100000">
    <ac:txMkLst xmlns:ac="http://schemas.microsoft.com/office/drawing/2013/main/command">
      <pc:docMk xmlns:pc="http://schemas.microsoft.com/office/powerpoint/2013/main/command"/>
      <pc:sldMk xmlns:pc="http://schemas.microsoft.com/office/powerpoint/2013/main/command" cId="0" sldId="256"/>
      <ac:spMk id="3" creationId="{00000000-0000-0000-0000-000000000000}"/>
      <ac:txMk cp="0" len="12">
        <ac:context len="13" hash="590985437"/>
      </ac:txMk>
    </ac:txMkLst>
    <p188:pos x="8358808" y="238539"/>
    <p188:replyLst>
      <p188:reply id="{98F1D7C4-202A-4E4E-93C0-5887CC5F7763}" authorId="{98D6C709-C207-BD8E-B06E-7F305D748799}" created="2026-06-24T09:54:02.977">
        <p188:txBody>
          <a:bodyPr/>
          <a:lstStyle/>
          <a:p>
            <a:r>
              <a:rPr lang="de-DE"/>
              <a:t>this is a deck for executives only. None of them has ever heard of OCM (cold start). Our assumption is that there is currently nothing on the market that covers the same depth of aspects as OCM. It should not critizine anybody, but make them aware about.</a:t>
            </a:r>
          </a:p>
        </p188:txBody>
      </p188:reply>
      <p188:reply id="{62298ED0-11D0-481B-9ABC-E881B69DD93D}" authorId="{438601FC-7637-931B-8EE4-41DD21CB6767}" created="2026-06-25T08:00:06.869">
        <p188:txBody>
          <a:bodyPr/>
          <a:lstStyle/>
          <a:p>
            <a:r>
              <a:rPr lang="en-US"/>
              <a:t>ok, we just need to make sure those blind spots are clearly explained including solutions.</a:t>
            </a:r>
          </a:p>
        </p188:txBody>
        <p188:extLst>
          <p:ext xmlns:p="http://schemas.openxmlformats.org/presentationml/2006/main" uri="{57CB4572-C831-44C2-8A1C-0ADB6CCDFE69}">
            <p223:reactions xmlns:p223="http://schemas.microsoft.com/office/powerpoint/2022/03/main">
              <p223:rxn type="👍">
                <p223:instance time="2026-06-25T12:29:17.620" authorId="{98D6C709-C207-BD8E-B06E-7F305D748799}"/>
              </p223:rxn>
            </p223:reactions>
          </p:ext>
        </p188:extLst>
      </p188:reply>
    </p188:replyLst>
    <p188:txBody>
      <a:bodyPr/>
      <a:lstStyle/>
      <a:p>
        <a:r>
          <a:rPr lang="en-US"/>
          <a:t>This is a strong statement, so it may need proof. We should first know the target audience because criticizing their system without context can feel off.</a:t>
        </a:r>
      </a:p>
    </p188:txBody>
  </p188:cm>
  <p188:cm id="{23AFE913-8669-46EF-A894-BB80FFD0A9F1}" authorId="{DDD8A6C9-2489-6BC4-4E2B-1BA24F0A757B}" status="resolved" created="2026-06-25T06:14:46.348" complete="100000">
    <ac:txMkLst xmlns:ac="http://schemas.microsoft.com/office/drawing/2013/main/command">
      <pc:docMk xmlns:pc="http://schemas.microsoft.com/office/powerpoint/2013/main/command"/>
      <pc:sldMk xmlns:pc="http://schemas.microsoft.com/office/powerpoint/2013/main/command" cId="0" sldId="256"/>
      <ac:spMk id="5" creationId="{00000000-0000-0000-0000-000000000000}"/>
      <ac:txMk cp="21">
        <ac:context len="57" hash="2638169654"/>
      </ac:txMk>
    </ac:txMkLst>
    <p188:pos x="4245428" y="217714"/>
    <p188:replyLst>
      <p188:reply id="{AF3D2E3B-193C-4840-A6D8-ACFECF90CD91}" authorId="{98D6C709-C207-BD8E-B06E-7F305D748799}" created="2026-06-25T08:13:05.216">
        <p188:txBody>
          <a:bodyPr/>
          <a:lstStyle/>
          <a:p>
            <a:r>
              <a:rPr lang="de-DE"/>
              <a:t>I'm also not a fan and exchanged them in the past, especially because feeling they look odd from a simple design perspective. But I learned that it is not introduced by AI, but just how formally correct texts are written. But I'm fine to simply only use "-":
It's typographically correct, not an AI quirk. The em dash (—) and hyphen (-) are actually different characters with different jobs:
Hyphen (-): joins compound words (well-known) or breaks words across lines
En dash (–): ranges (2020–2024) and some compound modifiers
Em dash (—): parenthetical aside or abrupt break in a sentence — like this
When you want to set off a clause mid-sentence, the em dash is the correct punctuation mark. Using a hyphen there is technically wrong, just widely tolerated.</a:t>
            </a:r>
          </a:p>
        </p188:txBody>
      </p188:reply>
      <p188:reply id="{1AA92DAE-F0A3-4D63-8EC7-D8292ADA593D}" authorId="{DDD8A6C9-2489-6BC4-4E2B-1BA24F0A757B}" created="2026-06-25T10:56:49.057">
        <p188:txBody>
          <a:bodyPr/>
          <a:lstStyle/>
          <a:p>
            <a:r>
              <a:rPr lang="de-DE"/>
              <a:t>ok, i learned something new today. Thanks!</a:t>
            </a:r>
          </a:p>
        </p188:txBody>
      </p188:reply>
      <p188:reply id="{BD99CC36-58A6-5248-AFC8-4A6094E2D4E8}" authorId="{98D6C709-C207-BD8E-B06E-7F305D748799}" created="2026-06-25T12:28:40.066">
        <p188:txBody>
          <a:bodyPr/>
          <a:lstStyle/>
          <a:p>
            <a:r>
              <a:rPr lang="de-DE"/>
              <a:t>but I still find them similarly ugly. And setting them on a MacOS keyboard is ⌥⇧- (Option + Shift + Minus) 😊</a:t>
            </a:r>
          </a:p>
        </p188:txBody>
      </p188:reply>
    </p188:replyLst>
    <p188:txBody>
      <a:bodyPr/>
      <a:lstStyle/>
      <a:p>
        <a:r>
          <a:rPr lang="de-DE"/>
          <a:t>I am no fan of em-dashes because they are an AI tell. However, in modern times this might even be expected :D</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5F594E72-C897-4149-B6D0-1BE8E8C9E8C1}" authorId="{438601FC-7637-931B-8EE4-41DD21CB6767}" status="resolved" created="2026-06-24T07:53:47.829" complete="100000">
    <ac:txMkLst xmlns:ac="http://schemas.microsoft.com/office/drawing/2013/main/command">
      <pc:docMk xmlns:pc="http://schemas.microsoft.com/office/powerpoint/2013/main/command"/>
      <pc:sldMk xmlns:pc="http://schemas.microsoft.com/office/powerpoint/2013/main/command" cId="0" sldId="257"/>
      <ac:spMk id="9" creationId="{00000000-0000-0000-0000-000000000000}"/>
      <ac:txMk cp="0" len="26">
        <ac:context len="90" hash="2031302443"/>
      </ac:txMk>
    </ac:txMkLst>
    <p188:pos x="3558208" y="198782"/>
    <p188:replyLst>
      <p188:reply id="{92D184BC-F65A-4E4D-96C1-9C4DFFDB00A0}" authorId="{98D6C709-C207-BD8E-B06E-7F305D748799}" created="2026-06-24T09:57:23.950">
        <p188:txBody>
          <a:bodyPr/>
          <a:lstStyle/>
          <a:p>
            <a:r>
              <a:rPr lang="de-DE"/>
              <a:t>too long for one line :) And the CVE about xz is really called "xz backdoor" or simply xz.</a:t>
            </a:r>
          </a:p>
        </p188:txBody>
      </p188:reply>
    </p188:replyLst>
    <p188:txBody>
      <a:bodyPr/>
      <a:lstStyle/>
      <a:p>
        <a:r>
          <a:rPr lang="en-US"/>
          <a:t>"SolarWinds, xz Utils and Log4shell, to name a few"</a:t>
        </a:r>
      </a:p>
    </p188:txBody>
  </p188:cm>
  <p188:cm id="{FADECC63-42F1-42EB-9429-CF42A33F5C53}" authorId="{438601FC-7637-931B-8EE4-41DD21CB6767}" status="resolved" created="2026-06-24T08:15:41.327" complete="100000">
    <ac:txMkLst xmlns:ac="http://schemas.microsoft.com/office/drawing/2013/main/command">
      <pc:docMk xmlns:pc="http://schemas.microsoft.com/office/powerpoint/2013/main/command"/>
      <pc:sldMk xmlns:pc="http://schemas.microsoft.com/office/powerpoint/2013/main/command" cId="0" sldId="257"/>
      <ac:spMk id="5" creationId="{00000000-0000-0000-0000-000000000000}"/>
      <ac:txMk cp="67" len="5">
        <ac:context len="104" hash="2377740446"/>
      </ac:txMk>
    </ac:txMkLst>
    <p188:pos x="2117034" y="1043608"/>
    <p188:replyLst>
      <p188:reply id="{37B6BF9C-F021-EF4C-8943-2FA5F406348B}" authorId="{98D6C709-C207-BD8E-B06E-7F305D748799}" created="2026-06-24T09:58:51.534">
        <p188:txBody>
          <a:bodyPr/>
          <a:lstStyle/>
          <a:p>
            <a:r>
              <a:rPr lang="de-DE"/>
              <a:t>air gap is not a requirement, but a consequence. If access to the public needs to be restriicted, you end up with air-gap</a:t>
            </a:r>
          </a:p>
        </p188:txBody>
      </p188:reply>
    </p188:replyLst>
    <p188:txBody>
      <a:bodyPr/>
      <a:lstStyle/>
      <a:p>
        <a:r>
          <a:rPr lang="en-US"/>
          <a:t>afaik air-gap it is not a hard requirement, but it helps</a:t>
        </a:r>
      </a:p>
    </p188:txBody>
  </p188:cm>
  <p188:cm id="{DE6AE5DE-22F0-438F-B7C3-EFB0EC1EAB14}" authorId="{438601FC-7637-931B-8EE4-41DD21CB6767}" status="resolved" created="2026-06-24T08:22:29.841" complete="100000">
    <ac:txMkLst xmlns:ac="http://schemas.microsoft.com/office/drawing/2013/main/command">
      <pc:docMk xmlns:pc="http://schemas.microsoft.com/office/powerpoint/2013/main/command"/>
      <pc:sldMk xmlns:pc="http://schemas.microsoft.com/office/powerpoint/2013/main/command" cId="0" sldId="257"/>
      <ac:spMk id="8" creationId="{00000000-0000-0000-0000-000000000000}"/>
      <ac:txMk cp="0" len="29">
        <ac:context len="30" hash="695012209"/>
      </ac:txMk>
    </ac:txMkLst>
    <p188:pos x="5128591" y="198782"/>
    <p188:replyLst>
      <p188:reply id="{08B88FDE-5B99-084C-ABFF-4AE0FA73A352}" authorId="{98D6C709-C207-BD8E-B06E-7F305D748799}" created="2026-06-24T10:01:06.798">
        <p188:txBody>
          <a:bodyPr/>
          <a:lstStyle/>
          <a:p>
            <a:r>
              <a:rPr lang="de-DE"/>
              <a:t>good point. I started two-fold with compliance and sovereignit and then just kept the one eyebrow. Do you think that hurts? </a:t>
            </a:r>
          </a:p>
        </p188:txBody>
      </p188:reply>
      <p188:reply id="{17BA9F78-6469-4B67-AED2-FA15899B9507}" authorId="{438601FC-7637-931B-8EE4-41DD21CB6767}" created="2026-06-26T11:27:11.098">
        <p188:txBody>
          <a:bodyPr/>
          <a:lstStyle/>
          <a:p>
            <a:r>
              <a:rPr lang="en-US"/>
              <a:t>Thats fine</a:t>
            </a:r>
          </a:p>
        </p188:txBody>
      </p188:reply>
    </p188:replyLst>
    <p188:txBody>
      <a:bodyPr/>
      <a:lstStyle/>
      <a:p>
        <a:r>
          <a:rPr lang="en-US"/>
          <a:t>I dont think this relates to sovereignty. Isn't that just a general problem with deliverables being prone to CVEs? It's a good thing to mention but maybe not under Sovereignty umbrella.</a:t>
        </a:r>
      </a:p>
    </p188:txBody>
  </p188:cm>
</p188:cmLst>
</file>

<file path=ppt/comments/modernComment_107_0.xml><?xml version="1.0" encoding="utf-8"?>
<p188:cmLst xmlns:a="http://schemas.openxmlformats.org/drawingml/2006/main" xmlns:r="http://schemas.openxmlformats.org/officeDocument/2006/relationships" xmlns:p188="http://schemas.microsoft.com/office/powerpoint/2018/8/main">
  <p188:cm id="{0A8E3916-6F65-4824-BCB6-988D6BBFDDEC}" authorId="{DDD8A6C9-2489-6BC4-4E2B-1BA24F0A757B}" created="2026-06-25T06:20:11.543">
    <ac:txMkLst xmlns:ac="http://schemas.microsoft.com/office/drawing/2013/main/command">
      <pc:docMk xmlns:pc="http://schemas.microsoft.com/office/powerpoint/2013/main/command"/>
      <pc:sldMk xmlns:pc="http://schemas.microsoft.com/office/powerpoint/2013/main/command" cId="0" sldId="263"/>
      <ac:spMk id="5" creationId="{00000000-0000-0000-0000-000000000000}"/>
      <ac:txMk cp="0" len="26">
        <ac:context len="27" hash="709330735"/>
      </ac:txMk>
    </ac:txMkLst>
    <p188:pos x="4973594" y="216243"/>
    <p188:replyLst>
      <p188:reply id="{DF656304-40B7-5543-BF34-423D2ADE65E2}" authorId="{98D6C709-C207-BD8E-B06E-7F305D748799}" created="2026-06-25T08:37:39.552">
        <p188:txBody>
          <a:bodyPr/>
          <a:lstStyle/>
          <a:p>
            <a:r>
              <a:rPr lang="de-DE"/>
              <a:t>For the component name, the best-practice is not the pure domain, but the combination of domain and repository/owner, in this case this would be github.com/acme. The provider will carry the company or its TLD, here maybe acme.org </a:t>
            </a:r>
          </a:p>
        </p188:txBody>
      </p188:reply>
    </p188:replyLst>
    <p188:txBody>
      <a:bodyPr/>
      <a:lstStyle/>
      <a:p>
        <a:r>
          <a:rPr lang="de-DE"/>
          <a:t>nit: the domain should reference the provider right? I don't think github will provide a cv for a webshop</a:t>
        </a:r>
      </a:p>
    </p188:txBody>
  </p188:cm>
</p188:cmLst>
</file>

<file path=ppt/comments/modernComment_111_0.xml><?xml version="1.0" encoding="utf-8"?>
<p188:cmLst xmlns:a="http://schemas.openxmlformats.org/drawingml/2006/main" xmlns:r="http://schemas.openxmlformats.org/officeDocument/2006/relationships" xmlns:p188="http://schemas.microsoft.com/office/powerpoint/2018/8/main">
  <p188:cm id="{51D997D9-E00A-409D-A350-F27DF84F5407}" authorId="{24550C6C-9765-F72E-DA40-7AF937846DFE}" created="2026-06-30T15:14:41.237">
    <ac:deMkLst xmlns:ac="http://schemas.microsoft.com/office/drawing/2013/main/command">
      <pc:docMk xmlns:pc="http://schemas.microsoft.com/office/powerpoint/2013/main/command"/>
      <pc:sldMk xmlns:pc="http://schemas.microsoft.com/office/powerpoint/2013/main/command" cId="0" sldId="273"/>
      <ac:spMk id="3" creationId="{00000000-0000-0000-0000-000000000000}"/>
    </ac:deMkLst>
    <p188:replyLst>
      <p188:reply id="{AED78106-3799-5B42-AF02-4D46620C6D31}" authorId="{98D6C709-C207-BD8E-B06E-7F305D748799}" created="2026-06-30T15:20:01.713">
        <p188:txBody>
          <a:bodyPr/>
          <a:lstStyle/>
          <a:p>
            <a:r>
              <a:rPr lang="en-US"/>
              <a:t>added a QR code on all decks and added (QR code) behind the ocm.software</a:t>
            </a:r>
          </a:p>
        </p188:txBody>
        <p188:extLst>
          <p:ext xmlns:p="http://schemas.openxmlformats.org/presentationml/2006/main" uri="{57CB4572-C831-44C2-8A1C-0ADB6CCDFE69}">
            <p223:reactions xmlns:p223="http://schemas.microsoft.com/office/powerpoint/2022/03/main">
              <p223:rxn type="👍">
                <p223:instance time="2026-06-30T15:25:00.651" authorId="{24550C6C-9765-F72E-DA40-7AF937846DFE}"/>
              </p223:rxn>
            </p223:reactions>
          </p:ext>
        </p188:extLst>
      </p188:reply>
    </p188:replyLst>
    <p188:txBody>
      <a:bodyPr/>
      <a:lstStyle/>
      <a:p>
        <a:r>
          <a:rPr lang="en-US"/>
          <a:t>I think it would be en vogue to have a qr code here. Also, I'm not sure everyone knows that .software is a TLD, so it might not be recognized as an url? </a:t>
        </a:r>
      </a:p>
    </p188:txBody>
    <p188:extLst>
      <p:ext xmlns:p="http://schemas.openxmlformats.org/presentationml/2006/main" uri="{57CB4572-C831-44C2-8A1C-0ADB6CCDFE69}">
        <p223:reactions xmlns:p223="http://schemas.microsoft.com/office/powerpoint/2022/03/main">
          <p223:rxn type="👍">
            <p223:instance time="2026-06-30T15:19:36.868" authorId="{98D6C709-C207-BD8E-B06E-7F305D748799}"/>
          </p223:rxn>
        </p223:reactions>
      </p:ext>
    </p188:extLst>
  </p188:cm>
</p188:cmLst>
</file>

<file path=ppt/comments/modernComment_116_0.xml><?xml version="1.0" encoding="utf-8"?>
<p188:cmLst xmlns:a="http://schemas.openxmlformats.org/drawingml/2006/main" xmlns:r="http://schemas.openxmlformats.org/officeDocument/2006/relationships" xmlns:p188="http://schemas.microsoft.com/office/powerpoint/2018/8/main">
  <p188:cm id="{615150CB-D958-4888-AED8-485A23017AD7}" authorId="{438601FC-7637-931B-8EE4-41DD21CB6767}" status="resolved" created="2026-06-24T08:19:38.257" complete="100000">
    <ac:deMkLst xmlns:ac="http://schemas.microsoft.com/office/drawing/2013/main/command">
      <pc:docMk xmlns:pc="http://schemas.microsoft.com/office/powerpoint/2013/main/command"/>
      <pc:sldMk xmlns:pc="http://schemas.microsoft.com/office/powerpoint/2013/main/command" cId="0" sldId="278"/>
      <ac:spMk id="28" creationId="{00000000-0000-0000-0000-000000000000}"/>
    </ac:deMkLst>
    <p188:replyLst>
      <p188:reply id="{627627BA-CB6A-CC40-93FE-3F69F1556E86}" authorId="{98D6C709-C207-BD8E-B06E-7F305D748799}" created="2026-06-24T13:40:29.771">
        <p188:txBody>
          <a:bodyPr/>
          <a:lstStyle/>
          <a:p>
            <a:r>
              <a:rPr lang="de-DE"/>
              <a:t>added new slide with the blind spots
</a:t>
            </a:r>
          </a:p>
        </p188:txBody>
      </p188:reply>
    </p188:replyLst>
    <p188:txBody>
      <a:bodyPr/>
      <a:lstStyle/>
      <a:p>
        <a:r>
          <a:rPr lang="en-US"/>
          <a:t>At this point, we’re starting to dig into OCM and explain how it can help. However, on the first slide, there is a statement that says, “Your supply chain has blind spots.” I’m not sure those blind spots were clearly identified. If I were in the audience, I’d be asking myself: “Where exactly are those blind spots in our supply chain?”</a:t>
        </a:r>
      </a:p>
    </p188:txBody>
    <p188:extLst>
      <p:ext xmlns:p="http://schemas.openxmlformats.org/presentationml/2006/main" uri="{57CB4572-C831-44C2-8A1C-0ADB6CCDFE69}">
        <p223:reactions xmlns:p223="http://schemas.microsoft.com/office/powerpoint/2022/03/main">
          <p223:rxn type="👍">
            <p223:instance time="2026-06-25T08:33:25.186" authorId="{98D6C709-C207-BD8E-B06E-7F305D748799}"/>
          </p223:rxn>
        </p223:reactions>
      </p:ext>
    </p188:extLst>
  </p188:cm>
</p188:cmLst>
</file>

<file path=ppt/comments/modernComment_119_BB989C1B.xml><?xml version="1.0" encoding="utf-8"?>
<p188:cmLst xmlns:a="http://schemas.openxmlformats.org/drawingml/2006/main" xmlns:r="http://schemas.openxmlformats.org/officeDocument/2006/relationships" xmlns:p188="http://schemas.microsoft.com/office/powerpoint/2018/8/main">
  <p188:cm id="{72225AAE-E94C-4525-9E69-1BE11870CCBA}" authorId="{DDD8A6C9-2489-6BC4-4E2B-1BA24F0A757B}" created="2026-06-25T06:21:11.110">
    <ac:txMkLst xmlns:ac="http://schemas.microsoft.com/office/drawing/2013/main/command">
      <pc:docMk xmlns:pc="http://schemas.microsoft.com/office/powerpoint/2013/main/command"/>
      <pc:sldMk xmlns:pc="http://schemas.microsoft.com/office/powerpoint/2013/main/command" cId="3147340827" sldId="281"/>
      <ac:spMk id="7" creationId="{00000000-0000-0000-0000-000000000000}"/>
      <ac:txMk cp="1" len="58">
        <ac:context len="60" hash="2982516986"/>
      </ac:txMk>
    </ac:txMkLst>
    <p188:pos x="864972" y="1040027"/>
    <p188:replyLst>
      <p188:reply id="{B66A4440-57A9-434C-B53C-A0D31FAA6CF9}" authorId="{98D6C709-C207-BD8E-B06E-7F305D748799}" created="2026-06-25T08:50:58.348">
        <p188:txBody>
          <a:bodyPr/>
          <a:lstStyle/>
          <a:p>
            <a:r>
              <a:rPr lang="de-DE"/>
              <a:t>yes, this is where at the beginning of the presentation we need to make clear the difference between bits and pieces in the current way they do and and the way we can do it with OCM, wrap artifacts to larger components and components to larger releases/products. And this is what the transport/transfer handles.
Any idea how we can change and improve it on the slides or build it in the story (== slides notes) ?</a:t>
            </a:r>
          </a:p>
        </p188:txBody>
      </p188:reply>
      <p188:reply id="{0393283E-3001-46A0-8F40-3860BAADFCE3}" authorId="{24550C6C-9765-F72E-DA40-7AF937846DFE}" created="2026-06-30T14:09:32.298">
        <p188:txBody>
          <a:bodyPr/>
          <a:lstStyle/>
          <a:p>
            <a:r>
              <a:rPr lang="en-US"/>
              <a:t>Maybe this comes across when explicitly referencing the previous slide? E.g. "and by 'release' we mean the entire SBOD. That includes all referenced artifacts"</a:t>
            </a:r>
          </a:p>
        </p188:txBody>
      </p188:reply>
      <p188:reply id="{A403AD4C-4A39-B04B-A331-F523DE3A9DC5}" authorId="{98D6C709-C207-BD8E-B06E-7F305D748799}" created="2026-06-30T15:06:16.196">
        <p188:txBody>
          <a:bodyPr/>
          <a:lstStyle/>
          <a:p>
            <a:r>
              <a:rPr lang="en-US"/>
              <a:t>yes, that was the plan. You can also check the speaker notes if the story arc is told correctly there or if we miss anything. 
</a:t>
            </a:r>
          </a:p>
        </p188:txBody>
      </p188:reply>
    </p188:replyLst>
    <p188:txBody>
      <a:bodyPr/>
      <a:lstStyle/>
      <a:p>
        <a:r>
          <a:rPr lang="de-DE"/>
          <a:t>the cool thing with ocm is that it can move the referenced artifacts too</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A5931F-0EF3-F543-AA21-43B754F4DB40}" type="datetimeFigureOut">
              <a:rPr lang="de-DE" smtClean="0"/>
              <a:t>01.07.26</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473606-87F5-5942-8082-20AE3C26AFE1}" type="slidenum">
              <a:rPr lang="de-DE" smtClean="0"/>
              <a:t>‹Nr.›</a:t>
            </a:fld>
            <a:endParaRPr lang="de-DE" dirty="0"/>
          </a:p>
        </p:txBody>
      </p:sp>
    </p:spTree>
    <p:extLst>
      <p:ext uri="{BB962C8B-B14F-4D97-AF65-F5344CB8AC3E}">
        <p14:creationId xmlns:p14="http://schemas.microsoft.com/office/powerpoint/2010/main" val="3405050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noProof="1"/>
          </a:p>
        </p:txBody>
      </p:sp>
      <p:sp>
        <p:nvSpPr>
          <p:cNvPr id="4" name="Foliennummernplatzhalter 3"/>
          <p:cNvSpPr>
            <a:spLocks noGrp="1"/>
          </p:cNvSpPr>
          <p:nvPr>
            <p:ph type="sldNum" sz="quarter" idx="5"/>
          </p:nvPr>
        </p:nvSpPr>
        <p:spPr/>
        <p:txBody>
          <a:bodyPr/>
          <a:lstStyle/>
          <a:p>
            <a:fld id="{61473606-87F5-5942-8082-20AE3C26AFE1}" type="slidenum">
              <a:rPr lang="de-DE" smtClean="0"/>
              <a:t>1</a:t>
            </a:fld>
            <a:endParaRPr lang="de-DE" dirty="0"/>
          </a:p>
        </p:txBody>
      </p:sp>
    </p:spTree>
    <p:extLst>
      <p:ext uri="{BB962C8B-B14F-4D97-AF65-F5344CB8AC3E}">
        <p14:creationId xmlns:p14="http://schemas.microsoft.com/office/powerpoint/2010/main" val="42282891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sz="1200" b="0" i="0" kern="1200" noProof="1">
                <a:solidFill>
                  <a:schemeClr val="tx1"/>
                </a:solidFill>
                <a:effectLst/>
                <a:latin typeface="+mn-lt"/>
                <a:ea typeface="+mn-ea"/>
                <a:cs typeface="+mn-cs"/>
              </a:rPr>
              <a:t>Deliver on the promise from slide 1. Three picturable failures the audience can recognise in their own delivery chain. The slide is intentionally sparse - let the audience read; you fill in the colour.</a:t>
            </a:r>
            <a:br>
              <a:rPr lang="en-US" sz="1200" b="0" i="0" kern="1200" noProof="1">
                <a:solidFill>
                  <a:schemeClr val="tx1"/>
                </a:solidFill>
                <a:effectLst/>
                <a:latin typeface="+mn-lt"/>
                <a:ea typeface="+mn-ea"/>
                <a:cs typeface="+mn-cs"/>
              </a:rPr>
            </a:br>
            <a:endParaRPr lang="en-US" noProof="1"/>
          </a:p>
          <a:p>
            <a:r>
              <a:rPr lang="en-US" noProof="1"/>
              <a:t>&gt; "Three blind spots. Each one is a place the current model literally cannot see."</a:t>
            </a:r>
          </a:p>
          <a:p>
            <a:endParaRPr lang="en-US" noProof="1"/>
          </a:p>
          <a:p>
            <a:r>
              <a:rPr lang="en-US" noProof="1"/>
              <a:t>**Column 1 - Identity drift.** "You signed an artifact at source. Then it moved - to a mirror, to a customer's registry, into an air gap. Each of those transfers changed its reference, because location is part of the name. Downstream verifies a reference you never signed - and most chains don't notice."</a:t>
            </a:r>
          </a:p>
          <a:p>
            <a:endParaRPr lang="en-US" noProof="1"/>
          </a:p>
          <a:p>
            <a:r>
              <a:rPr lang="en-US" noProof="1"/>
              <a:t>**Column 2 - No release envelope.** "A release is twelve things - images, charts, configs, manifests, an SBOM. Today, those get signed separately, if at all. So when a regulator asks for proof that *the release* is what you said it is, you hand them twelve signatures and an explanation."</a:t>
            </a:r>
          </a:p>
          <a:p>
            <a:endParaRPr lang="en-US" noProof="1"/>
          </a:p>
          <a:p>
            <a:r>
              <a:rPr lang="en-US" noProof="1"/>
              <a:t>**Column 3 - Unverified arrival.** "Sovereign-cloud and regulated environments forbid upstream traffic. So either verification ships with the release, or it doesn't happen. In most chains, it doesn't - and the gap shows up at audit time."</a:t>
            </a:r>
          </a:p>
          <a:p>
            <a:endParaRPr lang="en-US" noProof="1"/>
          </a:p>
          <a:p>
            <a:r>
              <a:rPr lang="en-US" noProof="1"/>
              <a:t>&gt; "Those are the blind spots. Now - why now."</a:t>
            </a:r>
          </a:p>
          <a:p>
            <a:endParaRPr lang="en-US" noProof="1"/>
          </a:p>
          <a:p>
            <a:r>
              <a:rPr lang="en-US" noProof="1"/>
              <a:t>Hand off to slide 3.</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en-US"/>
          </a:p>
        </p:txBody>
      </p:sp>
      <p:sp>
        <p:nvSpPr>
          <p:cNvPr id="3" name="Notizenplatzhalter 2"/>
          <p:cNvSpPr>
            <a:spLocks noGrp="1"/>
          </p:cNvSpPr>
          <p:nvPr>
            <p:ph type="body" idx="1"/>
          </p:nvPr>
        </p:nvSpPr>
        <p:spPr/>
        <p:txBody>
          <a:bodyPr/>
          <a:lstStyle/>
          <a:p>
            <a:r>
              <a:rPr lang="de-DE" noProof="1"/>
              <a:t>Don't read the columns. Frame them. The audience has just been shown what is broken; now name why it matters this quarter, not next year.</a:t>
            </a:r>
          </a:p>
          <a:p>
            <a:endParaRPr lang="de-DE" noProof="1"/>
          </a:p>
          <a:p>
            <a:r>
              <a:rPr lang="de-DE" noProof="1"/>
              <a:t>&gt; "Three things are converging right now, and they're not going away."</a:t>
            </a:r>
          </a:p>
          <a:p>
            <a:endParaRPr lang="de-DE" noProof="1"/>
          </a:p>
          <a:p>
            <a:r>
              <a:rPr lang="de-DE" noProof="1"/>
              <a:t>- Column 1 - Sovereignty pressure. "The law draws boundaries - by jurisdiction, by sector, by air-gap.</a:t>
            </a:r>
          </a:p>
          <a:p>
            <a:r>
              <a:rPr lang="de-DE" noProof="1"/>
              <a:t>Software must be deliverable inside each one. If your delivery model can't survive 'no callback to source' inside</a:t>
            </a:r>
          </a:p>
          <a:p>
            <a:r>
              <a:rPr lang="de-DE" noProof="1"/>
              <a:t>a regulated environment, you're not in those markets anymore."</a:t>
            </a:r>
          </a:p>
          <a:p>
            <a:endParaRPr lang="de-DE" noProof="1"/>
          </a:p>
          <a:p>
            <a:r>
              <a:rPr lang="de-DE" noProof="1"/>
              <a:t>- Column 2 - Regulation tightening. "EU DORA, NIS2, CRA - all want provable supply-chain control.</a:t>
            </a:r>
          </a:p>
          <a:p>
            <a:r>
              <a:rPr lang="de-DE" noProof="1"/>
              <a:t>Not 'best effort'. Provable. Machine-readable evidence, at the artifact level, traceable end-to-end."</a:t>
            </a:r>
          </a:p>
          <a:p>
            <a:endParaRPr lang="de-DE" noProof="1"/>
          </a:p>
          <a:p>
            <a:r>
              <a:rPr lang="de-DE" noProof="1"/>
              <a:t>- Column 3 - Supply-chain attacks. "SolarWinds. xz. log4shell.</a:t>
            </a:r>
          </a:p>
          <a:p>
            <a:r>
              <a:rPr lang="de-DE" noProof="1"/>
              <a:t>These weren't theoretical risks - they were live in production.</a:t>
            </a:r>
          </a:p>
          <a:p>
            <a:r>
              <a:rPr lang="de-DE" noProof="1"/>
              <a:t>The lesson the industry took: signatures must survive the journey, or compliance is theatre."</a:t>
            </a:r>
          </a:p>
          <a:p>
            <a:endParaRPr lang="de-DE" noProof="1"/>
          </a:p>
          <a:p>
            <a:r>
              <a:rPr lang="de-DE" noProof="1"/>
              <a:t>&gt; "This is what's pushing the industry toward something different. Not faster pipelines. Different mechanics."</a:t>
            </a:r>
          </a:p>
          <a:p>
            <a:endParaRPr lang="de-DE" noProof="1"/>
          </a:p>
        </p:txBody>
      </p:sp>
      <p:sp>
        <p:nvSpPr>
          <p:cNvPr id="4" name="Foliennummernplatzhalter 3"/>
          <p:cNvSpPr>
            <a:spLocks noGrp="1"/>
          </p:cNvSpPr>
          <p:nvPr>
            <p:ph type="sldNum" sz="quarter" idx="5"/>
          </p:nvPr>
        </p:nvSpPr>
        <p:spPr/>
        <p:txBody>
          <a:bodyPr/>
          <a:lstStyle/>
          <a:p>
            <a:fld id="{61473606-87F5-5942-8082-20AE3C26AFE1}" type="slidenum">
              <a:rPr lang="de-DE" smtClean="0"/>
              <a:t>3</a:t>
            </a:fld>
            <a:endParaRPr lang="de-DE"/>
          </a:p>
        </p:txBody>
      </p:sp>
    </p:spTree>
    <p:extLst>
      <p:ext uri="{BB962C8B-B14F-4D97-AF65-F5344CB8AC3E}">
        <p14:creationId xmlns:p14="http://schemas.microsoft.com/office/powerpoint/2010/main" val="2875846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en-US"/>
          </a:p>
        </p:txBody>
      </p:sp>
      <p:sp>
        <p:nvSpPr>
          <p:cNvPr id="3" name="Notizenplatzhalter 2"/>
          <p:cNvSpPr>
            <a:spLocks noGrp="1"/>
          </p:cNvSpPr>
          <p:nvPr>
            <p:ph type="body" idx="1"/>
          </p:nvPr>
        </p:nvSpPr>
        <p:spPr/>
        <p:txBody>
          <a:bodyPr/>
          <a:lstStyle/>
          <a:p>
            <a:r>
              <a:rPr lang="de-DE" noProof="1"/>
              <a:t>Wait two seconds before talking. Let people read the diagram.</a:t>
            </a:r>
          </a:p>
          <a:p>
            <a:endParaRPr lang="de-DE" noProof="1"/>
          </a:p>
          <a:p>
            <a:r>
              <a:rPr lang="de-DE" noProof="1"/>
              <a:t>&gt; "OCM is one model that ties three things together - your artifacts, your deployment boundaries, and the regulations you're delivering against."</a:t>
            </a:r>
          </a:p>
          <a:p>
            <a:endParaRPr lang="de-DE" noProof="1"/>
          </a:p>
          <a:p>
            <a:r>
              <a:rPr lang="de-DE" noProof="1"/>
              <a:t>&gt; "On the left: every artifact type. Container images, Helm charts, configuration files, binaries. OCM doesn't care what shape your software comes in."</a:t>
            </a:r>
          </a:p>
          <a:p>
            <a:endParaRPr lang="de-DE" noProof="1"/>
          </a:p>
          <a:p>
            <a:r>
              <a:rPr lang="de-DE" noProof="1"/>
              <a:t>&gt; "On the right: every boundary. EU, US, sovereign cloud, customer-owned. Same identity, same signature, regardless of where the component lives."</a:t>
            </a:r>
          </a:p>
          <a:p>
            <a:endParaRPr lang="de-DE" noProof="1"/>
          </a:p>
          <a:p>
            <a:r>
              <a:rPr lang="de-DE" noProof="1"/>
              <a:t>&gt; "And underneath: every compliance regime. DORA, NIS2, CRA - plus the sector-specific ones. OCM gives you the evidence model the regulators are asking for."</a:t>
            </a:r>
          </a:p>
          <a:p>
            <a:endParaRPr lang="de-DE" noProof="1"/>
          </a:p>
          <a:p>
            <a:r>
              <a:rPr lang="de-DE" noProof="1"/>
              <a:t>&gt; "Meet OCM. One identity, every boundary."</a:t>
            </a:r>
          </a:p>
          <a:p>
            <a:endParaRPr lang="de-DE" noProof="1"/>
          </a:p>
          <a:p>
            <a:r>
              <a:rPr lang="de-DE" noProof="1"/>
              <a:t>That's the headline. Move on.</a:t>
            </a:r>
          </a:p>
          <a:p>
            <a:endParaRPr lang="de-DE" noProof="1"/>
          </a:p>
        </p:txBody>
      </p:sp>
      <p:sp>
        <p:nvSpPr>
          <p:cNvPr id="4" name="Foliennummernplatzhalter 3"/>
          <p:cNvSpPr>
            <a:spLocks noGrp="1"/>
          </p:cNvSpPr>
          <p:nvPr>
            <p:ph type="sldNum" sz="quarter" idx="5"/>
          </p:nvPr>
        </p:nvSpPr>
        <p:spPr/>
        <p:txBody>
          <a:bodyPr/>
          <a:lstStyle/>
          <a:p>
            <a:fld id="{61473606-87F5-5942-8082-20AE3C26AFE1}" type="slidenum">
              <a:rPr lang="de-DE" smtClean="0"/>
              <a:t>4</a:t>
            </a:fld>
            <a:endParaRPr lang="de-DE"/>
          </a:p>
        </p:txBody>
      </p:sp>
    </p:spTree>
    <p:extLst>
      <p:ext uri="{BB962C8B-B14F-4D97-AF65-F5344CB8AC3E}">
        <p14:creationId xmlns:p14="http://schemas.microsoft.com/office/powerpoint/2010/main" val="17908475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en-US"/>
          </a:p>
        </p:txBody>
      </p:sp>
      <p:sp>
        <p:nvSpPr>
          <p:cNvPr id="3" name="Notizenplatzhalter 2"/>
          <p:cNvSpPr>
            <a:spLocks noGrp="1"/>
          </p:cNvSpPr>
          <p:nvPr>
            <p:ph type="body" idx="1"/>
          </p:nvPr>
        </p:nvSpPr>
        <p:spPr/>
        <p:txBody>
          <a:bodyPr/>
          <a:lstStyle/>
          <a:p>
            <a:r>
              <a:rPr lang="de-DE" noProof="1"/>
              <a:t>This slide does the conceptual work the rest of the deck builds on. Slow down here.</a:t>
            </a:r>
          </a:p>
          <a:p>
            <a:endParaRPr lang="de-DE" noProof="1"/>
          </a:p>
          <a:p>
            <a:r>
              <a:rPr lang="de-DE" noProof="1"/>
              <a:t>&gt; "There's a category shift happening in how we think about delivery. SBOMs - Software Bills of Materials - were designed for inventory. They tell you what's inside a piece of software. That's useful, but it's not enough."</a:t>
            </a:r>
          </a:p>
          <a:p>
            <a:endParaRPr lang="de-DE" noProof="1"/>
          </a:p>
          <a:p>
            <a:r>
              <a:rPr lang="de-DE" noProof="1"/>
              <a:t>&gt; "A Software Bill of Delivery - SBOD - tells you what you actually delivered. How to verify it, how to transport it, how to operate it. The container images, the Helm chart, the configuration, the manifest of how to deploy."</a:t>
            </a:r>
          </a:p>
          <a:p>
            <a:endParaRPr lang="de-DE" noProof="1"/>
          </a:p>
          <a:p>
            <a:r>
              <a:rPr lang="de-DE" noProof="1"/>
              <a:t>&gt; "An SBOM lists. An SBOD delivers. The SBOM lives inside the SBOD."</a:t>
            </a:r>
          </a:p>
          <a:p>
            <a:endParaRPr lang="de-DE" noProof="1"/>
          </a:p>
          <a:p>
            <a:r>
              <a:rPr lang="de-DE" noProof="1"/>
              <a:t>Read the third bullet only if the audience is reading it. Otherwise paraphrase:</a:t>
            </a:r>
          </a:p>
          <a:p>
            <a:endParaRPr lang="de-DE" noProof="1"/>
          </a:p>
          <a:p>
            <a:r>
              <a:rPr lang="de-DE" noProof="1"/>
              <a:t>&gt; "The point is: OCM doesn't replace your SBOM tooling. It gives the SBOM an envelope."</a:t>
            </a:r>
          </a:p>
          <a:p>
            <a:endParaRPr lang="de-DE" noProof="1"/>
          </a:p>
        </p:txBody>
      </p:sp>
      <p:sp>
        <p:nvSpPr>
          <p:cNvPr id="4" name="Foliennummernplatzhalter 3"/>
          <p:cNvSpPr>
            <a:spLocks noGrp="1"/>
          </p:cNvSpPr>
          <p:nvPr>
            <p:ph type="sldNum" sz="quarter" idx="5"/>
          </p:nvPr>
        </p:nvSpPr>
        <p:spPr/>
        <p:txBody>
          <a:bodyPr/>
          <a:lstStyle/>
          <a:p>
            <a:fld id="{61473606-87F5-5942-8082-20AE3C26AFE1}" type="slidenum">
              <a:rPr lang="de-DE" smtClean="0"/>
              <a:t>5</a:t>
            </a:fld>
            <a:endParaRPr lang="de-DE"/>
          </a:p>
        </p:txBody>
      </p:sp>
    </p:spTree>
    <p:extLst>
      <p:ext uri="{BB962C8B-B14F-4D97-AF65-F5344CB8AC3E}">
        <p14:creationId xmlns:p14="http://schemas.microsoft.com/office/powerpoint/2010/main" val="36929908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en-US"/>
          </a:p>
        </p:txBody>
      </p:sp>
      <p:sp>
        <p:nvSpPr>
          <p:cNvPr id="3" name="Notizenplatzhalter 2"/>
          <p:cNvSpPr>
            <a:spLocks noGrp="1"/>
          </p:cNvSpPr>
          <p:nvPr>
            <p:ph type="body" idx="1"/>
          </p:nvPr>
        </p:nvSpPr>
        <p:spPr/>
        <p:txBody>
          <a:bodyPr/>
          <a:lstStyle/>
          <a:p>
            <a:r>
              <a:rPr lang="de-DE" noProof="1"/>
              <a:t>The diagram is the point. Don't talk over it.</a:t>
            </a:r>
          </a:p>
          <a:p>
            <a:endParaRPr lang="de-DE" noProof="1"/>
          </a:p>
          <a:p>
            <a:r>
              <a:rPr lang="de-DE" noProof="1"/>
              <a:t>&gt; "Visually: this is what an SBOD contains. Container images, charts, manifests, configs, the SBOM itself. One signed envelope. One identity at the top. Everything you delivered."</a:t>
            </a:r>
          </a:p>
          <a:p>
            <a:endParaRPr lang="de-DE" noProof="1"/>
          </a:p>
          <a:p>
            <a:r>
              <a:rPr lang="de-DE" noProof="1"/>
              <a:t>Pause. Let people look.</a:t>
            </a:r>
          </a:p>
          <a:p>
            <a:endParaRPr lang="de-DE" noProof="1"/>
          </a:p>
          <a:p>
            <a:r>
              <a:rPr lang="de-DE" noProof="1"/>
              <a:t>&gt; "If you take one thing from this talk, take this picture."</a:t>
            </a:r>
          </a:p>
          <a:p>
            <a:endParaRPr lang="de-DE" noProof="1"/>
          </a:p>
        </p:txBody>
      </p:sp>
      <p:sp>
        <p:nvSpPr>
          <p:cNvPr id="4" name="Foliennummernplatzhalter 3"/>
          <p:cNvSpPr>
            <a:spLocks noGrp="1"/>
          </p:cNvSpPr>
          <p:nvPr>
            <p:ph type="sldNum" sz="quarter" idx="5"/>
          </p:nvPr>
        </p:nvSpPr>
        <p:spPr/>
        <p:txBody>
          <a:bodyPr/>
          <a:lstStyle/>
          <a:p>
            <a:fld id="{61473606-87F5-5942-8082-20AE3C26AFE1}" type="slidenum">
              <a:rPr lang="de-DE" smtClean="0"/>
              <a:t>6</a:t>
            </a:fld>
            <a:endParaRPr lang="de-DE"/>
          </a:p>
        </p:txBody>
      </p:sp>
    </p:spTree>
    <p:extLst>
      <p:ext uri="{BB962C8B-B14F-4D97-AF65-F5344CB8AC3E}">
        <p14:creationId xmlns:p14="http://schemas.microsoft.com/office/powerpoint/2010/main" val="845024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en-US"/>
          </a:p>
        </p:txBody>
      </p:sp>
      <p:sp>
        <p:nvSpPr>
          <p:cNvPr id="3" name="Notizenplatzhalter 2"/>
          <p:cNvSpPr>
            <a:spLocks noGrp="1"/>
          </p:cNvSpPr>
          <p:nvPr>
            <p:ph type="body" idx="1"/>
          </p:nvPr>
        </p:nvSpPr>
        <p:spPr/>
        <p:txBody>
          <a:bodyPr/>
          <a:lstStyle/>
          <a:p>
            <a:r>
              <a:rPr lang="de-DE" noProof="1"/>
              <a:t>This is the objection-handling slide. Almost everyone in the room is thinking "we already have signing / registries / scanners". Address that head-on.</a:t>
            </a:r>
          </a:p>
          <a:p>
            <a:endParaRPr lang="de-DE" noProof="1"/>
          </a:p>
          <a:p>
            <a:r>
              <a:rPr lang="de-DE" noProof="1"/>
              <a:t>&gt; "</a:t>
            </a:r>
            <a:r>
              <a:rPr lang="de-DE" sz="1200" b="0" i="0" u="none" strike="noStrike" kern="1200" noProof="1">
                <a:solidFill>
                  <a:schemeClr val="tx1"/>
                </a:solidFill>
                <a:effectLst/>
                <a:latin typeface="+mn-lt"/>
                <a:ea typeface="+mn-ea"/>
                <a:cs typeface="+mn-cs"/>
              </a:rPr>
              <a:t>Disarm something first. </a:t>
            </a:r>
            <a:r>
              <a:rPr lang="de-DE" noProof="1"/>
              <a:t>You probably hear me say 'OCM' and think - we already have signing. We have registries. We have scanners. Why do I need another thing?"</a:t>
            </a:r>
          </a:p>
          <a:p>
            <a:endParaRPr lang="de-DE" noProof="1"/>
          </a:p>
          <a:p>
            <a:r>
              <a:rPr lang="de-DE" noProof="1"/>
              <a:t>&gt; "OCM doesn't replace any of that. OCM composes around what you already have."</a:t>
            </a:r>
          </a:p>
          <a:p>
            <a:endParaRPr lang="de-DE" noProof="1"/>
          </a:p>
          <a:p>
            <a:r>
              <a:rPr lang="de-DE" noProof="1"/>
              <a:t>Walk through the columns. One sentence each. The slide gives you setup; you deliver the punchline.</a:t>
            </a:r>
          </a:p>
          <a:p>
            <a:endParaRPr lang="de-DE" noProof="1"/>
          </a:p>
          <a:p>
            <a:r>
              <a:rPr lang="de-DE" noProof="1"/>
              <a:t>&gt; "Signing: you sign artifacts today. OCM signs the release as a whole - one signature, every digest. So the signature you check at the destination is one check, not twelve."</a:t>
            </a:r>
          </a:p>
          <a:p>
            <a:endParaRPr lang="de-DE" noProof="1"/>
          </a:p>
          <a:p>
            <a:r>
              <a:rPr lang="de-DE" noProof="1"/>
              <a:t>&gt; "Transport: your registries differ - by vendor, by location, sometimes air-gapped archives. OCM moves the release across all of them. The identity stays."</a:t>
            </a:r>
          </a:p>
          <a:p>
            <a:endParaRPr lang="de-DE" noProof="1"/>
          </a:p>
          <a:p>
            <a:r>
              <a:rPr lang="de-DE" noProof="1"/>
              <a:t>&gt; "Compliance: your scanners look at one artifact at a time. OCM correlates findings to the release. Compliance becomes continuous - not a project that starts every quarter."</a:t>
            </a:r>
          </a:p>
          <a:p>
            <a:endParaRPr lang="de-DE" noProof="1"/>
          </a:p>
          <a:p>
            <a:r>
              <a:rPr lang="de-DE" noProof="1"/>
              <a:t>&gt; "Same tools. New connective tissue."</a:t>
            </a:r>
          </a:p>
          <a:p>
            <a:endParaRPr lang="de-DE" noProof="1"/>
          </a:p>
        </p:txBody>
      </p:sp>
      <p:sp>
        <p:nvSpPr>
          <p:cNvPr id="4" name="Foliennummernplatzhalter 3"/>
          <p:cNvSpPr>
            <a:spLocks noGrp="1"/>
          </p:cNvSpPr>
          <p:nvPr>
            <p:ph type="sldNum" sz="quarter" idx="5"/>
          </p:nvPr>
        </p:nvSpPr>
        <p:spPr/>
        <p:txBody>
          <a:bodyPr/>
          <a:lstStyle/>
          <a:p>
            <a:fld id="{61473606-87F5-5942-8082-20AE3C26AFE1}" type="slidenum">
              <a:rPr lang="de-DE" smtClean="0"/>
              <a:t>7</a:t>
            </a:fld>
            <a:endParaRPr lang="de-DE"/>
          </a:p>
        </p:txBody>
      </p:sp>
    </p:spTree>
    <p:extLst>
      <p:ext uri="{BB962C8B-B14F-4D97-AF65-F5344CB8AC3E}">
        <p14:creationId xmlns:p14="http://schemas.microsoft.com/office/powerpoint/2010/main" val="4136443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r>
              <a:rPr lang="de-DE" noProof="1"/>
              <a:t>Big diagram, four verbs, this is the demo replacement.</a:t>
            </a:r>
          </a:p>
          <a:p>
            <a:endParaRPr lang="de-DE" noProof="1"/>
          </a:p>
          <a:p>
            <a:r>
              <a:rPr lang="de-DE" noProof="1"/>
              <a:t>&gt; "Here's the whole flow on one slide. Four verbs."</a:t>
            </a:r>
          </a:p>
          <a:p>
            <a:endParaRPr lang="de-DE" noProof="1"/>
          </a:p>
          <a:p>
            <a:r>
              <a:rPr lang="de-DE" noProof="1"/>
              <a:t>**Point at PACK.** "Pack. You bundle whatever your software actually needs - the image, the chart, the config - into one named, versioned component. One source of truth."</a:t>
            </a:r>
          </a:p>
          <a:p>
            <a:endParaRPr lang="de-DE" noProof="1"/>
          </a:p>
          <a:p>
            <a:r>
              <a:rPr lang="de-DE" noProof="1"/>
              <a:t>**Point at SIGN.** "Sign. One signature covers every artifact in the bundle. By digest. So if anything changes, the signature breaks."</a:t>
            </a:r>
          </a:p>
          <a:p>
            <a:endParaRPr lang="de-DE" noProof="1"/>
          </a:p>
          <a:p>
            <a:r>
              <a:rPr lang="de-DE" noProof="1"/>
              <a:t>**Point at TRANSPORT.** "Transport. The component moves across registry boundaries. Cloud to cloud, region to region, even into an air-gapped archive - without the signature breaking."</a:t>
            </a:r>
          </a:p>
          <a:p>
            <a:endParaRPr lang="de-DE" noProof="1"/>
          </a:p>
          <a:p>
            <a:r>
              <a:rPr lang="de-DE" noProof="1"/>
              <a:t>**Point at DEPLOY.** "Deploy. At the destination, the receiver verifies the signature, unpacks the bundle, deploys it. GitOps or OCM K8s controllers - your choice. No callback upstream."</a:t>
            </a:r>
          </a:p>
          <a:p>
            <a:endParaRPr lang="de-DE" noProof="1"/>
          </a:p>
          <a:p>
            <a:r>
              <a:rPr lang="de-DE" noProof="1"/>
              <a:t>&gt; "Pack, sign, transport, deploy. That's OCM in operation."</a:t>
            </a:r>
          </a:p>
          <a:p>
            <a:endParaRPr lang="de-DE" noProof="1"/>
          </a:p>
        </p:txBody>
      </p:sp>
      <p:sp>
        <p:nvSpPr>
          <p:cNvPr id="4" name="Foliennummernplatzhalter 3"/>
          <p:cNvSpPr>
            <a:spLocks noGrp="1"/>
          </p:cNvSpPr>
          <p:nvPr>
            <p:ph type="sldNum" sz="quarter" idx="5"/>
          </p:nvPr>
        </p:nvSpPr>
        <p:spPr/>
        <p:txBody>
          <a:bodyPr/>
          <a:lstStyle/>
          <a:p>
            <a:fld id="{61473606-87F5-5942-8082-20AE3C26AFE1}" type="slidenum">
              <a:rPr lang="de-DE" smtClean="0"/>
              <a:t>8</a:t>
            </a:fld>
            <a:endParaRPr lang="de-DE"/>
          </a:p>
        </p:txBody>
      </p:sp>
    </p:spTree>
    <p:extLst>
      <p:ext uri="{BB962C8B-B14F-4D97-AF65-F5344CB8AC3E}">
        <p14:creationId xmlns:p14="http://schemas.microsoft.com/office/powerpoint/2010/main" val="23712216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en-US"/>
          </a:p>
        </p:txBody>
      </p:sp>
      <p:sp>
        <p:nvSpPr>
          <p:cNvPr id="3" name="Notizenplatzhalter 2"/>
          <p:cNvSpPr>
            <a:spLocks noGrp="1"/>
          </p:cNvSpPr>
          <p:nvPr>
            <p:ph type="body" idx="1"/>
          </p:nvPr>
        </p:nvSpPr>
        <p:spPr/>
        <p:txBody>
          <a:bodyPr/>
          <a:lstStyle/>
          <a:p>
            <a:r>
              <a:rPr lang="de-DE" noProof="1"/>
              <a:t>This is the slide for the regulator-and-CISO conversation.</a:t>
            </a:r>
          </a:p>
          <a:p>
            <a:endParaRPr lang="de-DE" noProof="1"/>
          </a:p>
          <a:p>
            <a:r>
              <a:rPr lang="de-DE" noProof="1"/>
              <a:t>&gt; "Sovereign-ready isn't a checkbox. It's a property of the delivery model. Four things have to be true."</a:t>
            </a:r>
          </a:p>
          <a:p>
            <a:endParaRPr lang="de-DE" noProof="1"/>
          </a:p>
          <a:p>
            <a:r>
              <a:rPr lang="de-DE" noProof="1"/>
              <a:t>**Bullet 1 - Identity.** "Location-independent. The component carries its name regardless of registry. Same identity in your dev cluster and in a customer's air-gapped data centre."</a:t>
            </a:r>
          </a:p>
          <a:p>
            <a:endParaRPr lang="de-DE" noProof="1"/>
          </a:p>
          <a:p>
            <a:r>
              <a:rPr lang="de-DE" noProof="1"/>
              <a:t>**Bullet 2 - Signatures.** "Location-independent. Sign once at source, verify anywhere downstream. No callback upstream."</a:t>
            </a:r>
          </a:p>
          <a:p>
            <a:endParaRPr lang="de-DE" noProof="1"/>
          </a:p>
          <a:p>
            <a:r>
              <a:rPr lang="de-DE" noProof="1"/>
              <a:t>**Bullet 3 - Day-2 ops.** "Inside the boundary. Once a component is in the sovereign environment, subscribe to it, pull upgrades, scale across regions. Still no callback."</a:t>
            </a:r>
          </a:p>
          <a:p>
            <a:endParaRPr lang="de-DE" noProof="1"/>
          </a:p>
          <a:p>
            <a:r>
              <a:rPr lang="de-DE" noProof="1"/>
              <a:t>**Bullet 4 - Transfer.** "Self-contained. Every artifact travels with the component. The destination needs nothing more."</a:t>
            </a:r>
          </a:p>
          <a:p>
            <a:endParaRPr lang="de-DE" noProof="1"/>
          </a:p>
          <a:p>
            <a:r>
              <a:rPr lang="de-DE" noProof="1"/>
              <a:t>&gt; "Trust, but verify. The component is the trust boundary - not the registry, not the network."</a:t>
            </a:r>
          </a:p>
          <a:p>
            <a:endParaRPr lang="de-DE" noProof="1"/>
          </a:p>
        </p:txBody>
      </p:sp>
      <p:sp>
        <p:nvSpPr>
          <p:cNvPr id="4" name="Foliennummernplatzhalter 3"/>
          <p:cNvSpPr>
            <a:spLocks noGrp="1"/>
          </p:cNvSpPr>
          <p:nvPr>
            <p:ph type="sldNum" sz="quarter" idx="5"/>
          </p:nvPr>
        </p:nvSpPr>
        <p:spPr/>
        <p:txBody>
          <a:bodyPr/>
          <a:lstStyle/>
          <a:p>
            <a:fld id="{61473606-87F5-5942-8082-20AE3C26AFE1}" type="slidenum">
              <a:rPr lang="de-DE" smtClean="0"/>
              <a:t>9</a:t>
            </a:fld>
            <a:endParaRPr lang="de-DE"/>
          </a:p>
        </p:txBody>
      </p:sp>
    </p:spTree>
    <p:extLst>
      <p:ext uri="{BB962C8B-B14F-4D97-AF65-F5344CB8AC3E}">
        <p14:creationId xmlns:p14="http://schemas.microsoft.com/office/powerpoint/2010/main" val="31306745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en-US"/>
          </a:p>
        </p:txBody>
      </p:sp>
      <p:sp>
        <p:nvSpPr>
          <p:cNvPr id="3" name="Notizenplatzhalter 2"/>
          <p:cNvSpPr>
            <a:spLocks noGrp="1"/>
          </p:cNvSpPr>
          <p:nvPr>
            <p:ph type="body" idx="1"/>
          </p:nvPr>
        </p:nvSpPr>
        <p:spPr/>
        <p:txBody>
          <a:bodyPr/>
          <a:lstStyle/>
          <a:p>
            <a:r>
              <a:rPr lang="de-DE" noProof="1"/>
              <a:t>Reinforce the previous slide visually.</a:t>
            </a:r>
          </a:p>
          <a:p>
            <a:endParaRPr lang="de-DE" noProof="1"/>
          </a:p>
          <a:p>
            <a:r>
              <a:rPr lang="de-DE" noProof="1"/>
              <a:t>&gt; "On the left: source side. You pack and sign. Public registry, your dev environment, doesn't matter."</a:t>
            </a:r>
          </a:p>
          <a:p>
            <a:endParaRPr lang="de-DE" noProof="1"/>
          </a:p>
          <a:p>
            <a:r>
              <a:rPr lang="de-DE" noProof="1"/>
              <a:t>&gt; "Down the middle: the trust boundary. This is the air gap, the sovereign cloud edge, the regulated network perimeter. No traffic crosses it without explicit transfer."</a:t>
            </a:r>
          </a:p>
          <a:p>
            <a:endParaRPr lang="de-DE" noProof="1"/>
          </a:p>
          <a:p>
            <a:r>
              <a:rPr lang="de-DE" noProof="1"/>
              <a:t>&gt; "On the right: sovereign target. The component lands. The local registry receives it. Verification happens locally - same signature, same identity, no upstream traffic. The K8s cluster pulls from the local registry. Auditor signs off based on the component's own evidence."</a:t>
            </a:r>
          </a:p>
          <a:p>
            <a:endParaRPr lang="de-DE" noProof="1"/>
          </a:p>
          <a:p>
            <a:r>
              <a:rPr lang="de-DE" noProof="1"/>
              <a:t>&gt; "Same identity. Same signature. Any location. That's the property."</a:t>
            </a:r>
          </a:p>
          <a:p>
            <a:endParaRPr lang="de-DE" noProof="1"/>
          </a:p>
        </p:txBody>
      </p:sp>
      <p:sp>
        <p:nvSpPr>
          <p:cNvPr id="4" name="Foliennummernplatzhalter 3"/>
          <p:cNvSpPr>
            <a:spLocks noGrp="1"/>
          </p:cNvSpPr>
          <p:nvPr>
            <p:ph type="sldNum" sz="quarter" idx="5"/>
          </p:nvPr>
        </p:nvSpPr>
        <p:spPr/>
        <p:txBody>
          <a:bodyPr/>
          <a:lstStyle/>
          <a:p>
            <a:fld id="{61473606-87F5-5942-8082-20AE3C26AFE1}" type="slidenum">
              <a:rPr lang="de-DE" smtClean="0"/>
              <a:t>10</a:t>
            </a:fld>
            <a:endParaRPr lang="de-DE"/>
          </a:p>
        </p:txBody>
      </p:sp>
    </p:spTree>
    <p:extLst>
      <p:ext uri="{BB962C8B-B14F-4D97-AF65-F5344CB8AC3E}">
        <p14:creationId xmlns:p14="http://schemas.microsoft.com/office/powerpoint/2010/main" val="7060172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en-US"/>
          </a:p>
        </p:txBody>
      </p:sp>
      <p:sp>
        <p:nvSpPr>
          <p:cNvPr id="3" name="Notizenplatzhalter 2"/>
          <p:cNvSpPr>
            <a:spLocks noGrp="1"/>
          </p:cNvSpPr>
          <p:nvPr>
            <p:ph type="body" idx="1"/>
          </p:nvPr>
        </p:nvSpPr>
        <p:spPr/>
        <p:txBody>
          <a:bodyPr/>
          <a:lstStyle/>
          <a:p>
            <a:r>
              <a:rPr lang="de-DE" noProof="1"/>
              <a:t>Brief stop here. Don't go deep - this is the "and there's tooling around it" slide.</a:t>
            </a:r>
          </a:p>
          <a:p>
            <a:endParaRPr lang="de-DE" noProof="1"/>
          </a:p>
          <a:p>
            <a:r>
              <a:rPr lang="de-DE" noProof="1"/>
              <a:t>&gt; "There's an open-source compliance engine that runs on top of OCM. It's called Open Delivery Gear - ODG. Built on the same primitives as the rest of OCM."</a:t>
            </a:r>
          </a:p>
          <a:p>
            <a:endParaRPr lang="de-DE" noProof="1"/>
          </a:p>
          <a:p>
            <a:r>
              <a:rPr lang="de-DE" noProof="1"/>
              <a:t>&gt; "ODG scans every component continuously, even after release, and correlates findings by component identity. Auditors get evidence, not spreadsheets."</a:t>
            </a:r>
          </a:p>
          <a:p>
            <a:endParaRPr lang="de-DE" noProof="1"/>
          </a:p>
          <a:p>
            <a:r>
              <a:rPr lang="de-DE" noProof="1"/>
              <a:t>&gt; "What that means in practice: when CVE-something-2026 drops at 11pm, you don't ask 'which of our products is affected'. You query the OCM coordinate system, you get a list, and you see the rescored risk for each one - patch what matters, not the noise."</a:t>
            </a:r>
          </a:p>
          <a:p>
            <a:endParaRPr lang="de-DE" noProof="1"/>
          </a:p>
          <a:p>
            <a:r>
              <a:rPr lang="de-DE" noProof="1"/>
              <a:t>&gt; "Compliance becomes a property of the system. Not a Q3 deliverable."</a:t>
            </a:r>
          </a:p>
          <a:p>
            <a:endParaRPr lang="de-DE" noProof="1"/>
          </a:p>
        </p:txBody>
      </p:sp>
      <p:sp>
        <p:nvSpPr>
          <p:cNvPr id="4" name="Foliennummernplatzhalter 3"/>
          <p:cNvSpPr>
            <a:spLocks noGrp="1"/>
          </p:cNvSpPr>
          <p:nvPr>
            <p:ph type="sldNum" sz="quarter" idx="5"/>
          </p:nvPr>
        </p:nvSpPr>
        <p:spPr/>
        <p:txBody>
          <a:bodyPr/>
          <a:lstStyle/>
          <a:p>
            <a:fld id="{61473606-87F5-5942-8082-20AE3C26AFE1}" type="slidenum">
              <a:rPr lang="de-DE" smtClean="0"/>
              <a:t>11</a:t>
            </a:fld>
            <a:endParaRPr lang="de-DE"/>
          </a:p>
        </p:txBody>
      </p:sp>
    </p:spTree>
    <p:extLst>
      <p:ext uri="{BB962C8B-B14F-4D97-AF65-F5344CB8AC3E}">
        <p14:creationId xmlns:p14="http://schemas.microsoft.com/office/powerpoint/2010/main" val="4486177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en-US"/>
          </a:p>
        </p:txBody>
      </p:sp>
      <p:sp>
        <p:nvSpPr>
          <p:cNvPr id="3" name="Notizenplatzhalter 2"/>
          <p:cNvSpPr>
            <a:spLocks noGrp="1"/>
          </p:cNvSpPr>
          <p:nvPr>
            <p:ph type="body" idx="1"/>
          </p:nvPr>
        </p:nvSpPr>
        <p:spPr/>
        <p:txBody>
          <a:bodyPr/>
          <a:lstStyle/>
          <a:p>
            <a:r>
              <a:rPr lang="de-DE" sz="1200" kern="1200" noProof="1">
                <a:solidFill>
                  <a:schemeClr val="tx1"/>
                </a:solidFill>
                <a:effectLst/>
                <a:latin typeface="+mn-lt"/>
                <a:ea typeface="+mn-ea"/>
                <a:cs typeface="+mn-cs"/>
              </a:rPr>
              <a:t>Pause. Let them read the tiles. Two seconds. They will read them whether you talk or not.</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Then one line to frame:</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"Six outcomes. All of them coming from the same model. That's the point of the slide. Not that OCM does six things, but that all six come out of one primitive."</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Now walk the tiles. One concretising sentence each. Not the tile title again. What the tile title doesn't say.</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 Artifact signing across stacks. "Today you have cosign for images, package signatures for charts, something else for SBOMs. Every tool signs a different thing, no two verify the same way. With OCM the whole release is signed once and every downstream verifier does the same check."</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 Air-gapped delivery. "Regulated customers don't just want signatures. They want to run the verification themselves, offline, on their own hardware. OCM was designed for that from day one. Nothing in the verify path calls upstream."</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 Kubernetes-native deployment. "The OCM K8s controllers verify and apply components directly. No shell scripts around your Helm install to bolt on integrity. The check is the deploy path."</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 Asynchronous security scans. "A CVE dropping two months after release used to mean 'rebuild the world'. With OCM the finding attaches to the component identity, so you know exactly which shipped release is affected and where it went. You patch the affected components, not the fleet."</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 One source of truth. "When a landscape has to be rebuilt, from scratch, in a new region, or after a compliance decision, today it's manual archaeology across tickets and configs. With OCM: one signed descriptor per delivery, and the landscape rebuilds from that."</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 Automated compliance reporting. "Auditors ask for SBOMs, VEX, provenance, attestations. Today those live in spreadsheets that go stale the moment they're produced. With OCM the reports are composed from the SBOD metadata itself, so they don't drift from what actually shipped."</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Land it:</a:t>
            </a:r>
            <a:br>
              <a:rPr lang="de-DE" sz="1200" kern="1200" noProof="1">
                <a:solidFill>
                  <a:schemeClr val="tx1"/>
                </a:solidFill>
                <a:effectLst/>
                <a:latin typeface="+mn-lt"/>
                <a:ea typeface="+mn-ea"/>
                <a:cs typeface="+mn-cs"/>
              </a:rPr>
            </a:br>
            <a:br>
              <a:rPr lang="de-DE" sz="1200" kern="1200" noProof="1">
                <a:solidFill>
                  <a:schemeClr val="tx1"/>
                </a:solidFill>
                <a:effectLst/>
                <a:latin typeface="+mn-lt"/>
                <a:ea typeface="+mn-ea"/>
                <a:cs typeface="+mn-cs"/>
              </a:rPr>
            </a:br>
            <a:r>
              <a:rPr lang="de-DE" sz="1200" kern="1200" noProof="1">
                <a:solidFill>
                  <a:schemeClr val="tx1"/>
                </a:solidFill>
                <a:effectLst/>
                <a:latin typeface="+mn-lt"/>
                <a:ea typeface="+mn-ea"/>
                <a:cs typeface="+mn-cs"/>
              </a:rPr>
              <a:t>"Six outcomes. One model. That's what OCM unlocks."</a:t>
            </a:r>
          </a:p>
        </p:txBody>
      </p:sp>
      <p:sp>
        <p:nvSpPr>
          <p:cNvPr id="4" name="Foliennummernplatzhalter 3"/>
          <p:cNvSpPr>
            <a:spLocks noGrp="1"/>
          </p:cNvSpPr>
          <p:nvPr>
            <p:ph type="sldNum" sz="quarter" idx="5"/>
          </p:nvPr>
        </p:nvSpPr>
        <p:spPr/>
        <p:txBody>
          <a:bodyPr/>
          <a:lstStyle/>
          <a:p>
            <a:fld id="{61473606-87F5-5942-8082-20AE3C26AFE1}" type="slidenum">
              <a:rPr lang="de-DE" smtClean="0"/>
              <a:t>12</a:t>
            </a:fld>
            <a:endParaRPr lang="de-DE"/>
          </a:p>
        </p:txBody>
      </p:sp>
    </p:spTree>
    <p:extLst>
      <p:ext uri="{BB962C8B-B14F-4D97-AF65-F5344CB8AC3E}">
        <p14:creationId xmlns:p14="http://schemas.microsoft.com/office/powerpoint/2010/main" val="38579080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en-US"/>
          </a:p>
        </p:txBody>
      </p:sp>
      <p:sp>
        <p:nvSpPr>
          <p:cNvPr id="3" name="Notizenplatzhalter 2"/>
          <p:cNvSpPr>
            <a:spLocks noGrp="1"/>
          </p:cNvSpPr>
          <p:nvPr>
            <p:ph type="body" idx="1"/>
          </p:nvPr>
        </p:nvSpPr>
        <p:spPr/>
        <p:txBody>
          <a:bodyPr/>
          <a:lstStyle/>
          <a:p>
            <a:r>
              <a:rPr lang="de-DE" dirty="0"/>
              <a:t>Ground </a:t>
            </a:r>
            <a:r>
              <a:rPr lang="de-DE"/>
              <a:t>the credibility. Be honest about scale; don't oversell. The title carries four claims - let it speak; you fill in the colour.</a:t>
            </a:r>
            <a:endParaRPr lang="de-DE" dirty="0"/>
          </a:p>
          <a:p>
            <a:endParaRPr lang="de-DE" dirty="0"/>
          </a:p>
          <a:p>
            <a:r>
              <a:rPr lang="de-DE"/>
              <a:t>&gt; "OCM isn't a research project. SAP stewards the engineering investment. NeoNephos - the foundation - governs the standard. The result is in production today."</a:t>
            </a:r>
            <a:endParaRPr lang="de-DE" dirty="0"/>
          </a:p>
          <a:p>
            <a:endParaRPr lang="de-DE" dirty="0"/>
          </a:p>
          <a:p>
            <a:r>
              <a:rPr lang="de-DE"/>
              <a:t>**Point at the top row.** "BWI is Germany's federal IT service. SAP NS2 handles regulated US workloads. Both run on OCM. That's the production proof."</a:t>
            </a:r>
            <a:endParaRPr lang="de-DE" dirty="0"/>
          </a:p>
          <a:p>
            <a:endParaRPr lang="de-DE" dirty="0"/>
          </a:p>
          <a:p>
            <a:r>
              <a:rPr lang="de-DE"/>
              <a:t>**Point at the bottom row.** "And a peer ecosystem has converged around the model. Gardener - SAP's open-source Kubernetes orchestrator, in production for over five years. Kyma. OpenControlPlane. Platform Mesh. Each does something different; each builds on the OCM primitive."</a:t>
            </a:r>
            <a:endParaRPr lang="de-DE" dirty="0"/>
          </a:p>
          <a:p>
            <a:endParaRPr lang="de-DE" dirty="0"/>
          </a:p>
          <a:p>
            <a:r>
              <a:rPr lang="de-DE"/>
              <a:t>&gt; "Aligned with NeoNephos. Open source. Production-grade."</a:t>
            </a:r>
            <a:endParaRPr lang="de-DE" dirty="0"/>
          </a:p>
          <a:p>
            <a:endParaRPr lang="de-DE" dirty="0"/>
          </a:p>
        </p:txBody>
      </p:sp>
      <p:sp>
        <p:nvSpPr>
          <p:cNvPr id="4" name="Foliennummernplatzhalter 3"/>
          <p:cNvSpPr>
            <a:spLocks noGrp="1"/>
          </p:cNvSpPr>
          <p:nvPr>
            <p:ph type="sldNum" sz="quarter" idx="5"/>
          </p:nvPr>
        </p:nvSpPr>
        <p:spPr/>
        <p:txBody>
          <a:bodyPr/>
          <a:lstStyle/>
          <a:p>
            <a:fld id="{61473606-87F5-5942-8082-20AE3C26AFE1}" type="slidenum">
              <a:rPr lang="de-DE" smtClean="0"/>
              <a:t>13</a:t>
            </a:fld>
            <a:endParaRPr lang="de-DE"/>
          </a:p>
        </p:txBody>
      </p:sp>
    </p:spTree>
    <p:extLst>
      <p:ext uri="{BB962C8B-B14F-4D97-AF65-F5344CB8AC3E}">
        <p14:creationId xmlns:p14="http://schemas.microsoft.com/office/powerpoint/2010/main" val="6187839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en-US"/>
          </a:p>
        </p:txBody>
      </p:sp>
      <p:sp>
        <p:nvSpPr>
          <p:cNvPr id="3" name="Notizenplatzhalter 2"/>
          <p:cNvSpPr>
            <a:spLocks noGrp="1"/>
          </p:cNvSpPr>
          <p:nvPr>
            <p:ph type="body" idx="1"/>
          </p:nvPr>
        </p:nvSpPr>
        <p:spPr/>
        <p:txBody>
          <a:bodyPr/>
          <a:lstStyle/>
          <a:p>
            <a:r>
              <a:rPr lang="de-DE" noProof="1"/>
              <a:t>Close with the ask. Plain language. The asks are exec-shaped - pilot a delivery, hear back from the team that ran it, bring your delivery problem to the standard while it's being shaped. The CLI and the GitHub repo are still in the footer for any platform lead in the room, but they are not the headline.</a:t>
            </a:r>
          </a:p>
          <a:p>
            <a:endParaRPr lang="de-DE" noProof="1"/>
          </a:p>
          <a:p>
            <a:r>
              <a:rPr lang="de-DE" noProof="1"/>
              <a:t>&gt; "Three asks."</a:t>
            </a:r>
          </a:p>
          <a:p>
            <a:endParaRPr lang="de-DE" noProof="1"/>
          </a:p>
          <a:p>
            <a:r>
              <a:rPr lang="de-DE" noProof="1"/>
              <a:t>&gt; "Pilot. Pick one regulated delivery you're already shipping. Pack it as an OCM component this quarter. Not a proof of concept in a sandbox - something real, something that's already going through compliance friction. That's where the early payoff is."</a:t>
            </a:r>
          </a:p>
          <a:p>
            <a:endParaRPr lang="de-DE" noProof="1"/>
          </a:p>
          <a:p>
            <a:r>
              <a:rPr lang="de-DE" noProof="1"/>
              <a:t>&gt; "Evaluate. </a:t>
            </a:r>
            <a:r>
              <a:rPr lang="de-DE" sz="1200" b="0" i="0" kern="1200" noProof="1">
                <a:solidFill>
                  <a:schemeClr val="tx1"/>
                </a:solidFill>
                <a:effectLst/>
                <a:latin typeface="+mn-lt"/>
                <a:ea typeface="+mn-ea"/>
                <a:cs typeface="+mn-cs"/>
              </a:rPr>
              <a:t>Have your platform-engineering and security leads brief you on what they found. If the model fits your delivery, they'll come back saying so without prompting.</a:t>
            </a:r>
            <a:r>
              <a:rPr lang="de-DE" noProof="1"/>
              <a:t>."</a:t>
            </a:r>
          </a:p>
          <a:p>
            <a:endParaRPr lang="de-DE" noProof="1"/>
          </a:p>
          <a:p>
            <a:r>
              <a:rPr lang="de-DE" noProof="1"/>
              <a:t>&gt; "Engage. Bring your delivery problem to the steering conversation. The standard is open and being shaped right now. The reality of what you ship is the input we need. ocm.software for the entry point - github dot com slash open-component-model for the code - community Slack and steering meetings linked from the website."</a:t>
            </a:r>
          </a:p>
          <a:p>
            <a:endParaRPr lang="de-DE" noProof="1"/>
          </a:p>
          <a:p>
            <a:r>
              <a:rPr lang="de-DE" noProof="1"/>
              <a:t>&gt; "Pilot. Evaluate. Engage. That's the ask. Thank you – Time for questions</a:t>
            </a:r>
          </a:p>
          <a:p>
            <a:endParaRPr lang="de-DE" noProof="1"/>
          </a:p>
          <a:p>
            <a:endParaRPr lang="de-DE" noProof="1"/>
          </a:p>
        </p:txBody>
      </p:sp>
      <p:sp>
        <p:nvSpPr>
          <p:cNvPr id="4" name="Foliennummernplatzhalter 3"/>
          <p:cNvSpPr>
            <a:spLocks noGrp="1"/>
          </p:cNvSpPr>
          <p:nvPr>
            <p:ph type="sldNum" sz="quarter" idx="5"/>
          </p:nvPr>
        </p:nvSpPr>
        <p:spPr/>
        <p:txBody>
          <a:bodyPr/>
          <a:lstStyle/>
          <a:p>
            <a:fld id="{61473606-87F5-5942-8082-20AE3C26AFE1}" type="slidenum">
              <a:rPr lang="de-DE" smtClean="0"/>
              <a:t>14</a:t>
            </a:fld>
            <a:endParaRPr lang="de-DE"/>
          </a:p>
        </p:txBody>
      </p:sp>
    </p:spTree>
    <p:extLst>
      <p:ext uri="{BB962C8B-B14F-4D97-AF65-F5344CB8AC3E}">
        <p14:creationId xmlns:p14="http://schemas.microsoft.com/office/powerpoint/2010/main" val="12361141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fld id="{61473606-87F5-5942-8082-20AE3C26AFE1}" type="slidenum">
              <a:rPr lang="de-DE" smtClean="0"/>
              <a:t>17</a:t>
            </a:fld>
            <a:endParaRPr lang="de-DE" dirty="0"/>
          </a:p>
        </p:txBody>
      </p:sp>
    </p:spTree>
    <p:extLst>
      <p:ext uri="{BB962C8B-B14F-4D97-AF65-F5344CB8AC3E}">
        <p14:creationId xmlns:p14="http://schemas.microsoft.com/office/powerpoint/2010/main" val="37815498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userDrawn="1">
  <p:cSld name="Hero">
    <p:bg>
      <p:bgPr>
        <a:solidFill>
          <a:srgbClr val="0A1530"/>
        </a:solidFill>
        <a:effectLst/>
      </p:bgPr>
    </p:bg>
    <p:spTree>
      <p:nvGrpSpPr>
        <p:cNvPr id="1" name=""/>
        <p:cNvGrpSpPr/>
        <p:nvPr/>
      </p:nvGrpSpPr>
      <p:grpSpPr>
        <a:xfrm>
          <a:off x="0" y="0"/>
          <a:ext cx="0" cy="0"/>
          <a:chOff x="0" y="0"/>
          <a:chExt cx="0" cy="0"/>
        </a:xfrm>
      </p:grpSpPr>
      <p:sp>
        <p:nvSpPr>
          <p:cNvPr id="10" name="Hero Title Line 1"/>
          <p:cNvSpPr>
            <a:spLocks noGrp="1"/>
          </p:cNvSpPr>
          <p:nvPr>
            <p:ph type="title" idx="1"/>
          </p:nvPr>
        </p:nvSpPr>
        <p:spPr>
          <a:xfrm>
            <a:off x="914400" y="1714500"/>
            <a:ext cx="16192500" cy="1524000"/>
          </a:xfrm>
          <a:prstGeom prst="rect">
            <a:avLst/>
          </a:prstGeom>
        </p:spPr>
        <p:txBody>
          <a:bodyPr wrap="square" lIns="0" tIns="0" rIns="0" bIns="0" rtlCol="0" anchor="t">
            <a:noAutofit/>
          </a:bodyPr>
          <a:lstStyle>
            <a:lvl1pPr marL="0" indent="0" algn="l">
              <a:buNone/>
              <a:defRPr sz="13200" b="1">
                <a:solidFill>
                  <a:srgbClr val="FFFFFF"/>
                </a:solidFill>
                <a:latin typeface="Aptos Display"/>
              </a:defRPr>
            </a:lvl1pPr>
          </a:lstStyle>
          <a:p>
            <a:r>
              <a:rPr lang="en-US"/>
              <a:t>Secure Delivery for</a:t>
            </a:r>
          </a:p>
        </p:txBody>
      </p:sp>
      <p:sp>
        <p:nvSpPr>
          <p:cNvPr id="11" name="Hero Title Line 2"/>
          <p:cNvSpPr>
            <a:spLocks noGrp="1"/>
          </p:cNvSpPr>
          <p:nvPr>
            <p:ph type="body" idx="2"/>
          </p:nvPr>
        </p:nvSpPr>
        <p:spPr>
          <a:xfrm>
            <a:off x="914400" y="3286125"/>
            <a:ext cx="16192500" cy="1524000"/>
          </a:xfrm>
          <a:prstGeom prst="rect">
            <a:avLst/>
          </a:prstGeom>
        </p:spPr>
        <p:txBody>
          <a:bodyPr wrap="square" lIns="0" tIns="0" rIns="0" bIns="0" rtlCol="0" anchor="t">
            <a:noAutofit/>
          </a:bodyPr>
          <a:lstStyle>
            <a:lvl1pPr marL="0" indent="0" algn="l">
              <a:buNone/>
              <a:defRPr sz="13200" b="1">
                <a:solidFill>
                  <a:srgbClr val="5CD6FF"/>
                </a:solidFill>
                <a:latin typeface="Aptos Display"/>
              </a:defRPr>
            </a:lvl1pPr>
          </a:lstStyle>
          <a:p>
            <a:r>
              <a:rPr lang="en-US"/>
              <a:t>Sovereign Clouds</a:t>
            </a:r>
          </a:p>
        </p:txBody>
      </p:sp>
      <p:sp>
        <p:nvSpPr>
          <p:cNvPr id="12" name="Hero Subtitle"/>
          <p:cNvSpPr>
            <a:spLocks noGrp="1"/>
          </p:cNvSpPr>
          <p:nvPr>
            <p:ph type="body" idx="3"/>
          </p:nvPr>
        </p:nvSpPr>
        <p:spPr>
          <a:xfrm>
            <a:off x="914400" y="5334000"/>
            <a:ext cx="16192500" cy="857250"/>
          </a:xfrm>
          <a:prstGeom prst="rect">
            <a:avLst/>
          </a:prstGeom>
        </p:spPr>
        <p:txBody>
          <a:bodyPr wrap="square" lIns="0" tIns="0" rIns="0" bIns="0" rtlCol="0" anchor="t">
            <a:noAutofit/>
          </a:bodyPr>
          <a:lstStyle>
            <a:lvl1pPr marL="0" indent="0" algn="l">
              <a:lnSpc>
                <a:spcPct val="114999"/>
              </a:lnSpc>
              <a:buNone/>
              <a:defRPr sz="3500">
                <a:solidFill>
                  <a:srgbClr val="5CD6FF"/>
                </a:solidFill>
                <a:latin typeface="Aptos"/>
              </a:defRPr>
            </a:lvl1pPr>
          </a:lstStyle>
          <a:p>
            <a:r>
              <a:rPr lang="en-US"/>
              <a:t>Subtitle — one sentence describing the deck.</a:t>
            </a:r>
          </a:p>
        </p:txBody>
      </p:sp>
      <p:sp>
        <p:nvSpPr>
          <p:cNvPr id="13" name="Hero Org Line"/>
          <p:cNvSpPr>
            <a:spLocks noGrp="1"/>
          </p:cNvSpPr>
          <p:nvPr>
            <p:ph type="body" idx="4"/>
          </p:nvPr>
        </p:nvSpPr>
        <p:spPr>
          <a:xfrm>
            <a:off x="914400" y="6572250"/>
            <a:ext cx="16192500" cy="571500"/>
          </a:xfrm>
          <a:prstGeom prst="rect">
            <a:avLst/>
          </a:prstGeom>
        </p:spPr>
        <p:txBody>
          <a:bodyPr wrap="square" lIns="0" tIns="0" rIns="0" bIns="0" rtlCol="0" anchor="t">
            <a:noAutofit/>
          </a:bodyPr>
          <a:lstStyle>
            <a:lvl1pPr marL="0" indent="0" algn="l">
              <a:buNone/>
              <a:defRPr sz="2800">
                <a:solidFill>
                  <a:srgbClr val="FFFFFF"/>
                </a:solidFill>
                <a:latin typeface="Aptos"/>
              </a:defRPr>
            </a:lvl1pPr>
          </a:lstStyle>
          <a:p>
            <a:r>
              <a:rPr lang="en-US"/>
              <a:t>Open Component Model — open source, NeoNephos Foundation.</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userDrawn="1">
  <p:cSld name="CTA">
    <p:bg>
      <p:bgPr>
        <a:solidFill>
          <a:srgbClr val="0A1530"/>
        </a:solidFill>
        <a:effectLst/>
      </p:bgPr>
    </p:bg>
    <p:spTree>
      <p:nvGrpSpPr>
        <p:cNvPr id="1" name=""/>
        <p:cNvGrpSpPr/>
        <p:nvPr/>
      </p:nvGrpSpPr>
      <p:grpSpPr>
        <a:xfrm>
          <a:off x="0" y="0"/>
          <a:ext cx="0" cy="0"/>
          <a:chOff x="0" y="0"/>
          <a:chExt cx="0" cy="0"/>
        </a:xfrm>
      </p:grpSpPr>
      <p:sp>
        <p:nvSpPr>
          <p:cNvPr id="10" name="CTA Title"/>
          <p:cNvSpPr>
            <a:spLocks noGrp="1"/>
          </p:cNvSpPr>
          <p:nvPr>
            <p:ph type="title" idx="1"/>
          </p:nvPr>
        </p:nvSpPr>
        <p:spPr>
          <a:xfrm>
            <a:off x="914400" y="3048000"/>
            <a:ext cx="16192500" cy="952500"/>
          </a:xfrm>
          <a:prstGeom prst="rect">
            <a:avLst/>
          </a:prstGeom>
        </p:spPr>
        <p:txBody>
          <a:bodyPr wrap="square" lIns="0" tIns="0" rIns="0" bIns="0" rtlCol="0" anchor="t"/>
          <a:lstStyle>
            <a:lvl1pPr marL="0" indent="0" algn="l">
              <a:buNone/>
              <a:defRPr sz="6400" b="1">
                <a:solidFill>
                  <a:srgbClr val="FFFFFF"/>
                </a:solidFill>
                <a:latin typeface="Aptos Display"/>
              </a:defRPr>
            </a:lvl1pPr>
          </a:lstStyle>
          <a:p>
            <a:r>
              <a:rPr lang="en-US"/>
              <a:t>Call to action</a:t>
            </a:r>
          </a:p>
        </p:txBody>
      </p:sp>
      <p:sp>
        <p:nvSpPr>
          <p:cNvPr id="11" name="CTA Body"/>
          <p:cNvSpPr>
            <a:spLocks noGrp="1"/>
          </p:cNvSpPr>
          <p:nvPr>
            <p:ph type="body" idx="2"/>
          </p:nvPr>
        </p:nvSpPr>
        <p:spPr>
          <a:xfrm>
            <a:off x="914400" y="4381500"/>
            <a:ext cx="16192500" cy="3810000"/>
          </a:xfrm>
          <a:prstGeom prst="rect">
            <a:avLst/>
          </a:prstGeom>
        </p:spPr>
        <p:txBody>
          <a:bodyPr wrap="square" lIns="0" tIns="0" rIns="0" bIns="0" rtlCol="0" anchor="t"/>
          <a:lstStyle>
            <a:lvl1pPr marL="0" indent="0" algn="l">
              <a:buNone/>
              <a:defRPr sz="2500">
                <a:solidFill>
                  <a:srgbClr val="FFFFFF"/>
                </a:solidFill>
                <a:latin typeface="Aptos"/>
              </a:defRPr>
            </a:lvl1pPr>
          </a:lstStyle>
          <a:p>
            <a:r>
              <a:rPr lang="en-US"/>
              <a:t>Three-line CTA bullets go here.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userDrawn="1">
  <p:cSld name="Content / 3-Column">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1905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Col1 Rule"/>
          <p:cNvSpPr/>
          <p:nvPr/>
        </p:nvSpPr>
        <p:spPr>
          <a:xfrm>
            <a:off x="1143000" y="4953000"/>
            <a:ext cx="4972050" cy="38100"/>
          </a:xfrm>
          <a:prstGeom prst="rect">
            <a:avLst/>
          </a:prstGeom>
          <a:solidFill>
            <a:srgbClr val="0F6BFF"/>
          </a:solidFill>
          <a:ln>
            <a:noFill/>
          </a:ln>
        </p:spPr>
        <p:txBody>
          <a:bodyPr rtlCol="0" anchor="ctr"/>
          <a:lstStyle/>
          <a:p>
            <a:endParaRPr lang="en-US" dirty="0"/>
          </a:p>
        </p:txBody>
      </p:sp>
      <p:sp>
        <p:nvSpPr>
          <p:cNvPr id="13" name="Col1 Header"/>
          <p:cNvSpPr>
            <a:spLocks noGrp="1"/>
          </p:cNvSpPr>
          <p:nvPr>
            <p:ph type="body" idx="10"/>
          </p:nvPr>
        </p:nvSpPr>
        <p:spPr>
          <a:xfrm>
            <a:off x="1143000" y="5105400"/>
            <a:ext cx="4972050" cy="533400"/>
          </a:xfrm>
          <a:prstGeom prst="rect">
            <a:avLst/>
          </a:prstGeom>
        </p:spPr>
        <p:txBody>
          <a:bodyPr wrap="square" lIns="0" tIns="0" rIns="0" bIns="0" rtlCol="0" anchor="t">
            <a:noAutofit/>
          </a:bodyPr>
          <a:lstStyle>
            <a:lvl1pPr marL="0" indent="0" algn="l">
              <a:buNone/>
              <a:defRPr sz="2300" b="1" cap="all" spc="130">
                <a:solidFill>
                  <a:srgbClr val="0F6BFF"/>
                </a:solidFill>
                <a:latin typeface="Aptos"/>
              </a:defRPr>
            </a:lvl1pPr>
          </a:lstStyle>
          <a:p>
            <a:r>
              <a:rPr lang="en-US"/>
              <a:t>COLUMN 1 HEADER</a:t>
            </a:r>
          </a:p>
        </p:txBody>
      </p:sp>
      <p:sp>
        <p:nvSpPr>
          <p:cNvPr id="14" name="Col1 Body"/>
          <p:cNvSpPr>
            <a:spLocks noGrp="1"/>
          </p:cNvSpPr>
          <p:nvPr>
            <p:ph type="body" idx="11"/>
          </p:nvPr>
        </p:nvSpPr>
        <p:spPr>
          <a:xfrm>
            <a:off x="1143000" y="5753100"/>
            <a:ext cx="497205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Column 1 body. Replace with one or two short sentences.</a:t>
            </a:r>
          </a:p>
        </p:txBody>
      </p:sp>
      <p:sp>
        <p:nvSpPr>
          <p:cNvPr id="15" name="Col2 Rule"/>
          <p:cNvSpPr/>
          <p:nvPr/>
        </p:nvSpPr>
        <p:spPr>
          <a:xfrm>
            <a:off x="6648450" y="4953000"/>
            <a:ext cx="4972050" cy="38100"/>
          </a:xfrm>
          <a:prstGeom prst="rect">
            <a:avLst/>
          </a:prstGeom>
          <a:solidFill>
            <a:srgbClr val="0F6BFF"/>
          </a:solidFill>
          <a:ln>
            <a:noFill/>
          </a:ln>
        </p:spPr>
        <p:txBody>
          <a:bodyPr rtlCol="0" anchor="ctr"/>
          <a:lstStyle/>
          <a:p>
            <a:endParaRPr lang="en-US" dirty="0"/>
          </a:p>
        </p:txBody>
      </p:sp>
      <p:sp>
        <p:nvSpPr>
          <p:cNvPr id="16" name="Col2 Header"/>
          <p:cNvSpPr>
            <a:spLocks noGrp="1"/>
          </p:cNvSpPr>
          <p:nvPr>
            <p:ph type="body" idx="12"/>
          </p:nvPr>
        </p:nvSpPr>
        <p:spPr>
          <a:xfrm>
            <a:off x="6648450" y="5105400"/>
            <a:ext cx="4972050" cy="533400"/>
          </a:xfrm>
          <a:prstGeom prst="rect">
            <a:avLst/>
          </a:prstGeom>
        </p:spPr>
        <p:txBody>
          <a:bodyPr wrap="square" lIns="0" tIns="0" rIns="0" bIns="0" rtlCol="0" anchor="t">
            <a:noAutofit/>
          </a:bodyPr>
          <a:lstStyle>
            <a:lvl1pPr marL="0" indent="0" algn="l">
              <a:buNone/>
              <a:defRPr sz="2300" b="1" cap="all" spc="130">
                <a:solidFill>
                  <a:srgbClr val="0F6BFF"/>
                </a:solidFill>
                <a:latin typeface="Aptos"/>
              </a:defRPr>
            </a:lvl1pPr>
          </a:lstStyle>
          <a:p>
            <a:r>
              <a:rPr lang="en-US"/>
              <a:t>COLUMN 2 HEADER</a:t>
            </a:r>
          </a:p>
        </p:txBody>
      </p:sp>
      <p:sp>
        <p:nvSpPr>
          <p:cNvPr id="17" name="Col2 Body"/>
          <p:cNvSpPr>
            <a:spLocks noGrp="1"/>
          </p:cNvSpPr>
          <p:nvPr>
            <p:ph type="body" idx="13"/>
          </p:nvPr>
        </p:nvSpPr>
        <p:spPr>
          <a:xfrm>
            <a:off x="6648450" y="5753100"/>
            <a:ext cx="497205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Column 2 body. Replace with one or two short sentences.</a:t>
            </a:r>
          </a:p>
        </p:txBody>
      </p:sp>
      <p:sp>
        <p:nvSpPr>
          <p:cNvPr id="18" name="Col3 Rule"/>
          <p:cNvSpPr/>
          <p:nvPr/>
        </p:nvSpPr>
        <p:spPr>
          <a:xfrm>
            <a:off x="12153900" y="4953000"/>
            <a:ext cx="4972050" cy="38100"/>
          </a:xfrm>
          <a:prstGeom prst="rect">
            <a:avLst/>
          </a:prstGeom>
          <a:solidFill>
            <a:srgbClr val="0F6BFF"/>
          </a:solidFill>
          <a:ln>
            <a:noFill/>
          </a:ln>
        </p:spPr>
        <p:txBody>
          <a:bodyPr rtlCol="0" anchor="ctr"/>
          <a:lstStyle/>
          <a:p>
            <a:endParaRPr lang="en-US" dirty="0"/>
          </a:p>
        </p:txBody>
      </p:sp>
      <p:sp>
        <p:nvSpPr>
          <p:cNvPr id="19" name="Col3 Header"/>
          <p:cNvSpPr>
            <a:spLocks noGrp="1"/>
          </p:cNvSpPr>
          <p:nvPr>
            <p:ph type="body" idx="14"/>
          </p:nvPr>
        </p:nvSpPr>
        <p:spPr>
          <a:xfrm>
            <a:off x="12153900" y="5105400"/>
            <a:ext cx="4972050" cy="533400"/>
          </a:xfrm>
          <a:prstGeom prst="rect">
            <a:avLst/>
          </a:prstGeom>
        </p:spPr>
        <p:txBody>
          <a:bodyPr wrap="square" lIns="0" tIns="0" rIns="0" bIns="0" rtlCol="0" anchor="t">
            <a:noAutofit/>
          </a:bodyPr>
          <a:lstStyle>
            <a:lvl1pPr marL="0" indent="0" algn="l">
              <a:buNone/>
              <a:defRPr sz="2300" b="1" cap="all" spc="130">
                <a:solidFill>
                  <a:srgbClr val="0F6BFF"/>
                </a:solidFill>
                <a:latin typeface="Aptos"/>
              </a:defRPr>
            </a:lvl1pPr>
          </a:lstStyle>
          <a:p>
            <a:r>
              <a:rPr lang="en-US"/>
              <a:t>COLUMN 3 HEADER</a:t>
            </a:r>
          </a:p>
        </p:txBody>
      </p:sp>
      <p:sp>
        <p:nvSpPr>
          <p:cNvPr id="20" name="Col3 Body"/>
          <p:cNvSpPr>
            <a:spLocks noGrp="1"/>
          </p:cNvSpPr>
          <p:nvPr>
            <p:ph type="body" idx="15"/>
          </p:nvPr>
        </p:nvSpPr>
        <p:spPr>
          <a:xfrm>
            <a:off x="12153900" y="5753100"/>
            <a:ext cx="497205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Column 3 body. Replace with one or two short sentences.</a:t>
            </a:r>
          </a:p>
        </p:txBody>
      </p:sp>
      <p:sp>
        <p:nvSpPr>
          <p:cNvPr id="21"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dirty="0"/>
              <a:t>OPEN COMPONENT MODEL · OCM.SOFTWARE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userDrawn="1">
  <p:cSld name="Content / Diagram">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7143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1219200"/>
            <a:ext cx="16002000" cy="762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Diagram"/>
          <p:cNvSpPr>
            <a:spLocks noGrp="1"/>
          </p:cNvSpPr>
          <p:nvPr>
            <p:ph type="pic" idx="10"/>
          </p:nvPr>
        </p:nvSpPr>
        <p:spPr>
          <a:xfrm>
            <a:off x="571500" y="2286000"/>
            <a:ext cx="17145000" cy="7429500"/>
          </a:xfrm>
          <a:prstGeom prst="rect">
            <a:avLst/>
          </a:prstGeom>
        </p:spPr>
        <p:txBody>
          <a:bodyPr rtlCol="0" anchor="ctr"/>
          <a:lstStyle/>
          <a:p>
            <a:endParaRPr lang="en-US" dirty="0"/>
          </a:p>
        </p:txBody>
      </p:sp>
      <p:sp>
        <p:nvSpPr>
          <p:cNvPr id="13"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dirty="0"/>
              <a:t>OPEN COMPONENT MODEL · OCM.SOFTWARE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userDrawn="1">
  <p:cSld name="Content / Tiles">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1905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Tile1 Bg"/>
          <p:cNvSpPr/>
          <p:nvPr/>
        </p:nvSpPr>
        <p:spPr>
          <a:xfrm>
            <a:off x="1143000" y="4953000"/>
            <a:ext cx="5181600" cy="2190750"/>
          </a:xfrm>
          <a:prstGeom prst="rect">
            <a:avLst/>
          </a:prstGeom>
          <a:solidFill>
            <a:srgbClr val="F3F4F6"/>
          </a:solidFill>
          <a:ln>
            <a:noFill/>
          </a:ln>
        </p:spPr>
        <p:txBody>
          <a:bodyPr rtlCol="0" anchor="ctr"/>
          <a:lstStyle/>
          <a:p>
            <a:endParaRPr lang="en-US" dirty="0"/>
          </a:p>
        </p:txBody>
      </p:sp>
      <p:sp>
        <p:nvSpPr>
          <p:cNvPr id="13" name="Tile1 Rule"/>
          <p:cNvSpPr/>
          <p:nvPr/>
        </p:nvSpPr>
        <p:spPr>
          <a:xfrm>
            <a:off x="1143000" y="4953000"/>
            <a:ext cx="5181600" cy="28575"/>
          </a:xfrm>
          <a:prstGeom prst="rect">
            <a:avLst/>
          </a:prstGeom>
          <a:solidFill>
            <a:srgbClr val="0F6BFF"/>
          </a:solidFill>
          <a:ln>
            <a:noFill/>
          </a:ln>
        </p:spPr>
        <p:txBody>
          <a:bodyPr rtlCol="0" anchor="ctr"/>
          <a:lstStyle/>
          <a:p>
            <a:endParaRPr lang="en-US" dirty="0"/>
          </a:p>
        </p:txBody>
      </p:sp>
      <p:sp>
        <p:nvSpPr>
          <p:cNvPr id="14" name="Tile1 Label"/>
          <p:cNvSpPr>
            <a:spLocks noGrp="1"/>
          </p:cNvSpPr>
          <p:nvPr>
            <p:ph type="body" idx="20"/>
          </p:nvPr>
        </p:nvSpPr>
        <p:spPr>
          <a:xfrm>
            <a:off x="1981200" y="518160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1 label</a:t>
            </a:r>
          </a:p>
        </p:txBody>
      </p:sp>
      <p:sp>
        <p:nvSpPr>
          <p:cNvPr id="15" name="Tile1 Body"/>
          <p:cNvSpPr>
            <a:spLocks noGrp="1"/>
          </p:cNvSpPr>
          <p:nvPr>
            <p:ph type="body" idx="21"/>
          </p:nvPr>
        </p:nvSpPr>
        <p:spPr>
          <a:xfrm>
            <a:off x="1371600" y="586740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16" name="Tile2 Bg"/>
          <p:cNvSpPr/>
          <p:nvPr/>
        </p:nvSpPr>
        <p:spPr>
          <a:xfrm>
            <a:off x="6553200" y="4953000"/>
            <a:ext cx="5181600" cy="2190750"/>
          </a:xfrm>
          <a:prstGeom prst="rect">
            <a:avLst/>
          </a:prstGeom>
          <a:solidFill>
            <a:srgbClr val="F3F4F6"/>
          </a:solidFill>
          <a:ln>
            <a:noFill/>
          </a:ln>
        </p:spPr>
        <p:txBody>
          <a:bodyPr rtlCol="0" anchor="ctr"/>
          <a:lstStyle/>
          <a:p>
            <a:endParaRPr lang="en-US" dirty="0"/>
          </a:p>
        </p:txBody>
      </p:sp>
      <p:sp>
        <p:nvSpPr>
          <p:cNvPr id="17" name="Tile2 Rule"/>
          <p:cNvSpPr/>
          <p:nvPr/>
        </p:nvSpPr>
        <p:spPr>
          <a:xfrm>
            <a:off x="6553200" y="4953000"/>
            <a:ext cx="5181600" cy="28575"/>
          </a:xfrm>
          <a:prstGeom prst="rect">
            <a:avLst/>
          </a:prstGeom>
          <a:solidFill>
            <a:srgbClr val="0F6BFF"/>
          </a:solidFill>
          <a:ln>
            <a:noFill/>
          </a:ln>
        </p:spPr>
        <p:txBody>
          <a:bodyPr rtlCol="0" anchor="ctr"/>
          <a:lstStyle/>
          <a:p>
            <a:endParaRPr lang="en-US" dirty="0"/>
          </a:p>
        </p:txBody>
      </p:sp>
      <p:sp>
        <p:nvSpPr>
          <p:cNvPr id="18" name="Tile2 Label"/>
          <p:cNvSpPr>
            <a:spLocks noGrp="1"/>
          </p:cNvSpPr>
          <p:nvPr>
            <p:ph type="body" idx="22"/>
          </p:nvPr>
        </p:nvSpPr>
        <p:spPr>
          <a:xfrm>
            <a:off x="7391400" y="518160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2 label</a:t>
            </a:r>
          </a:p>
        </p:txBody>
      </p:sp>
      <p:sp>
        <p:nvSpPr>
          <p:cNvPr id="19" name="Tile2 Body"/>
          <p:cNvSpPr>
            <a:spLocks noGrp="1"/>
          </p:cNvSpPr>
          <p:nvPr>
            <p:ph type="body" idx="23"/>
          </p:nvPr>
        </p:nvSpPr>
        <p:spPr>
          <a:xfrm>
            <a:off x="6781800" y="586740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20" name="Tile3 Bg"/>
          <p:cNvSpPr/>
          <p:nvPr/>
        </p:nvSpPr>
        <p:spPr>
          <a:xfrm>
            <a:off x="11963400" y="4953000"/>
            <a:ext cx="5181600" cy="2190750"/>
          </a:xfrm>
          <a:prstGeom prst="rect">
            <a:avLst/>
          </a:prstGeom>
          <a:solidFill>
            <a:srgbClr val="F3F4F6"/>
          </a:solidFill>
          <a:ln>
            <a:noFill/>
          </a:ln>
        </p:spPr>
        <p:txBody>
          <a:bodyPr rtlCol="0" anchor="ctr"/>
          <a:lstStyle/>
          <a:p>
            <a:endParaRPr lang="en-US" dirty="0"/>
          </a:p>
        </p:txBody>
      </p:sp>
      <p:sp>
        <p:nvSpPr>
          <p:cNvPr id="21" name="Tile3 Rule"/>
          <p:cNvSpPr/>
          <p:nvPr/>
        </p:nvSpPr>
        <p:spPr>
          <a:xfrm>
            <a:off x="11963400" y="4953000"/>
            <a:ext cx="5181600" cy="28575"/>
          </a:xfrm>
          <a:prstGeom prst="rect">
            <a:avLst/>
          </a:prstGeom>
          <a:solidFill>
            <a:srgbClr val="0F6BFF"/>
          </a:solidFill>
          <a:ln>
            <a:noFill/>
          </a:ln>
        </p:spPr>
        <p:txBody>
          <a:bodyPr rtlCol="0" anchor="ctr"/>
          <a:lstStyle/>
          <a:p>
            <a:endParaRPr lang="en-US" dirty="0"/>
          </a:p>
        </p:txBody>
      </p:sp>
      <p:sp>
        <p:nvSpPr>
          <p:cNvPr id="22" name="Tile3 Label"/>
          <p:cNvSpPr>
            <a:spLocks noGrp="1"/>
          </p:cNvSpPr>
          <p:nvPr>
            <p:ph type="body" idx="24"/>
          </p:nvPr>
        </p:nvSpPr>
        <p:spPr>
          <a:xfrm>
            <a:off x="12801600" y="518160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3 label</a:t>
            </a:r>
          </a:p>
        </p:txBody>
      </p:sp>
      <p:sp>
        <p:nvSpPr>
          <p:cNvPr id="23" name="Tile3 Body"/>
          <p:cNvSpPr>
            <a:spLocks noGrp="1"/>
          </p:cNvSpPr>
          <p:nvPr>
            <p:ph type="body" idx="25"/>
          </p:nvPr>
        </p:nvSpPr>
        <p:spPr>
          <a:xfrm>
            <a:off x="12192000" y="586740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24" name="Tile4 Bg"/>
          <p:cNvSpPr/>
          <p:nvPr/>
        </p:nvSpPr>
        <p:spPr>
          <a:xfrm>
            <a:off x="1143000" y="7372350"/>
            <a:ext cx="5181600" cy="2190750"/>
          </a:xfrm>
          <a:prstGeom prst="rect">
            <a:avLst/>
          </a:prstGeom>
          <a:solidFill>
            <a:srgbClr val="F3F4F6"/>
          </a:solidFill>
          <a:ln>
            <a:noFill/>
          </a:ln>
        </p:spPr>
        <p:txBody>
          <a:bodyPr rtlCol="0" anchor="ctr"/>
          <a:lstStyle/>
          <a:p>
            <a:endParaRPr lang="en-US" dirty="0"/>
          </a:p>
        </p:txBody>
      </p:sp>
      <p:sp>
        <p:nvSpPr>
          <p:cNvPr id="25" name="Tile4 Rule"/>
          <p:cNvSpPr/>
          <p:nvPr/>
        </p:nvSpPr>
        <p:spPr>
          <a:xfrm>
            <a:off x="1143000" y="7372350"/>
            <a:ext cx="5181600" cy="28575"/>
          </a:xfrm>
          <a:prstGeom prst="rect">
            <a:avLst/>
          </a:prstGeom>
          <a:solidFill>
            <a:srgbClr val="0F6BFF"/>
          </a:solidFill>
          <a:ln>
            <a:noFill/>
          </a:ln>
        </p:spPr>
        <p:txBody>
          <a:bodyPr rtlCol="0" anchor="ctr"/>
          <a:lstStyle/>
          <a:p>
            <a:endParaRPr lang="en-US" dirty="0"/>
          </a:p>
        </p:txBody>
      </p:sp>
      <p:sp>
        <p:nvSpPr>
          <p:cNvPr id="26" name="Tile4 Label"/>
          <p:cNvSpPr>
            <a:spLocks noGrp="1"/>
          </p:cNvSpPr>
          <p:nvPr>
            <p:ph type="body" idx="26"/>
          </p:nvPr>
        </p:nvSpPr>
        <p:spPr>
          <a:xfrm>
            <a:off x="1981200" y="760095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4 label</a:t>
            </a:r>
          </a:p>
        </p:txBody>
      </p:sp>
      <p:sp>
        <p:nvSpPr>
          <p:cNvPr id="27" name="Tile4 Body"/>
          <p:cNvSpPr>
            <a:spLocks noGrp="1"/>
          </p:cNvSpPr>
          <p:nvPr>
            <p:ph type="body" idx="27"/>
          </p:nvPr>
        </p:nvSpPr>
        <p:spPr>
          <a:xfrm>
            <a:off x="1371600" y="828675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28" name="Tile5 Bg"/>
          <p:cNvSpPr/>
          <p:nvPr/>
        </p:nvSpPr>
        <p:spPr>
          <a:xfrm>
            <a:off x="6553200" y="7372350"/>
            <a:ext cx="5181600" cy="2190750"/>
          </a:xfrm>
          <a:prstGeom prst="rect">
            <a:avLst/>
          </a:prstGeom>
          <a:solidFill>
            <a:srgbClr val="F3F4F6"/>
          </a:solidFill>
          <a:ln>
            <a:noFill/>
          </a:ln>
        </p:spPr>
        <p:txBody>
          <a:bodyPr rtlCol="0" anchor="ctr"/>
          <a:lstStyle/>
          <a:p>
            <a:endParaRPr lang="en-US" dirty="0"/>
          </a:p>
        </p:txBody>
      </p:sp>
      <p:sp>
        <p:nvSpPr>
          <p:cNvPr id="29" name="Tile5 Rule"/>
          <p:cNvSpPr/>
          <p:nvPr/>
        </p:nvSpPr>
        <p:spPr>
          <a:xfrm>
            <a:off x="6553200" y="7372350"/>
            <a:ext cx="5181600" cy="28575"/>
          </a:xfrm>
          <a:prstGeom prst="rect">
            <a:avLst/>
          </a:prstGeom>
          <a:solidFill>
            <a:srgbClr val="0F6BFF"/>
          </a:solidFill>
          <a:ln>
            <a:noFill/>
          </a:ln>
        </p:spPr>
        <p:txBody>
          <a:bodyPr rtlCol="0" anchor="ctr"/>
          <a:lstStyle/>
          <a:p>
            <a:endParaRPr lang="en-US" dirty="0"/>
          </a:p>
        </p:txBody>
      </p:sp>
      <p:sp>
        <p:nvSpPr>
          <p:cNvPr id="30" name="Tile5 Label"/>
          <p:cNvSpPr>
            <a:spLocks noGrp="1"/>
          </p:cNvSpPr>
          <p:nvPr>
            <p:ph type="body" idx="28"/>
          </p:nvPr>
        </p:nvSpPr>
        <p:spPr>
          <a:xfrm>
            <a:off x="7391400" y="760095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5 label</a:t>
            </a:r>
          </a:p>
        </p:txBody>
      </p:sp>
      <p:sp>
        <p:nvSpPr>
          <p:cNvPr id="31" name="Tile5 Body"/>
          <p:cNvSpPr>
            <a:spLocks noGrp="1"/>
          </p:cNvSpPr>
          <p:nvPr>
            <p:ph type="body" idx="29"/>
          </p:nvPr>
        </p:nvSpPr>
        <p:spPr>
          <a:xfrm>
            <a:off x="6781800" y="828675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32" name="Tile6 Bg"/>
          <p:cNvSpPr/>
          <p:nvPr/>
        </p:nvSpPr>
        <p:spPr>
          <a:xfrm>
            <a:off x="11963400" y="7372350"/>
            <a:ext cx="5181600" cy="2190750"/>
          </a:xfrm>
          <a:prstGeom prst="rect">
            <a:avLst/>
          </a:prstGeom>
          <a:solidFill>
            <a:srgbClr val="F3F4F6"/>
          </a:solidFill>
          <a:ln>
            <a:noFill/>
          </a:ln>
        </p:spPr>
        <p:txBody>
          <a:bodyPr rtlCol="0" anchor="ctr"/>
          <a:lstStyle/>
          <a:p>
            <a:endParaRPr lang="en-US" dirty="0"/>
          </a:p>
        </p:txBody>
      </p:sp>
      <p:sp>
        <p:nvSpPr>
          <p:cNvPr id="33" name="Tile6 Rule"/>
          <p:cNvSpPr/>
          <p:nvPr/>
        </p:nvSpPr>
        <p:spPr>
          <a:xfrm>
            <a:off x="11963400" y="7372350"/>
            <a:ext cx="5181600" cy="28575"/>
          </a:xfrm>
          <a:prstGeom prst="rect">
            <a:avLst/>
          </a:prstGeom>
          <a:solidFill>
            <a:srgbClr val="0F6BFF"/>
          </a:solidFill>
          <a:ln>
            <a:noFill/>
          </a:ln>
        </p:spPr>
        <p:txBody>
          <a:bodyPr rtlCol="0" anchor="ctr"/>
          <a:lstStyle/>
          <a:p>
            <a:endParaRPr lang="en-US" dirty="0"/>
          </a:p>
        </p:txBody>
      </p:sp>
      <p:sp>
        <p:nvSpPr>
          <p:cNvPr id="34" name="Tile6 Label"/>
          <p:cNvSpPr>
            <a:spLocks noGrp="1"/>
          </p:cNvSpPr>
          <p:nvPr>
            <p:ph type="body" idx="30"/>
          </p:nvPr>
        </p:nvSpPr>
        <p:spPr>
          <a:xfrm>
            <a:off x="12801600" y="760095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6 label</a:t>
            </a:r>
          </a:p>
        </p:txBody>
      </p:sp>
      <p:sp>
        <p:nvSpPr>
          <p:cNvPr id="35" name="Tile6 Body"/>
          <p:cNvSpPr>
            <a:spLocks noGrp="1"/>
          </p:cNvSpPr>
          <p:nvPr>
            <p:ph type="body" idx="31"/>
          </p:nvPr>
        </p:nvSpPr>
        <p:spPr>
          <a:xfrm>
            <a:off x="12192000" y="828675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36"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dirty="0"/>
              <a:t>OPEN COMPONENT MODEL · OCM.SOFTWARE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userDrawn="1">
  <p:cSld name="Content / 2-Column">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1905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Left Body"/>
          <p:cNvSpPr>
            <a:spLocks noGrp="1"/>
          </p:cNvSpPr>
          <p:nvPr>
            <p:ph type="body" idx="10"/>
          </p:nvPr>
        </p:nvSpPr>
        <p:spPr>
          <a:xfrm>
            <a:off x="1143000" y="4953000"/>
            <a:ext cx="781050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Left column body.</a:t>
            </a:r>
          </a:p>
        </p:txBody>
      </p:sp>
      <p:sp>
        <p:nvSpPr>
          <p:cNvPr id="13" name="Right Body"/>
          <p:cNvSpPr>
            <a:spLocks noGrp="1"/>
          </p:cNvSpPr>
          <p:nvPr>
            <p:ph type="body" idx="11"/>
          </p:nvPr>
        </p:nvSpPr>
        <p:spPr>
          <a:xfrm>
            <a:off x="9334500" y="4953000"/>
            <a:ext cx="781050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Right column body.</a:t>
            </a:r>
          </a:p>
        </p:txBody>
      </p:sp>
      <p:sp>
        <p:nvSpPr>
          <p:cNvPr id="14"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dirty="0"/>
              <a:t>OPEN COMPONENT MODEL · OCM.SOFTWARE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userDrawn="1">
  <p:cSld name="Section Divider">
    <p:bg>
      <p:bgPr>
        <a:solidFill>
          <a:srgbClr val="0F6BFF"/>
        </a:solidFill>
        <a:effectLst/>
      </p:bgPr>
    </p:bg>
    <p:spTree>
      <p:nvGrpSpPr>
        <p:cNvPr id="1" name=""/>
        <p:cNvGrpSpPr/>
        <p:nvPr/>
      </p:nvGrpSpPr>
      <p:grpSpPr>
        <a:xfrm>
          <a:off x="0" y="0"/>
          <a:ext cx="0" cy="0"/>
          <a:chOff x="0" y="0"/>
          <a:chExt cx="0" cy="0"/>
        </a:xfrm>
      </p:grpSpPr>
      <p:sp>
        <p:nvSpPr>
          <p:cNvPr id="10" name="Section Title"/>
          <p:cNvSpPr>
            <a:spLocks noGrp="1"/>
          </p:cNvSpPr>
          <p:nvPr>
            <p:ph type="title" idx="1"/>
          </p:nvPr>
        </p:nvSpPr>
        <p:spPr>
          <a:xfrm>
            <a:off x="762000" y="4381500"/>
            <a:ext cx="16764000" cy="1905000"/>
          </a:xfrm>
          <a:prstGeom prst="rect">
            <a:avLst/>
          </a:prstGeom>
        </p:spPr>
        <p:txBody>
          <a:bodyPr wrap="square" lIns="0" tIns="0" rIns="0" bIns="0" rtlCol="0" anchor="ctr"/>
          <a:lstStyle>
            <a:lvl1pPr marL="0" indent="0" algn="ctr">
              <a:buNone/>
              <a:defRPr sz="8300" b="1">
                <a:solidFill>
                  <a:srgbClr val="FFFFFF"/>
                </a:solidFill>
                <a:latin typeface="Aptos Display"/>
              </a:defRPr>
            </a:lvl1pPr>
          </a:lstStyle>
          <a:p>
            <a:r>
              <a:rPr lang="en-US"/>
              <a:t>Section</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userDrawn="1">
  <p:cSld name="Plain">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1905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Body"/>
          <p:cNvSpPr>
            <a:spLocks noGrp="1"/>
          </p:cNvSpPr>
          <p:nvPr>
            <p:ph type="body" idx="10"/>
          </p:nvPr>
        </p:nvSpPr>
        <p:spPr>
          <a:xfrm>
            <a:off x="1143000" y="5524500"/>
            <a:ext cx="16002000" cy="38100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Body text.</a:t>
            </a:r>
          </a:p>
        </p:txBody>
      </p:sp>
      <p:sp>
        <p:nvSpPr>
          <p:cNvPr id="13"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dirty="0"/>
              <a:t>OPEN COMPONENT MODEL · OCM.SOFTWARE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userDrawn="1">
  <p:cSld name="Plain / Compact">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1905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Body"/>
          <p:cNvSpPr>
            <a:spLocks noGrp="1"/>
          </p:cNvSpPr>
          <p:nvPr>
            <p:ph type="body" idx="10"/>
          </p:nvPr>
        </p:nvSpPr>
        <p:spPr>
          <a:xfrm>
            <a:off x="1143000" y="4953000"/>
            <a:ext cx="1600200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Body text.</a:t>
            </a:r>
          </a:p>
        </p:txBody>
      </p:sp>
      <p:sp>
        <p:nvSpPr>
          <p:cNvPr id="13"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dirty="0"/>
              <a:t>OPEN COMPONENT MODEL · OCM.SOFTWARE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0.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microsoft.com/office/2018/10/relationships/comments" Target="../comments/modernComment_11B_0.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01_0.xm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16_0.xm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microsoft.com/office/2018/10/relationships/comments" Target="../comments/modernComment_107_0.xml"/><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microsoft.com/office/2018/10/relationships/comments" Target="../comments/modernComment_119_BB989C1B.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microsoft.com/office/2018/10/relationships/comments" Target="../comments/modernComment_10A_0.xml"/><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0.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0D_0.xml"/><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18/10/relationships/comments" Target="../comments/modernComment_10F_0.xml"/><Relationship Id="rId7"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svg"/><Relationship Id="rId9" Type="http://schemas.openxmlformats.org/officeDocument/2006/relationships/image" Target="../media/image21.png"/></Relationships>
</file>

<file path=ppt/slides/_rels/slide13.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hyperlink" Target="https://open-control-plane.io" TargetMode="External"/><Relationship Id="rId3" Type="http://schemas.openxmlformats.org/officeDocument/2006/relationships/hyperlink" Target="https://www.bwi.de" TargetMode="External"/><Relationship Id="rId7" Type="http://schemas.openxmlformats.org/officeDocument/2006/relationships/hyperlink" Target="https://gardener.cloud" TargetMode="External"/><Relationship Id="rId12" Type="http://schemas.openxmlformats.org/officeDocument/2006/relationships/image" Target="../media/image26.png"/><Relationship Id="rId2" Type="http://schemas.openxmlformats.org/officeDocument/2006/relationships/notesSlide" Target="../notesSlides/notesSlide13.xml"/><Relationship Id="rId16" Type="http://schemas.openxmlformats.org/officeDocument/2006/relationships/image" Target="../media/image28.png"/><Relationship Id="rId1" Type="http://schemas.openxmlformats.org/officeDocument/2006/relationships/slideLayout" Target="../slideLayouts/slideLayout8.xml"/><Relationship Id="rId6" Type="http://schemas.openxmlformats.org/officeDocument/2006/relationships/image" Target="../media/image23.png"/><Relationship Id="rId11" Type="http://schemas.openxmlformats.org/officeDocument/2006/relationships/hyperlink" Target="https://kyma-project.io" TargetMode="External"/><Relationship Id="rId5" Type="http://schemas.openxmlformats.org/officeDocument/2006/relationships/hyperlink" Target="https://sapns2.com" TargetMode="External"/><Relationship Id="rId15" Type="http://schemas.openxmlformats.org/officeDocument/2006/relationships/hyperlink" Target="https://neonephos.org" TargetMode="External"/><Relationship Id="rId10" Type="http://schemas.openxmlformats.org/officeDocument/2006/relationships/image" Target="../media/image25.png"/><Relationship Id="rId4" Type="http://schemas.openxmlformats.org/officeDocument/2006/relationships/image" Target="../media/image22.png"/><Relationship Id="rId9" Type="http://schemas.openxmlformats.org/officeDocument/2006/relationships/hyperlink" Target="https://platform-mesh.io" TargetMode="External"/><Relationship Id="rId1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microsoft.com/office/2018/10/relationships/comments" Target="../comments/modernComment_111_0.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9.svg"/><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OCM-Banner.png"/>
          <p:cNvPicPr>
            <a:picLocks noChangeAspect="1"/>
          </p:cNvPicPr>
          <p:nvPr/>
        </p:nvPicPr>
        <p:blipFill>
          <a:blip r:embed="rId4"/>
          <a:stretch>
            <a:fillRect/>
          </a:stretch>
        </p:blipFill>
        <p:spPr>
          <a:xfrm>
            <a:off x="0" y="0"/>
            <a:ext cx="18288000" cy="10287000"/>
          </a:xfrm>
          <a:prstGeom prst="rect">
            <a:avLst/>
          </a:prstGeom>
        </p:spPr>
      </p:pic>
      <p:sp>
        <p:nvSpPr>
          <p:cNvPr id="2" name="Title 1"/>
          <p:cNvSpPr>
            <a:spLocks noGrp="1"/>
          </p:cNvSpPr>
          <p:nvPr>
            <p:ph type="title" idx="1"/>
          </p:nvPr>
        </p:nvSpPr>
        <p:spPr/>
        <p:txBody>
          <a:bodyPr/>
          <a:lstStyle/>
          <a:p>
            <a:r>
              <a:rPr lang="en-US" noProof="0" dirty="0">
                <a:solidFill>
                  <a:srgbClr val="FFFFFF"/>
                </a:solidFill>
              </a:rPr>
              <a:t>Your supply chain has</a:t>
            </a:r>
          </a:p>
        </p:txBody>
      </p:sp>
      <p:sp>
        <p:nvSpPr>
          <p:cNvPr id="3" name="Text Placeholder 2"/>
          <p:cNvSpPr>
            <a:spLocks noGrp="1"/>
          </p:cNvSpPr>
          <p:nvPr>
            <p:ph type="body" idx="2"/>
          </p:nvPr>
        </p:nvSpPr>
        <p:spPr/>
        <p:txBody>
          <a:bodyPr/>
          <a:lstStyle/>
          <a:p>
            <a:pPr algn="l"/>
            <a:r>
              <a:rPr lang="en-US" noProof="0" dirty="0">
                <a:gradFill flip="none" rotWithShape="1">
                  <a:gsLst>
                    <a:gs pos="0">
                      <a:srgbClr val="FFFFFF"/>
                    </a:gs>
                    <a:gs pos="35000">
                      <a:srgbClr val="5CD6FF"/>
                    </a:gs>
                    <a:gs pos="75000">
                      <a:srgbClr val="0F6BFF"/>
                    </a:gs>
                  </a:gsLst>
                  <a:lin ang="0" scaled="1"/>
                </a:gradFill>
              </a:rPr>
              <a:t>blind spots.</a:t>
            </a:r>
          </a:p>
        </p:txBody>
      </p:sp>
      <p:sp>
        <p:nvSpPr>
          <p:cNvPr id="4" name="Text Placeholder 3"/>
          <p:cNvSpPr>
            <a:spLocks noGrp="1"/>
          </p:cNvSpPr>
          <p:nvPr>
            <p:ph type="body" idx="3"/>
          </p:nvPr>
        </p:nvSpPr>
        <p:spPr/>
        <p:txBody>
          <a:bodyPr/>
          <a:lstStyle/>
          <a:p>
            <a:r>
              <a:rPr lang="en-US" noProof="0" dirty="0">
                <a:solidFill>
                  <a:srgbClr val="5CD6FF"/>
                </a:solidFill>
              </a:rPr>
              <a:t>Three minutes from now, you'll know what they are.</a:t>
            </a:r>
          </a:p>
        </p:txBody>
      </p:sp>
      <p:sp>
        <p:nvSpPr>
          <p:cNvPr id="5" name="Text Placeholder 4"/>
          <p:cNvSpPr>
            <a:spLocks noGrp="1"/>
          </p:cNvSpPr>
          <p:nvPr>
            <p:ph type="body" idx="4"/>
          </p:nvPr>
        </p:nvSpPr>
        <p:spPr/>
        <p:txBody>
          <a:bodyPr/>
          <a:lstStyle/>
          <a:p>
            <a:r>
              <a:rPr lang="en-US" noProof="0" dirty="0">
                <a:solidFill>
                  <a:srgbClr val="FFFFFF"/>
                </a:solidFill>
              </a:rPr>
              <a:t>Open Component Model. </a:t>
            </a:r>
            <a:r>
              <a:rPr lang="en-US" dirty="0"/>
              <a:t>O</a:t>
            </a:r>
            <a:r>
              <a:rPr lang="en-US" noProof="0" dirty="0">
                <a:solidFill>
                  <a:srgbClr val="FFFFFF"/>
                </a:solidFill>
              </a:rPr>
              <a:t>pen source</a:t>
            </a:r>
            <a:r>
              <a:rPr lang="en-US" dirty="0"/>
              <a:t>. </a:t>
            </a:r>
            <a:r>
              <a:rPr lang="en-US" noProof="0" dirty="0">
                <a:solidFill>
                  <a:srgbClr val="FFFFFF"/>
                </a:solidFill>
              </a:rPr>
              <a:t>NeoNephos Foundation.</a:t>
            </a:r>
          </a:p>
        </p:txBody>
      </p:sp>
      <p:pic>
        <p:nvPicPr>
          <p:cNvPr id="7" name="Picture 6" descr="ocm-horizontal-white_400.png"/>
          <p:cNvPicPr>
            <a:picLocks noChangeAspect="1"/>
          </p:cNvPicPr>
          <p:nvPr/>
        </p:nvPicPr>
        <p:blipFill>
          <a:blip r:embed="rId5"/>
          <a:stretch>
            <a:fillRect/>
          </a:stretch>
        </p:blipFill>
        <p:spPr>
          <a:xfrm>
            <a:off x="914400" y="9029700"/>
            <a:ext cx="1905000" cy="723900"/>
          </a:xfrm>
          <a:prstGeom prst="rect">
            <a:avLst/>
          </a:prstGeom>
        </p:spPr>
      </p:pic>
      <p:pic>
        <p:nvPicPr>
          <p:cNvPr id="8" name="Picture 7" descr="neonephos-foundation-horizontal-white_400.png"/>
          <p:cNvPicPr>
            <a:picLocks noChangeAspect="1"/>
          </p:cNvPicPr>
          <p:nvPr/>
        </p:nvPicPr>
        <p:blipFill>
          <a:blip r:embed="rId6"/>
          <a:stretch>
            <a:fillRect/>
          </a:stretch>
        </p:blipFill>
        <p:spPr>
          <a:xfrm>
            <a:off x="14833600" y="9258300"/>
            <a:ext cx="2540000" cy="495300"/>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dirty="0"/>
              <a:t>THREE BLIND SPOTS</a:t>
            </a:r>
          </a:p>
        </p:txBody>
      </p:sp>
      <p:sp>
        <p:nvSpPr>
          <p:cNvPr id="3" name="Title 2"/>
          <p:cNvSpPr>
            <a:spLocks noGrp="1"/>
          </p:cNvSpPr>
          <p:nvPr>
            <p:ph type="title" idx="2"/>
          </p:nvPr>
        </p:nvSpPr>
        <p:spPr/>
        <p:txBody>
          <a:bodyPr/>
          <a:lstStyle/>
          <a:p>
            <a:r>
              <a:rPr lang="en-US" noProof="0" dirty="0"/>
              <a:t>What</a:t>
            </a:r>
            <a:r>
              <a:rPr dirty="0"/>
              <a:t> today's delivery model can't see.</a:t>
            </a:r>
          </a:p>
        </p:txBody>
      </p:sp>
      <p:sp>
        <p:nvSpPr>
          <p:cNvPr id="4" name="Text Placeholder 3"/>
          <p:cNvSpPr>
            <a:spLocks noGrp="1"/>
          </p:cNvSpPr>
          <p:nvPr>
            <p:ph type="body" idx="10"/>
          </p:nvPr>
        </p:nvSpPr>
        <p:spPr/>
        <p:txBody>
          <a:bodyPr/>
          <a:lstStyle/>
          <a:p>
            <a:r>
              <a:t>IDENTITY DRIFT</a:t>
            </a:r>
          </a:p>
        </p:txBody>
      </p:sp>
      <p:sp>
        <p:nvSpPr>
          <p:cNvPr id="5" name="Text Placeholder 4"/>
          <p:cNvSpPr>
            <a:spLocks noGrp="1"/>
          </p:cNvSpPr>
          <p:nvPr>
            <p:ph type="body" idx="11"/>
          </p:nvPr>
        </p:nvSpPr>
        <p:spPr/>
        <p:txBody>
          <a:bodyPr/>
          <a:lstStyle/>
          <a:p>
            <a:r>
              <a:t>You signed the artifact at source.</a:t>
            </a:r>
          </a:p>
          <a:p>
            <a:r>
              <a:t>Each transfer changes its reference. Downstream verifies a reference you never signed.</a:t>
            </a:r>
          </a:p>
        </p:txBody>
      </p:sp>
      <p:sp>
        <p:nvSpPr>
          <p:cNvPr id="6" name="Text Placeholder 5"/>
          <p:cNvSpPr>
            <a:spLocks noGrp="1"/>
          </p:cNvSpPr>
          <p:nvPr>
            <p:ph type="body" idx="12"/>
          </p:nvPr>
        </p:nvSpPr>
        <p:spPr/>
        <p:txBody>
          <a:bodyPr/>
          <a:lstStyle/>
          <a:p>
            <a:r>
              <a:t>NO RELEASE ENVELOPE</a:t>
            </a:r>
          </a:p>
        </p:txBody>
      </p:sp>
      <p:sp>
        <p:nvSpPr>
          <p:cNvPr id="7" name="Text Placeholder 6"/>
          <p:cNvSpPr>
            <a:spLocks noGrp="1"/>
          </p:cNvSpPr>
          <p:nvPr>
            <p:ph type="body" idx="13"/>
          </p:nvPr>
        </p:nvSpPr>
        <p:spPr/>
        <p:txBody>
          <a:bodyPr/>
          <a:lstStyle/>
          <a:p>
            <a:r>
              <a:t>You sign artifacts. You don't sign the release.</a:t>
            </a:r>
          </a:p>
          <a:p>
            <a:r>
              <a:t>Twelve pieces, twelve signatures </a:t>
            </a:r>
            <a:r>
              <a:rPr lang="de-DE"/>
              <a:t>- </a:t>
            </a:r>
            <a:r>
              <a:t> if you're lucky.</a:t>
            </a:r>
          </a:p>
        </p:txBody>
      </p:sp>
      <p:sp>
        <p:nvSpPr>
          <p:cNvPr id="8" name="Text Placeholder 7"/>
          <p:cNvSpPr>
            <a:spLocks noGrp="1"/>
          </p:cNvSpPr>
          <p:nvPr>
            <p:ph type="body" idx="14"/>
          </p:nvPr>
        </p:nvSpPr>
        <p:spPr/>
        <p:txBody>
          <a:bodyPr/>
          <a:lstStyle/>
          <a:p>
            <a:r>
              <a:t>UNVERIFIED ARRIVAL</a:t>
            </a:r>
          </a:p>
        </p:txBody>
      </p:sp>
      <p:sp>
        <p:nvSpPr>
          <p:cNvPr id="9" name="Text Placeholder 8"/>
          <p:cNvSpPr>
            <a:spLocks noGrp="1"/>
          </p:cNvSpPr>
          <p:nvPr>
            <p:ph type="body" idx="15"/>
          </p:nvPr>
        </p:nvSpPr>
        <p:spPr/>
        <p:txBody>
          <a:bodyPr/>
          <a:lstStyle/>
          <a:p>
            <a:r>
              <a:t>Sovereign zones forbid upstream traffic.</a:t>
            </a:r>
          </a:p>
          <a:p>
            <a:r>
              <a:t>Verification ships with the release </a:t>
            </a:r>
            <a:r>
              <a:rPr lang="de-DE"/>
              <a:t>-</a:t>
            </a:r>
            <a:r>
              <a:t> or it doesn't happen.</a:t>
            </a:r>
          </a:p>
        </p:txBody>
      </p:sp>
    </p:spTree>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0"/>
              <a:t>WHY NOW</a:t>
            </a:r>
          </a:p>
        </p:txBody>
      </p:sp>
      <p:sp>
        <p:nvSpPr>
          <p:cNvPr id="3" name="Title 2"/>
          <p:cNvSpPr>
            <a:spLocks noGrp="1"/>
          </p:cNvSpPr>
          <p:nvPr>
            <p:ph type="title" idx="2"/>
          </p:nvPr>
        </p:nvSpPr>
        <p:spPr/>
        <p:txBody>
          <a:bodyPr/>
          <a:lstStyle/>
          <a:p>
            <a:r>
              <a:rPr lang="en-US" noProof="0"/>
              <a:t>Sovereignty is no longer optional</a:t>
            </a:r>
          </a:p>
        </p:txBody>
      </p:sp>
      <p:sp>
        <p:nvSpPr>
          <p:cNvPr id="4" name="Text Placeholder 3"/>
          <p:cNvSpPr>
            <a:spLocks noGrp="1"/>
          </p:cNvSpPr>
          <p:nvPr>
            <p:ph type="body" idx="10"/>
          </p:nvPr>
        </p:nvSpPr>
        <p:spPr/>
        <p:txBody>
          <a:bodyPr/>
          <a:lstStyle/>
          <a:p>
            <a:r>
              <a:rPr lang="en-US" noProof="0"/>
              <a:t>SOVEREIGNTY PRESSURE</a:t>
            </a:r>
          </a:p>
        </p:txBody>
      </p:sp>
      <p:sp>
        <p:nvSpPr>
          <p:cNvPr id="5" name="Text Placeholder 4"/>
          <p:cNvSpPr>
            <a:spLocks noGrp="1"/>
          </p:cNvSpPr>
          <p:nvPr>
            <p:ph type="body" idx="11"/>
          </p:nvPr>
        </p:nvSpPr>
        <p:spPr>
          <a:xfrm>
            <a:off x="1143000" y="5753100"/>
            <a:ext cx="5095142" cy="4381500"/>
          </a:xfrm>
        </p:spPr>
        <p:txBody>
          <a:bodyPr/>
          <a:lstStyle/>
          <a:p>
            <a:r>
              <a:rPr lang="en-US" noProof="0"/>
              <a:t>The law draws boundaries - jurisdiction, sector, air-gap.</a:t>
            </a:r>
          </a:p>
          <a:p>
            <a:r>
              <a:rPr lang="en-US" noProof="0"/>
              <a:t>Software must be deliverable inside each one.</a:t>
            </a:r>
          </a:p>
        </p:txBody>
      </p:sp>
      <p:sp>
        <p:nvSpPr>
          <p:cNvPr id="6" name="Text Placeholder 5"/>
          <p:cNvSpPr>
            <a:spLocks noGrp="1"/>
          </p:cNvSpPr>
          <p:nvPr>
            <p:ph type="body" idx="12"/>
          </p:nvPr>
        </p:nvSpPr>
        <p:spPr/>
        <p:txBody>
          <a:bodyPr/>
          <a:lstStyle/>
          <a:p>
            <a:r>
              <a:rPr lang="en-US" noProof="0"/>
              <a:t>REGULATION TIGHTENING</a:t>
            </a:r>
          </a:p>
        </p:txBody>
      </p:sp>
      <p:sp>
        <p:nvSpPr>
          <p:cNvPr id="7" name="Text Placeholder 6"/>
          <p:cNvSpPr>
            <a:spLocks noGrp="1"/>
          </p:cNvSpPr>
          <p:nvPr>
            <p:ph type="body" idx="13"/>
          </p:nvPr>
        </p:nvSpPr>
        <p:spPr/>
        <p:txBody>
          <a:bodyPr/>
          <a:lstStyle/>
          <a:p>
            <a:r>
              <a:rPr lang="en-US" noProof="0"/>
              <a:t>EU DORA · NIS2 · CRA. Provable supply-chain control, not best effort.</a:t>
            </a:r>
          </a:p>
        </p:txBody>
      </p:sp>
      <p:sp>
        <p:nvSpPr>
          <p:cNvPr id="8" name="Text Placeholder 7"/>
          <p:cNvSpPr>
            <a:spLocks noGrp="1"/>
          </p:cNvSpPr>
          <p:nvPr>
            <p:ph type="body" idx="14"/>
          </p:nvPr>
        </p:nvSpPr>
        <p:spPr>
          <a:xfrm>
            <a:off x="12153900" y="5079024"/>
            <a:ext cx="5270988" cy="559776"/>
          </a:xfrm>
        </p:spPr>
        <p:txBody>
          <a:bodyPr/>
          <a:lstStyle/>
          <a:p>
            <a:r>
              <a:rPr lang="en-US" noProof="0"/>
              <a:t>SUPPLY-CHAIN ATTACKS ARE REAL</a:t>
            </a:r>
          </a:p>
        </p:txBody>
      </p:sp>
      <p:sp>
        <p:nvSpPr>
          <p:cNvPr id="9" name="Text Placeholder 8"/>
          <p:cNvSpPr>
            <a:spLocks noGrp="1"/>
          </p:cNvSpPr>
          <p:nvPr>
            <p:ph type="body" idx="15"/>
          </p:nvPr>
        </p:nvSpPr>
        <p:spPr/>
        <p:txBody>
          <a:bodyPr/>
          <a:lstStyle/>
          <a:p>
            <a:r>
              <a:rPr lang="en-US" noProof="0"/>
              <a:t>SolarWinds. xz. log4shell. Signatures must survive the journey, or compliance is theatre.</a:t>
            </a:r>
          </a:p>
        </p:txBody>
      </p:sp>
    </p:spTree>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ounded Rectangle 27"/>
          <p:cNvSpPr/>
          <p:nvPr/>
        </p:nvSpPr>
        <p:spPr>
          <a:xfrm>
            <a:off x="14005946" y="6671763"/>
            <a:ext cx="1806218" cy="744149"/>
          </a:xfrm>
          <a:prstGeom prst="roundRect">
            <a:avLst>
              <a:gd name="adj" fmla="val 12500"/>
            </a:avLst>
          </a:prstGeom>
          <a:solidFill>
            <a:srgbClr val="FFFFFF"/>
          </a:solidFill>
          <a:ln w="19050">
            <a:solidFill>
              <a:srgbClr val="1D65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 name="Text Placeholder 1"/>
          <p:cNvSpPr>
            <a:spLocks noGrp="1"/>
          </p:cNvSpPr>
          <p:nvPr>
            <p:ph type="body" idx="1"/>
          </p:nvPr>
        </p:nvSpPr>
        <p:spPr/>
        <p:txBody>
          <a:bodyPr>
            <a:normAutofit lnSpcReduction="10000"/>
          </a:bodyPr>
          <a:lstStyle/>
          <a:p>
            <a:r>
              <a:rPr lang="en-US" noProof="0"/>
              <a:t>THE ANSWER</a:t>
            </a:r>
          </a:p>
        </p:txBody>
      </p:sp>
      <p:sp>
        <p:nvSpPr>
          <p:cNvPr id="3" name="Title 2"/>
          <p:cNvSpPr>
            <a:spLocks noGrp="1"/>
          </p:cNvSpPr>
          <p:nvPr>
            <p:ph type="title" idx="2"/>
          </p:nvPr>
        </p:nvSpPr>
        <p:spPr>
          <a:xfrm>
            <a:off x="1143000" y="1236785"/>
            <a:ext cx="16002000" cy="762000"/>
          </a:xfrm>
        </p:spPr>
        <p:txBody>
          <a:bodyPr>
            <a:normAutofit fontScale="90000"/>
          </a:bodyPr>
          <a:lstStyle/>
          <a:p>
            <a:r>
              <a:rPr lang="en-US" noProof="0"/>
              <a:t>Meet OCM. One identity, every boundary.</a:t>
            </a:r>
          </a:p>
        </p:txBody>
      </p:sp>
      <p:sp>
        <p:nvSpPr>
          <p:cNvPr id="4" name="TextBox 3"/>
          <p:cNvSpPr txBox="1"/>
          <p:nvPr/>
        </p:nvSpPr>
        <p:spPr>
          <a:xfrm>
            <a:off x="2716023" y="3817692"/>
            <a:ext cx="2133600" cy="200055"/>
          </a:xfrm>
          <a:prstGeom prst="rect">
            <a:avLst/>
          </a:prstGeom>
          <a:noFill/>
        </p:spPr>
        <p:txBody>
          <a:bodyPr wrap="square" lIns="0" tIns="0" rIns="0" bIns="0">
            <a:spAutoFit/>
          </a:bodyPr>
          <a:lstStyle/>
          <a:p>
            <a:r>
              <a:rPr lang="en-US" sz="1300" b="1" i="0" cap="all" spc="140" noProof="0">
                <a:solidFill>
                  <a:srgbClr val="6B7280"/>
                </a:solidFill>
                <a:latin typeface="Aptos"/>
              </a:rPr>
              <a:t>EVERY ARTIFACT TYPE</a:t>
            </a:r>
          </a:p>
        </p:txBody>
      </p:sp>
      <p:cxnSp>
        <p:nvCxnSpPr>
          <p:cNvPr id="5" name="Connector 4"/>
          <p:cNvCxnSpPr/>
          <p:nvPr/>
        </p:nvCxnSpPr>
        <p:spPr>
          <a:xfrm>
            <a:off x="2909454" y="4041564"/>
            <a:ext cx="1753466" cy="0"/>
          </a:xfrm>
          <a:prstGeom prst="line">
            <a:avLst/>
          </a:prstGeom>
          <a:ln w="25977">
            <a:solidFill>
              <a:srgbClr val="257DD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909454" y="4246384"/>
            <a:ext cx="1558636" cy="428625"/>
          </a:xfrm>
          <a:prstGeom prst="roundRect">
            <a:avLst>
              <a:gd name="adj" fmla="val 50000"/>
            </a:avLst>
          </a:prstGeom>
          <a:solidFill>
            <a:srgbClr val="FFFFFF"/>
          </a:solidFill>
          <a:ln w="19050">
            <a:solidFill>
              <a:srgbClr val="1D65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 name="TextBox 6"/>
          <p:cNvSpPr txBox="1"/>
          <p:nvPr/>
        </p:nvSpPr>
        <p:spPr>
          <a:xfrm>
            <a:off x="2909454" y="4246384"/>
            <a:ext cx="1558636" cy="428625"/>
          </a:xfrm>
          <a:prstGeom prst="rect">
            <a:avLst/>
          </a:prstGeom>
          <a:noFill/>
        </p:spPr>
        <p:txBody>
          <a:bodyPr wrap="square" lIns="0" tIns="0" rIns="0" bIns="0" anchor="ctr">
            <a:spAutoFit/>
          </a:bodyPr>
          <a:lstStyle/>
          <a:p>
            <a:pPr algn="ctr"/>
            <a:r>
              <a:rPr lang="en-US" sz="1600" b="1" i="0" noProof="0">
                <a:solidFill>
                  <a:srgbClr val="1D65B4"/>
                </a:solidFill>
                <a:latin typeface="Aptos"/>
              </a:rPr>
              <a:t>OCI</a:t>
            </a:r>
          </a:p>
        </p:txBody>
      </p:sp>
      <p:sp>
        <p:nvSpPr>
          <p:cNvPr id="8" name="Rounded Rectangle 7"/>
          <p:cNvSpPr/>
          <p:nvPr/>
        </p:nvSpPr>
        <p:spPr>
          <a:xfrm>
            <a:off x="2909454" y="4772424"/>
            <a:ext cx="1558636" cy="428625"/>
          </a:xfrm>
          <a:prstGeom prst="roundRect">
            <a:avLst>
              <a:gd name="adj" fmla="val 50000"/>
            </a:avLst>
          </a:prstGeom>
          <a:solidFill>
            <a:srgbClr val="FFFFFF"/>
          </a:solidFill>
          <a:ln w="19050">
            <a:solidFill>
              <a:srgbClr val="1D65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TextBox 8"/>
          <p:cNvSpPr txBox="1"/>
          <p:nvPr/>
        </p:nvSpPr>
        <p:spPr>
          <a:xfrm>
            <a:off x="2909454" y="4772424"/>
            <a:ext cx="1558636" cy="428625"/>
          </a:xfrm>
          <a:prstGeom prst="rect">
            <a:avLst/>
          </a:prstGeom>
          <a:noFill/>
        </p:spPr>
        <p:txBody>
          <a:bodyPr wrap="square" lIns="0" tIns="0" rIns="0" bIns="0" anchor="ctr">
            <a:spAutoFit/>
          </a:bodyPr>
          <a:lstStyle/>
          <a:p>
            <a:pPr algn="ctr"/>
            <a:r>
              <a:rPr lang="en-US" sz="1600" b="1" i="0" noProof="0">
                <a:solidFill>
                  <a:srgbClr val="1D65B4"/>
                </a:solidFill>
                <a:latin typeface="Aptos"/>
              </a:rPr>
              <a:t>Helm</a:t>
            </a:r>
          </a:p>
        </p:txBody>
      </p:sp>
      <p:sp>
        <p:nvSpPr>
          <p:cNvPr id="10" name="Rounded Rectangle 9"/>
          <p:cNvSpPr/>
          <p:nvPr/>
        </p:nvSpPr>
        <p:spPr>
          <a:xfrm>
            <a:off x="2909454" y="5298464"/>
            <a:ext cx="1558636" cy="428625"/>
          </a:xfrm>
          <a:prstGeom prst="roundRect">
            <a:avLst>
              <a:gd name="adj" fmla="val 50000"/>
            </a:avLst>
          </a:prstGeom>
          <a:solidFill>
            <a:srgbClr val="FFFFFF"/>
          </a:solidFill>
          <a:ln w="19050">
            <a:solidFill>
              <a:srgbClr val="1D65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1" name="TextBox 10"/>
          <p:cNvSpPr txBox="1"/>
          <p:nvPr/>
        </p:nvSpPr>
        <p:spPr>
          <a:xfrm>
            <a:off x="2909454" y="5298464"/>
            <a:ext cx="1558636" cy="428625"/>
          </a:xfrm>
          <a:prstGeom prst="rect">
            <a:avLst/>
          </a:prstGeom>
          <a:noFill/>
        </p:spPr>
        <p:txBody>
          <a:bodyPr wrap="square" lIns="0" tIns="0" rIns="0" bIns="0" anchor="ctr">
            <a:spAutoFit/>
          </a:bodyPr>
          <a:lstStyle/>
          <a:p>
            <a:pPr algn="ctr"/>
            <a:r>
              <a:rPr lang="en-US" sz="1600" b="1" i="0" noProof="0">
                <a:solidFill>
                  <a:srgbClr val="1D65B4"/>
                </a:solidFill>
                <a:latin typeface="Aptos"/>
              </a:rPr>
              <a:t>npm</a:t>
            </a:r>
          </a:p>
        </p:txBody>
      </p:sp>
      <p:sp>
        <p:nvSpPr>
          <p:cNvPr id="12" name="Rounded Rectangle 11"/>
          <p:cNvSpPr/>
          <p:nvPr/>
        </p:nvSpPr>
        <p:spPr>
          <a:xfrm>
            <a:off x="2909454" y="5824504"/>
            <a:ext cx="1558636" cy="428625"/>
          </a:xfrm>
          <a:prstGeom prst="roundRect">
            <a:avLst>
              <a:gd name="adj" fmla="val 50000"/>
            </a:avLst>
          </a:prstGeom>
          <a:solidFill>
            <a:srgbClr val="FFFFFF"/>
          </a:solidFill>
          <a:ln w="19050">
            <a:solidFill>
              <a:srgbClr val="1D65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 name="TextBox 12"/>
          <p:cNvSpPr txBox="1"/>
          <p:nvPr/>
        </p:nvSpPr>
        <p:spPr>
          <a:xfrm>
            <a:off x="2909454" y="5824504"/>
            <a:ext cx="1558636" cy="428625"/>
          </a:xfrm>
          <a:prstGeom prst="rect">
            <a:avLst/>
          </a:prstGeom>
          <a:noFill/>
        </p:spPr>
        <p:txBody>
          <a:bodyPr wrap="square" lIns="0" tIns="0" rIns="0" bIns="0" anchor="ctr">
            <a:spAutoFit/>
          </a:bodyPr>
          <a:lstStyle/>
          <a:p>
            <a:pPr algn="ctr"/>
            <a:r>
              <a:rPr lang="en-US" sz="1600" b="1" i="0" noProof="0">
                <a:solidFill>
                  <a:srgbClr val="1D65B4"/>
                </a:solidFill>
                <a:latin typeface="Aptos"/>
              </a:rPr>
              <a:t>Binary</a:t>
            </a:r>
          </a:p>
        </p:txBody>
      </p:sp>
      <p:sp>
        <p:nvSpPr>
          <p:cNvPr id="14" name="Rounded Rectangle 13"/>
          <p:cNvSpPr/>
          <p:nvPr/>
        </p:nvSpPr>
        <p:spPr>
          <a:xfrm>
            <a:off x="2909454" y="6350544"/>
            <a:ext cx="1558636" cy="428625"/>
          </a:xfrm>
          <a:prstGeom prst="roundRect">
            <a:avLst>
              <a:gd name="adj" fmla="val 50000"/>
            </a:avLst>
          </a:prstGeom>
          <a:solidFill>
            <a:srgbClr val="FFFFFF"/>
          </a:solidFill>
          <a:ln w="19050">
            <a:solidFill>
              <a:srgbClr val="1D65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 name="TextBox 14"/>
          <p:cNvSpPr txBox="1"/>
          <p:nvPr/>
        </p:nvSpPr>
        <p:spPr>
          <a:xfrm>
            <a:off x="2909454" y="6350544"/>
            <a:ext cx="1558636" cy="428625"/>
          </a:xfrm>
          <a:prstGeom prst="rect">
            <a:avLst/>
          </a:prstGeom>
          <a:noFill/>
        </p:spPr>
        <p:txBody>
          <a:bodyPr wrap="square" lIns="0" tIns="0" rIns="0" bIns="0" anchor="ctr">
            <a:spAutoFit/>
          </a:bodyPr>
          <a:lstStyle/>
          <a:p>
            <a:pPr algn="ctr"/>
            <a:r>
              <a:rPr lang="en-US" sz="1600" b="1" i="0" noProof="0">
                <a:solidFill>
                  <a:srgbClr val="1D65B4"/>
                </a:solidFill>
                <a:latin typeface="Aptos"/>
              </a:rPr>
              <a:t>Config</a:t>
            </a:r>
          </a:p>
        </p:txBody>
      </p:sp>
      <p:grpSp>
        <p:nvGrpSpPr>
          <p:cNvPr id="104" name="Gruppieren 103">
            <a:extLst>
              <a:ext uri="{FF2B5EF4-FFF2-40B4-BE49-F238E27FC236}">
                <a16:creationId xmlns:a16="http://schemas.microsoft.com/office/drawing/2014/main" id="{88D84D4F-E57C-43A7-249F-D1958640B9D2}"/>
              </a:ext>
            </a:extLst>
          </p:cNvPr>
          <p:cNvGrpSpPr/>
          <p:nvPr/>
        </p:nvGrpSpPr>
        <p:grpSpPr>
          <a:xfrm>
            <a:off x="3054096" y="6876583"/>
            <a:ext cx="1267690" cy="432902"/>
            <a:chOff x="3200400" y="6876583"/>
            <a:chExt cx="1267690" cy="432902"/>
          </a:xfrm>
        </p:grpSpPr>
        <p:sp>
          <p:nvSpPr>
            <p:cNvPr id="16" name="Rounded Rectangle 15"/>
            <p:cNvSpPr/>
            <p:nvPr/>
          </p:nvSpPr>
          <p:spPr>
            <a:xfrm>
              <a:off x="3200400" y="6876583"/>
              <a:ext cx="1267690" cy="428625"/>
            </a:xfrm>
            <a:prstGeom prst="roundRect">
              <a:avLst>
                <a:gd name="adj" fmla="val 50000"/>
              </a:avLst>
            </a:prstGeom>
            <a:solidFill>
              <a:srgbClr val="FFFFFF"/>
            </a:solidFill>
            <a:ln w="19050">
              <a:solidFill>
                <a:srgbClr val="1D65B4"/>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 name="TextBox 16"/>
            <p:cNvSpPr txBox="1"/>
            <p:nvPr/>
          </p:nvSpPr>
          <p:spPr>
            <a:xfrm>
              <a:off x="3200400" y="6909375"/>
              <a:ext cx="1267690" cy="400110"/>
            </a:xfrm>
            <a:prstGeom prst="rect">
              <a:avLst/>
            </a:prstGeom>
            <a:noFill/>
          </p:spPr>
          <p:txBody>
            <a:bodyPr wrap="square" lIns="0" tIns="0" rIns="0" bIns="0" anchor="ctr">
              <a:spAutoFit/>
            </a:bodyPr>
            <a:lstStyle/>
            <a:p>
              <a:pPr algn="ctr"/>
              <a:r>
                <a:rPr lang="en-US" sz="1300" b="0" i="1" noProof="0">
                  <a:solidFill>
                    <a:srgbClr val="1D65B4"/>
                  </a:solidFill>
                  <a:latin typeface="Aptos"/>
                </a:rPr>
                <a:t>… any artifact type</a:t>
              </a:r>
            </a:p>
          </p:txBody>
        </p:sp>
      </p:grpSp>
      <p:sp>
        <p:nvSpPr>
          <p:cNvPr id="18" name="Spoke"/>
          <p:cNvSpPr/>
          <p:nvPr/>
        </p:nvSpPr>
        <p:spPr>
          <a:xfrm>
            <a:off x="4468090" y="4421731"/>
            <a:ext cx="3694942" cy="1402772"/>
          </a:xfrm>
          <a:custGeom>
            <a:avLst/>
            <a:gdLst/>
            <a:ahLst/>
            <a:cxnLst/>
            <a:rect l="l" t="t" r="r" b="b"/>
            <a:pathLst>
              <a:path w="3694942" h="1402772">
                <a:moveTo>
                  <a:pt x="0" y="0"/>
                </a:moveTo>
                <a:cubicBezTo>
                  <a:pt x="1558636" y="0"/>
                  <a:pt x="2337954" y="1168977"/>
                  <a:pt x="3694942" y="1402772"/>
                </a:cubicBezTo>
              </a:path>
            </a:pathLst>
          </a:custGeom>
          <a:noFill/>
          <a:ln w="19482" cap="rnd">
            <a:solidFill>
              <a:srgbClr val="374151"/>
            </a:solidFill>
            <a:round/>
            <a:tailEnd type="triangle" w="med" len="med"/>
          </a:ln>
        </p:spPr>
        <p:txBody>
          <a:bodyPr/>
          <a:lstStyle/>
          <a:p>
            <a:endParaRPr lang="en-US" noProof="0"/>
          </a:p>
        </p:txBody>
      </p:sp>
      <p:sp>
        <p:nvSpPr>
          <p:cNvPr id="19" name="Spoke"/>
          <p:cNvSpPr/>
          <p:nvPr/>
        </p:nvSpPr>
        <p:spPr>
          <a:xfrm>
            <a:off x="4468090" y="4928288"/>
            <a:ext cx="3667666" cy="1052079"/>
          </a:xfrm>
          <a:custGeom>
            <a:avLst/>
            <a:gdLst/>
            <a:ahLst/>
            <a:cxnLst/>
            <a:rect l="l" t="t" r="r" b="b"/>
            <a:pathLst>
              <a:path w="3667666" h="1052079">
                <a:moveTo>
                  <a:pt x="0" y="0"/>
                </a:moveTo>
                <a:cubicBezTo>
                  <a:pt x="1558636" y="0"/>
                  <a:pt x="2337954" y="857250"/>
                  <a:pt x="3667666" y="1052079"/>
                </a:cubicBezTo>
              </a:path>
            </a:pathLst>
          </a:custGeom>
          <a:noFill/>
          <a:ln w="19482" cap="rnd">
            <a:solidFill>
              <a:srgbClr val="374151"/>
            </a:solidFill>
            <a:round/>
            <a:tailEnd type="triangle" w="med" len="med"/>
          </a:ln>
        </p:spPr>
        <p:txBody>
          <a:bodyPr/>
          <a:lstStyle/>
          <a:p>
            <a:endParaRPr lang="en-US" noProof="0"/>
          </a:p>
        </p:txBody>
      </p:sp>
      <p:sp>
        <p:nvSpPr>
          <p:cNvPr id="20" name="Spoke"/>
          <p:cNvSpPr/>
          <p:nvPr/>
        </p:nvSpPr>
        <p:spPr>
          <a:xfrm>
            <a:off x="4468090" y="5434845"/>
            <a:ext cx="3662795" cy="662420"/>
          </a:xfrm>
          <a:custGeom>
            <a:avLst/>
            <a:gdLst/>
            <a:ahLst/>
            <a:cxnLst/>
            <a:rect l="l" t="t" r="r" b="b"/>
            <a:pathLst>
              <a:path w="3662795" h="662420">
                <a:moveTo>
                  <a:pt x="0" y="0"/>
                </a:moveTo>
                <a:cubicBezTo>
                  <a:pt x="1558636" y="0"/>
                  <a:pt x="2532784" y="545522"/>
                  <a:pt x="3662795" y="662420"/>
                </a:cubicBezTo>
              </a:path>
            </a:pathLst>
          </a:custGeom>
          <a:noFill/>
          <a:ln w="19482" cap="rnd">
            <a:solidFill>
              <a:srgbClr val="374151"/>
            </a:solidFill>
            <a:round/>
            <a:tailEnd type="triangle" w="med" len="med"/>
          </a:ln>
        </p:spPr>
        <p:txBody>
          <a:bodyPr/>
          <a:lstStyle/>
          <a:p>
            <a:endParaRPr lang="en-US" noProof="0"/>
          </a:p>
        </p:txBody>
      </p:sp>
      <p:sp>
        <p:nvSpPr>
          <p:cNvPr id="21" name="Spoke"/>
          <p:cNvSpPr/>
          <p:nvPr/>
        </p:nvSpPr>
        <p:spPr>
          <a:xfrm>
            <a:off x="4468090" y="5941402"/>
            <a:ext cx="3672536" cy="272761"/>
          </a:xfrm>
          <a:custGeom>
            <a:avLst/>
            <a:gdLst/>
            <a:ahLst/>
            <a:cxnLst/>
            <a:rect l="l" t="t" r="r" b="b"/>
            <a:pathLst>
              <a:path w="3672536" h="272761">
                <a:moveTo>
                  <a:pt x="0" y="0"/>
                </a:moveTo>
                <a:cubicBezTo>
                  <a:pt x="1558636" y="0"/>
                  <a:pt x="2532784" y="194829"/>
                  <a:pt x="3672536" y="272761"/>
                </a:cubicBezTo>
              </a:path>
            </a:pathLst>
          </a:custGeom>
          <a:noFill/>
          <a:ln w="19482" cap="rnd">
            <a:solidFill>
              <a:srgbClr val="374151"/>
            </a:solidFill>
            <a:round/>
            <a:tailEnd type="triangle" w="med" len="med"/>
          </a:ln>
        </p:spPr>
        <p:txBody>
          <a:bodyPr/>
          <a:lstStyle/>
          <a:p>
            <a:endParaRPr lang="en-US" noProof="0"/>
          </a:p>
        </p:txBody>
      </p:sp>
      <p:sp>
        <p:nvSpPr>
          <p:cNvPr id="22" name="Spoke"/>
          <p:cNvSpPr/>
          <p:nvPr/>
        </p:nvSpPr>
        <p:spPr>
          <a:xfrm>
            <a:off x="4468090" y="6311578"/>
            <a:ext cx="3694942" cy="136380"/>
          </a:xfrm>
          <a:custGeom>
            <a:avLst/>
            <a:gdLst/>
            <a:ahLst/>
            <a:cxnLst/>
            <a:rect l="l" t="t" r="r" b="b"/>
            <a:pathLst>
              <a:path w="3694942" h="136380">
                <a:moveTo>
                  <a:pt x="0" y="136380"/>
                </a:moveTo>
                <a:cubicBezTo>
                  <a:pt x="1558636" y="136380"/>
                  <a:pt x="2532784" y="0"/>
                  <a:pt x="3694942" y="19482"/>
                </a:cubicBezTo>
              </a:path>
            </a:pathLst>
          </a:custGeom>
          <a:noFill/>
          <a:ln w="19482" cap="rnd">
            <a:solidFill>
              <a:srgbClr val="374151"/>
            </a:solidFill>
            <a:round/>
            <a:tailEnd type="triangle" w="med" len="med"/>
          </a:ln>
        </p:spPr>
        <p:txBody>
          <a:bodyPr/>
          <a:lstStyle/>
          <a:p>
            <a:endParaRPr lang="en-US" noProof="0"/>
          </a:p>
        </p:txBody>
      </p:sp>
      <p:sp>
        <p:nvSpPr>
          <p:cNvPr id="23" name="Spoke"/>
          <p:cNvSpPr/>
          <p:nvPr/>
        </p:nvSpPr>
        <p:spPr>
          <a:xfrm>
            <a:off x="4336705" y="6485025"/>
            <a:ext cx="3845736" cy="596812"/>
          </a:xfrm>
          <a:custGeom>
            <a:avLst/>
            <a:gdLst/>
            <a:ahLst/>
            <a:cxnLst/>
            <a:rect l="l" t="t" r="r" b="b"/>
            <a:pathLst>
              <a:path w="3740727" h="487073">
                <a:moveTo>
                  <a:pt x="0" y="487073"/>
                </a:moveTo>
                <a:cubicBezTo>
                  <a:pt x="1558636" y="487073"/>
                  <a:pt x="2337954" y="146122"/>
                  <a:pt x="3740727" y="0"/>
                </a:cubicBezTo>
              </a:path>
            </a:pathLst>
          </a:custGeom>
          <a:noFill/>
          <a:ln w="16885" cap="rnd">
            <a:solidFill>
              <a:srgbClr val="374151"/>
            </a:solidFill>
            <a:prstDash val="dash"/>
            <a:round/>
            <a:tailEnd type="triangle" w="med" len="med"/>
          </a:ln>
        </p:spPr>
        <p:txBody>
          <a:bodyPr/>
          <a:lstStyle/>
          <a:p>
            <a:endParaRPr lang="en-US" noProof="0"/>
          </a:p>
        </p:txBody>
      </p:sp>
      <p:sp>
        <p:nvSpPr>
          <p:cNvPr id="24" name="TextBox 23"/>
          <p:cNvSpPr txBox="1"/>
          <p:nvPr/>
        </p:nvSpPr>
        <p:spPr>
          <a:xfrm>
            <a:off x="13381693" y="3835278"/>
            <a:ext cx="3097823" cy="200055"/>
          </a:xfrm>
          <a:prstGeom prst="rect">
            <a:avLst/>
          </a:prstGeom>
          <a:noFill/>
        </p:spPr>
        <p:txBody>
          <a:bodyPr wrap="square" lIns="0" tIns="0" rIns="0" bIns="0">
            <a:spAutoFit/>
          </a:bodyPr>
          <a:lstStyle/>
          <a:p>
            <a:pPr algn="ctr"/>
            <a:r>
              <a:rPr lang="en-US" sz="1300" b="1" i="0" cap="all" spc="140" noProof="0">
                <a:solidFill>
                  <a:srgbClr val="6B7280"/>
                </a:solidFill>
                <a:latin typeface="Aptos"/>
              </a:rPr>
              <a:t>EVERY DEPLOYMENT BOUNDARY</a:t>
            </a:r>
          </a:p>
        </p:txBody>
      </p:sp>
      <p:cxnSp>
        <p:nvCxnSpPr>
          <p:cNvPr id="25" name="Connector 24"/>
          <p:cNvCxnSpPr/>
          <p:nvPr/>
        </p:nvCxnSpPr>
        <p:spPr>
          <a:xfrm flipV="1">
            <a:off x="13663046" y="4041565"/>
            <a:ext cx="2492019" cy="26376"/>
          </a:xfrm>
          <a:prstGeom prst="line">
            <a:avLst/>
          </a:prstGeom>
          <a:ln w="25977">
            <a:solidFill>
              <a:srgbClr val="1D65B4"/>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14014738" y="4289847"/>
            <a:ext cx="1823803" cy="823279"/>
          </a:xfrm>
          <a:prstGeom prst="roundRect">
            <a:avLst>
              <a:gd name="adj" fmla="val 12500"/>
            </a:avLst>
          </a:prstGeom>
          <a:solidFill>
            <a:srgbClr val="FFFFFF"/>
          </a:solidFill>
          <a:ln w="19050">
            <a:solidFill>
              <a:srgbClr val="1D65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7" name="Rounded Rectangle 26"/>
          <p:cNvSpPr/>
          <p:nvPr/>
        </p:nvSpPr>
        <p:spPr>
          <a:xfrm>
            <a:off x="14014738" y="5502785"/>
            <a:ext cx="1815011" cy="770526"/>
          </a:xfrm>
          <a:prstGeom prst="roundRect">
            <a:avLst>
              <a:gd name="adj" fmla="val 12500"/>
            </a:avLst>
          </a:prstGeom>
          <a:solidFill>
            <a:srgbClr val="FFFFFF"/>
          </a:solidFill>
          <a:ln w="19050">
            <a:solidFill>
              <a:srgbClr val="1D65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9" name="Rectangle 28"/>
          <p:cNvSpPr/>
          <p:nvPr/>
        </p:nvSpPr>
        <p:spPr>
          <a:xfrm>
            <a:off x="14531036" y="4606569"/>
            <a:ext cx="350693" cy="233795"/>
          </a:xfrm>
          <a:prstGeom prst="rect">
            <a:avLst/>
          </a:prstGeom>
          <a:solidFill>
            <a:srgbClr val="003399"/>
          </a:solidFill>
          <a:ln w="9741">
            <a:solidFill>
              <a:srgbClr val="0A15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0" name="Oval 29"/>
          <p:cNvSpPr/>
          <p:nvPr/>
        </p:nvSpPr>
        <p:spPr>
          <a:xfrm>
            <a:off x="14692745" y="4631897"/>
            <a:ext cx="27276" cy="27276"/>
          </a:xfrm>
          <a:prstGeom prst="ellipse">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1" name="Oval 30"/>
          <p:cNvSpPr/>
          <p:nvPr/>
        </p:nvSpPr>
        <p:spPr>
          <a:xfrm>
            <a:off x="14731711" y="4642321"/>
            <a:ext cx="27276" cy="27276"/>
          </a:xfrm>
          <a:prstGeom prst="ellipse">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2" name="Oval 31"/>
          <p:cNvSpPr/>
          <p:nvPr/>
        </p:nvSpPr>
        <p:spPr>
          <a:xfrm>
            <a:off x="14760253" y="4670863"/>
            <a:ext cx="27276" cy="27276"/>
          </a:xfrm>
          <a:prstGeom prst="ellipse">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3" name="Oval 32"/>
          <p:cNvSpPr/>
          <p:nvPr/>
        </p:nvSpPr>
        <p:spPr>
          <a:xfrm>
            <a:off x="14770677" y="4709829"/>
            <a:ext cx="27276" cy="27276"/>
          </a:xfrm>
          <a:prstGeom prst="ellipse">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4" name="Oval 33"/>
          <p:cNvSpPr/>
          <p:nvPr/>
        </p:nvSpPr>
        <p:spPr>
          <a:xfrm>
            <a:off x="14760253" y="4748795"/>
            <a:ext cx="27276" cy="27276"/>
          </a:xfrm>
          <a:prstGeom prst="ellipse">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5" name="Oval 34"/>
          <p:cNvSpPr/>
          <p:nvPr/>
        </p:nvSpPr>
        <p:spPr>
          <a:xfrm>
            <a:off x="14731711" y="4777338"/>
            <a:ext cx="27276" cy="27276"/>
          </a:xfrm>
          <a:prstGeom prst="ellipse">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6" name="Oval 35"/>
          <p:cNvSpPr/>
          <p:nvPr/>
        </p:nvSpPr>
        <p:spPr>
          <a:xfrm>
            <a:off x="14692745" y="4787761"/>
            <a:ext cx="27276" cy="27276"/>
          </a:xfrm>
          <a:prstGeom prst="ellipse">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7" name="Oval 36"/>
          <p:cNvSpPr/>
          <p:nvPr/>
        </p:nvSpPr>
        <p:spPr>
          <a:xfrm>
            <a:off x="14653779" y="4777338"/>
            <a:ext cx="27276" cy="27276"/>
          </a:xfrm>
          <a:prstGeom prst="ellipse">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8" name="Oval 37"/>
          <p:cNvSpPr/>
          <p:nvPr/>
        </p:nvSpPr>
        <p:spPr>
          <a:xfrm>
            <a:off x="14625237" y="4748795"/>
            <a:ext cx="27276" cy="27276"/>
          </a:xfrm>
          <a:prstGeom prst="ellipse">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9" name="Oval 38"/>
          <p:cNvSpPr/>
          <p:nvPr/>
        </p:nvSpPr>
        <p:spPr>
          <a:xfrm>
            <a:off x="14614813" y="4709829"/>
            <a:ext cx="27276" cy="27276"/>
          </a:xfrm>
          <a:prstGeom prst="ellipse">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0" name="Oval 39"/>
          <p:cNvSpPr/>
          <p:nvPr/>
        </p:nvSpPr>
        <p:spPr>
          <a:xfrm>
            <a:off x="14625237" y="4670863"/>
            <a:ext cx="27276" cy="27276"/>
          </a:xfrm>
          <a:prstGeom prst="ellipse">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1" name="Oval 40"/>
          <p:cNvSpPr/>
          <p:nvPr/>
        </p:nvSpPr>
        <p:spPr>
          <a:xfrm>
            <a:off x="14653779" y="4642321"/>
            <a:ext cx="27276" cy="27276"/>
          </a:xfrm>
          <a:prstGeom prst="ellipse">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2" name="TextBox 41"/>
          <p:cNvSpPr txBox="1"/>
          <p:nvPr/>
        </p:nvSpPr>
        <p:spPr>
          <a:xfrm>
            <a:off x="15012664" y="4623102"/>
            <a:ext cx="357288" cy="246221"/>
          </a:xfrm>
          <a:prstGeom prst="rect">
            <a:avLst/>
          </a:prstGeom>
          <a:noFill/>
        </p:spPr>
        <p:txBody>
          <a:bodyPr wrap="square" lIns="0" tIns="0" rIns="0" bIns="0" anchor="ctr">
            <a:spAutoFit/>
          </a:bodyPr>
          <a:lstStyle/>
          <a:p>
            <a:pPr algn="l"/>
            <a:r>
              <a:rPr lang="en-US" sz="1600" b="1" i="0" noProof="0">
                <a:solidFill>
                  <a:srgbClr val="0A1530"/>
                </a:solidFill>
                <a:latin typeface="Aptos"/>
              </a:rPr>
              <a:t>EU</a:t>
            </a:r>
          </a:p>
        </p:txBody>
      </p:sp>
      <p:sp>
        <p:nvSpPr>
          <p:cNvPr id="43" name="Rectangle 42"/>
          <p:cNvSpPr/>
          <p:nvPr/>
        </p:nvSpPr>
        <p:spPr>
          <a:xfrm>
            <a:off x="14531036" y="5775547"/>
            <a:ext cx="350693" cy="233795"/>
          </a:xfrm>
          <a:prstGeom prst="rect">
            <a:avLst/>
          </a:prstGeom>
          <a:solidFill>
            <a:srgbClr val="FFFFFF"/>
          </a:solidFill>
          <a:ln w="9741">
            <a:solidFill>
              <a:srgbClr val="0A15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4" name="Rectangle 43"/>
          <p:cNvSpPr/>
          <p:nvPr/>
        </p:nvSpPr>
        <p:spPr>
          <a:xfrm>
            <a:off x="14531036" y="5775547"/>
            <a:ext cx="350693" cy="18021"/>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5" name="Rectangle 44"/>
          <p:cNvSpPr/>
          <p:nvPr/>
        </p:nvSpPr>
        <p:spPr>
          <a:xfrm>
            <a:off x="14531036" y="5811590"/>
            <a:ext cx="350693" cy="18021"/>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6" name="Rectangle 45"/>
          <p:cNvSpPr/>
          <p:nvPr/>
        </p:nvSpPr>
        <p:spPr>
          <a:xfrm>
            <a:off x="14531036" y="5847634"/>
            <a:ext cx="350693" cy="18021"/>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7" name="Rectangle 46"/>
          <p:cNvSpPr/>
          <p:nvPr/>
        </p:nvSpPr>
        <p:spPr>
          <a:xfrm>
            <a:off x="14531036" y="5883677"/>
            <a:ext cx="350693" cy="18021"/>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8" name="Rectangle 47"/>
          <p:cNvSpPr/>
          <p:nvPr/>
        </p:nvSpPr>
        <p:spPr>
          <a:xfrm>
            <a:off x="14531036" y="5919721"/>
            <a:ext cx="350693" cy="18021"/>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9" name="Rectangle 48"/>
          <p:cNvSpPr/>
          <p:nvPr/>
        </p:nvSpPr>
        <p:spPr>
          <a:xfrm>
            <a:off x="14531036" y="5955764"/>
            <a:ext cx="350693" cy="18021"/>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0" name="Rectangle 49"/>
          <p:cNvSpPr/>
          <p:nvPr/>
        </p:nvSpPr>
        <p:spPr>
          <a:xfrm>
            <a:off x="14531036" y="5991807"/>
            <a:ext cx="350693" cy="18021"/>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1" name="Rectangle 50"/>
          <p:cNvSpPr/>
          <p:nvPr/>
        </p:nvSpPr>
        <p:spPr>
          <a:xfrm>
            <a:off x="14531036" y="5775547"/>
            <a:ext cx="140277" cy="125859"/>
          </a:xfrm>
          <a:prstGeom prst="rect">
            <a:avLst/>
          </a:prstGeom>
          <a:solidFill>
            <a:srgbClr val="1D65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2" name="Oval 51"/>
          <p:cNvSpPr/>
          <p:nvPr/>
        </p:nvSpPr>
        <p:spPr>
          <a:xfrm>
            <a:off x="14548571" y="5792107"/>
            <a:ext cx="13638" cy="1363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3" name="Oval 52"/>
          <p:cNvSpPr/>
          <p:nvPr/>
        </p:nvSpPr>
        <p:spPr>
          <a:xfrm>
            <a:off x="14582666" y="5792107"/>
            <a:ext cx="13638" cy="1363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4" name="Oval 53"/>
          <p:cNvSpPr/>
          <p:nvPr/>
        </p:nvSpPr>
        <p:spPr>
          <a:xfrm>
            <a:off x="14616761" y="5792107"/>
            <a:ext cx="13638" cy="1363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5" name="Oval 54"/>
          <p:cNvSpPr/>
          <p:nvPr/>
        </p:nvSpPr>
        <p:spPr>
          <a:xfrm>
            <a:off x="14645986" y="5792107"/>
            <a:ext cx="13638" cy="1363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6" name="Oval 55"/>
          <p:cNvSpPr/>
          <p:nvPr/>
        </p:nvSpPr>
        <p:spPr>
          <a:xfrm>
            <a:off x="14548571" y="5832047"/>
            <a:ext cx="13638" cy="1363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7" name="Oval 56"/>
          <p:cNvSpPr/>
          <p:nvPr/>
        </p:nvSpPr>
        <p:spPr>
          <a:xfrm>
            <a:off x="14582666" y="5832047"/>
            <a:ext cx="13638" cy="1363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8" name="Oval 57"/>
          <p:cNvSpPr/>
          <p:nvPr/>
        </p:nvSpPr>
        <p:spPr>
          <a:xfrm>
            <a:off x="14616761" y="5832047"/>
            <a:ext cx="13638" cy="1363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9" name="Oval 58"/>
          <p:cNvSpPr/>
          <p:nvPr/>
        </p:nvSpPr>
        <p:spPr>
          <a:xfrm>
            <a:off x="14645986" y="5832047"/>
            <a:ext cx="13638" cy="1363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0" name="Oval 59"/>
          <p:cNvSpPr/>
          <p:nvPr/>
        </p:nvSpPr>
        <p:spPr>
          <a:xfrm>
            <a:off x="14548571" y="5871013"/>
            <a:ext cx="13638" cy="1363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1" name="Oval 60"/>
          <p:cNvSpPr/>
          <p:nvPr/>
        </p:nvSpPr>
        <p:spPr>
          <a:xfrm>
            <a:off x="14582666" y="5871013"/>
            <a:ext cx="13638" cy="1363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2" name="Oval 61"/>
          <p:cNvSpPr/>
          <p:nvPr/>
        </p:nvSpPr>
        <p:spPr>
          <a:xfrm>
            <a:off x="14616761" y="5871013"/>
            <a:ext cx="13638" cy="1363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3" name="Oval 62"/>
          <p:cNvSpPr/>
          <p:nvPr/>
        </p:nvSpPr>
        <p:spPr>
          <a:xfrm>
            <a:off x="14645986" y="5871013"/>
            <a:ext cx="13638" cy="1363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4" name="TextBox 63"/>
          <p:cNvSpPr txBox="1"/>
          <p:nvPr/>
        </p:nvSpPr>
        <p:spPr>
          <a:xfrm>
            <a:off x="15030250" y="5787684"/>
            <a:ext cx="779318" cy="246221"/>
          </a:xfrm>
          <a:prstGeom prst="rect">
            <a:avLst/>
          </a:prstGeom>
          <a:noFill/>
        </p:spPr>
        <p:txBody>
          <a:bodyPr wrap="square" lIns="0" tIns="0" rIns="0" bIns="0" anchor="ctr">
            <a:spAutoFit/>
          </a:bodyPr>
          <a:lstStyle/>
          <a:p>
            <a:pPr algn="l"/>
            <a:r>
              <a:rPr lang="en-US" sz="1600" b="1" i="0" noProof="0">
                <a:solidFill>
                  <a:srgbClr val="0A1530"/>
                </a:solidFill>
                <a:latin typeface="Aptos"/>
              </a:rPr>
              <a:t>US</a:t>
            </a:r>
          </a:p>
        </p:txBody>
      </p:sp>
      <p:sp>
        <p:nvSpPr>
          <p:cNvPr id="73" name="TextBox 72"/>
          <p:cNvSpPr txBox="1"/>
          <p:nvPr/>
        </p:nvSpPr>
        <p:spPr>
          <a:xfrm>
            <a:off x="14829225" y="6776770"/>
            <a:ext cx="974147" cy="533400"/>
          </a:xfrm>
          <a:prstGeom prst="rect">
            <a:avLst/>
          </a:prstGeom>
          <a:noFill/>
        </p:spPr>
        <p:txBody>
          <a:bodyPr wrap="square" lIns="0" tIns="0" rIns="0" bIns="0" anchor="ctr">
            <a:spAutoFit/>
          </a:bodyPr>
          <a:lstStyle/>
          <a:p>
            <a:pPr algn="l"/>
            <a:r>
              <a:rPr lang="en-US" sz="1600" b="1" i="0" noProof="0">
                <a:solidFill>
                  <a:srgbClr val="0A1530"/>
                </a:solidFill>
                <a:latin typeface="Aptos"/>
              </a:rPr>
              <a:t>Sovereign</a:t>
            </a:r>
          </a:p>
          <a:p>
            <a:r>
              <a:rPr lang="en-US" sz="1600" b="1" i="0" noProof="0">
                <a:solidFill>
                  <a:srgbClr val="0A1530"/>
                </a:solidFill>
                <a:latin typeface="Aptos"/>
              </a:rPr>
              <a:t>Cloud</a:t>
            </a:r>
          </a:p>
        </p:txBody>
      </p:sp>
      <p:sp>
        <p:nvSpPr>
          <p:cNvPr id="74" name="Spoke"/>
          <p:cNvSpPr/>
          <p:nvPr/>
        </p:nvSpPr>
        <p:spPr>
          <a:xfrm>
            <a:off x="10021414" y="4674760"/>
            <a:ext cx="3973840" cy="808542"/>
          </a:xfrm>
          <a:custGeom>
            <a:avLst/>
            <a:gdLst/>
            <a:ahLst/>
            <a:cxnLst/>
            <a:rect l="l" t="t" r="r" b="b"/>
            <a:pathLst>
              <a:path w="3973840" h="808542">
                <a:moveTo>
                  <a:pt x="0" y="808542"/>
                </a:moveTo>
                <a:cubicBezTo>
                  <a:pt x="1070880" y="633196"/>
                  <a:pt x="2434687" y="146122"/>
                  <a:pt x="3973840" y="0"/>
                </a:cubicBezTo>
              </a:path>
            </a:pathLst>
          </a:custGeom>
          <a:noFill/>
          <a:ln w="22730" cap="rnd">
            <a:solidFill>
              <a:srgbClr val="374151"/>
            </a:solidFill>
            <a:round/>
            <a:tailEnd type="triangle" w="med" len="med"/>
          </a:ln>
        </p:spPr>
        <p:txBody>
          <a:bodyPr/>
          <a:lstStyle/>
          <a:p>
            <a:endParaRPr lang="en-US" noProof="0"/>
          </a:p>
        </p:txBody>
      </p:sp>
      <p:sp>
        <p:nvSpPr>
          <p:cNvPr id="75" name="Spoke"/>
          <p:cNvSpPr/>
          <p:nvPr/>
        </p:nvSpPr>
        <p:spPr>
          <a:xfrm>
            <a:off x="10157113" y="5795030"/>
            <a:ext cx="3838142" cy="194829"/>
          </a:xfrm>
          <a:custGeom>
            <a:avLst/>
            <a:gdLst/>
            <a:ahLst/>
            <a:cxnLst/>
            <a:rect l="l" t="t" r="r" b="b"/>
            <a:pathLst>
              <a:path w="3838142" h="194829">
                <a:moveTo>
                  <a:pt x="0" y="194829"/>
                </a:moveTo>
                <a:cubicBezTo>
                  <a:pt x="935181" y="97414"/>
                  <a:pt x="2298988" y="0"/>
                  <a:pt x="3838142" y="97414"/>
                </a:cubicBezTo>
              </a:path>
            </a:pathLst>
          </a:custGeom>
          <a:noFill/>
          <a:ln w="22730" cap="rnd">
            <a:solidFill>
              <a:srgbClr val="374151"/>
            </a:solidFill>
            <a:round/>
            <a:tailEnd type="triangle" w="med" len="med"/>
          </a:ln>
        </p:spPr>
        <p:txBody>
          <a:bodyPr/>
          <a:lstStyle/>
          <a:p>
            <a:endParaRPr lang="en-US" noProof="0"/>
          </a:p>
        </p:txBody>
      </p:sp>
      <p:sp>
        <p:nvSpPr>
          <p:cNvPr id="76" name="Spoke"/>
          <p:cNvSpPr/>
          <p:nvPr/>
        </p:nvSpPr>
        <p:spPr>
          <a:xfrm>
            <a:off x="10021414" y="6496416"/>
            <a:ext cx="3973840" cy="565005"/>
          </a:xfrm>
          <a:custGeom>
            <a:avLst/>
            <a:gdLst/>
            <a:ahLst/>
            <a:cxnLst/>
            <a:rect l="l" t="t" r="r" b="b"/>
            <a:pathLst>
              <a:path w="3973840" h="565005">
                <a:moveTo>
                  <a:pt x="0" y="0"/>
                </a:moveTo>
                <a:cubicBezTo>
                  <a:pt x="1070880" y="175346"/>
                  <a:pt x="2434687" y="370176"/>
                  <a:pt x="3973840" y="565005"/>
                </a:cubicBezTo>
              </a:path>
            </a:pathLst>
          </a:custGeom>
          <a:noFill/>
          <a:ln w="22730" cap="rnd">
            <a:solidFill>
              <a:srgbClr val="374151"/>
            </a:solidFill>
            <a:round/>
            <a:tailEnd type="triangle" w="med" len="med"/>
          </a:ln>
        </p:spPr>
        <p:txBody>
          <a:bodyPr/>
          <a:lstStyle/>
          <a:p>
            <a:endParaRPr lang="en-US" noProof="0"/>
          </a:p>
        </p:txBody>
      </p:sp>
      <p:sp>
        <p:nvSpPr>
          <p:cNvPr id="77" name="TextBox 76"/>
          <p:cNvSpPr txBox="1"/>
          <p:nvPr/>
        </p:nvSpPr>
        <p:spPr>
          <a:xfrm>
            <a:off x="7587461" y="8776855"/>
            <a:ext cx="3341677" cy="200055"/>
          </a:xfrm>
          <a:prstGeom prst="rect">
            <a:avLst/>
          </a:prstGeom>
          <a:noFill/>
        </p:spPr>
        <p:txBody>
          <a:bodyPr wrap="square" lIns="0" tIns="0" rIns="0" bIns="0">
            <a:spAutoFit/>
          </a:bodyPr>
          <a:lstStyle/>
          <a:p>
            <a:pPr algn="ctr"/>
            <a:r>
              <a:rPr lang="en-US" sz="1300" b="1" i="0" cap="all" spc="140" noProof="0">
                <a:solidFill>
                  <a:srgbClr val="6B7280"/>
                </a:solidFill>
                <a:latin typeface="Aptos"/>
              </a:rPr>
              <a:t>EVERY COMPLIANCE FRAMEWORK</a:t>
            </a:r>
          </a:p>
        </p:txBody>
      </p:sp>
      <p:cxnSp>
        <p:nvCxnSpPr>
          <p:cNvPr id="78" name="Connector 77"/>
          <p:cNvCxnSpPr/>
          <p:nvPr/>
        </p:nvCxnSpPr>
        <p:spPr>
          <a:xfrm>
            <a:off x="7877607" y="8697990"/>
            <a:ext cx="2532785" cy="0"/>
          </a:xfrm>
          <a:prstGeom prst="line">
            <a:avLst/>
          </a:prstGeom>
          <a:ln w="25977">
            <a:solidFill>
              <a:srgbClr val="1D65B4"/>
            </a:solidFill>
          </a:ln>
        </p:spPr>
        <p:style>
          <a:lnRef idx="2">
            <a:schemeClr val="accent1"/>
          </a:lnRef>
          <a:fillRef idx="0">
            <a:schemeClr val="accent1"/>
          </a:fillRef>
          <a:effectRef idx="1">
            <a:schemeClr val="accent1"/>
          </a:effectRef>
          <a:fontRef idx="minor">
            <a:schemeClr val="tx1"/>
          </a:fontRef>
        </p:style>
      </p:cxnSp>
      <p:sp>
        <p:nvSpPr>
          <p:cNvPr id="79" name="Rounded Rectangle 78"/>
          <p:cNvSpPr/>
          <p:nvPr/>
        </p:nvSpPr>
        <p:spPr>
          <a:xfrm>
            <a:off x="4468090" y="7983066"/>
            <a:ext cx="1753465" cy="467590"/>
          </a:xfrm>
          <a:prstGeom prst="roundRect">
            <a:avLst>
              <a:gd name="adj" fmla="val 50000"/>
            </a:avLst>
          </a:prstGeom>
          <a:solidFill>
            <a:srgbClr val="FFFFFF"/>
          </a:solidFill>
          <a:ln w="19050">
            <a:solidFill>
              <a:srgbClr val="1D65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0" name="TextBox 79"/>
          <p:cNvSpPr txBox="1"/>
          <p:nvPr/>
        </p:nvSpPr>
        <p:spPr>
          <a:xfrm>
            <a:off x="4468090" y="7983065"/>
            <a:ext cx="1753465" cy="467590"/>
          </a:xfrm>
          <a:prstGeom prst="rect">
            <a:avLst/>
          </a:prstGeom>
          <a:noFill/>
        </p:spPr>
        <p:txBody>
          <a:bodyPr wrap="square" lIns="0" tIns="0" rIns="0" bIns="0" anchor="ctr">
            <a:spAutoFit/>
          </a:bodyPr>
          <a:lstStyle/>
          <a:p>
            <a:pPr algn="ctr"/>
            <a:r>
              <a:rPr lang="en-US" sz="1600" b="1" i="0" noProof="0">
                <a:solidFill>
                  <a:srgbClr val="1D65B4"/>
                </a:solidFill>
                <a:latin typeface="Aptos"/>
              </a:rPr>
              <a:t>DORA</a:t>
            </a:r>
          </a:p>
        </p:txBody>
      </p:sp>
      <p:sp>
        <p:nvSpPr>
          <p:cNvPr id="81" name="Rounded Rectangle 80"/>
          <p:cNvSpPr/>
          <p:nvPr/>
        </p:nvSpPr>
        <p:spPr>
          <a:xfrm>
            <a:off x="8267267" y="7983065"/>
            <a:ext cx="1753465" cy="467590"/>
          </a:xfrm>
          <a:prstGeom prst="roundRect">
            <a:avLst>
              <a:gd name="adj" fmla="val 50000"/>
            </a:avLst>
          </a:prstGeom>
          <a:solidFill>
            <a:srgbClr val="FFFFFF"/>
          </a:solidFill>
          <a:ln w="19050">
            <a:solidFill>
              <a:srgbClr val="1D65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2" name="TextBox 81"/>
          <p:cNvSpPr txBox="1"/>
          <p:nvPr/>
        </p:nvSpPr>
        <p:spPr>
          <a:xfrm>
            <a:off x="8284852" y="7991858"/>
            <a:ext cx="1753465" cy="467590"/>
          </a:xfrm>
          <a:prstGeom prst="rect">
            <a:avLst/>
          </a:prstGeom>
          <a:noFill/>
        </p:spPr>
        <p:txBody>
          <a:bodyPr wrap="square" lIns="0" tIns="0" rIns="0" bIns="0" anchor="ctr">
            <a:spAutoFit/>
          </a:bodyPr>
          <a:lstStyle/>
          <a:p>
            <a:pPr algn="ctr"/>
            <a:r>
              <a:rPr lang="en-US" sz="1600" b="1" i="0" noProof="0">
                <a:solidFill>
                  <a:srgbClr val="1D65B4"/>
                </a:solidFill>
                <a:latin typeface="Aptos"/>
              </a:rPr>
              <a:t>NIS2</a:t>
            </a:r>
          </a:p>
        </p:txBody>
      </p:sp>
      <p:sp>
        <p:nvSpPr>
          <p:cNvPr id="83" name="Rounded Rectangle 82"/>
          <p:cNvSpPr/>
          <p:nvPr/>
        </p:nvSpPr>
        <p:spPr>
          <a:xfrm>
            <a:off x="12066443" y="7991857"/>
            <a:ext cx="1753465" cy="467590"/>
          </a:xfrm>
          <a:prstGeom prst="roundRect">
            <a:avLst>
              <a:gd name="adj" fmla="val 50000"/>
            </a:avLst>
          </a:prstGeom>
          <a:solidFill>
            <a:srgbClr val="FFFFFF"/>
          </a:solidFill>
          <a:ln w="19050">
            <a:solidFill>
              <a:srgbClr val="1D65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4" name="TextBox 83"/>
          <p:cNvSpPr txBox="1"/>
          <p:nvPr/>
        </p:nvSpPr>
        <p:spPr>
          <a:xfrm>
            <a:off x="12075235" y="8018234"/>
            <a:ext cx="1753465" cy="467590"/>
          </a:xfrm>
          <a:prstGeom prst="rect">
            <a:avLst/>
          </a:prstGeom>
          <a:noFill/>
        </p:spPr>
        <p:txBody>
          <a:bodyPr wrap="square" lIns="0" tIns="0" rIns="0" bIns="0" anchor="ctr">
            <a:spAutoFit/>
          </a:bodyPr>
          <a:lstStyle/>
          <a:p>
            <a:pPr algn="ctr"/>
            <a:r>
              <a:rPr lang="en-US" sz="1600" b="1" i="0" noProof="0">
                <a:solidFill>
                  <a:srgbClr val="1D65B4"/>
                </a:solidFill>
                <a:latin typeface="Aptos"/>
              </a:rPr>
              <a:t>CRA</a:t>
            </a:r>
          </a:p>
        </p:txBody>
      </p:sp>
      <p:sp>
        <p:nvSpPr>
          <p:cNvPr id="85" name="Spoke"/>
          <p:cNvSpPr/>
          <p:nvPr/>
        </p:nvSpPr>
        <p:spPr>
          <a:xfrm>
            <a:off x="5388784" y="6838131"/>
            <a:ext cx="3012450" cy="1153726"/>
          </a:xfrm>
          <a:custGeom>
            <a:avLst/>
            <a:gdLst/>
            <a:ahLst/>
            <a:cxnLst/>
            <a:rect l="l" t="t" r="r" b="b"/>
            <a:pathLst>
              <a:path w="3082787" h="1241648">
                <a:moveTo>
                  <a:pt x="0" y="1241648"/>
                </a:moveTo>
                <a:cubicBezTo>
                  <a:pt x="1071562" y="842248"/>
                  <a:pt x="2435369" y="355174"/>
                  <a:pt x="3082787" y="0"/>
                </a:cubicBezTo>
              </a:path>
            </a:pathLst>
          </a:custGeom>
          <a:noFill/>
          <a:ln w="19482" cap="rnd">
            <a:solidFill>
              <a:srgbClr val="374151"/>
            </a:solidFill>
            <a:prstDash val="dash"/>
            <a:round/>
            <a:tailEnd type="triangle" w="med" len="med"/>
          </a:ln>
        </p:spPr>
        <p:txBody>
          <a:bodyPr/>
          <a:lstStyle/>
          <a:p>
            <a:endParaRPr lang="en-US" noProof="0"/>
          </a:p>
        </p:txBody>
      </p:sp>
      <p:sp>
        <p:nvSpPr>
          <p:cNvPr id="86" name="Spoke"/>
          <p:cNvSpPr/>
          <p:nvPr/>
        </p:nvSpPr>
        <p:spPr>
          <a:xfrm>
            <a:off x="9144000" y="7002973"/>
            <a:ext cx="9525" cy="944923"/>
          </a:xfrm>
          <a:custGeom>
            <a:avLst/>
            <a:gdLst/>
            <a:ahLst/>
            <a:cxnLst/>
            <a:rect l="l" t="t" r="r" b="b"/>
            <a:pathLst>
              <a:path w="9525" h="944923">
                <a:moveTo>
                  <a:pt x="0" y="944923"/>
                </a:moveTo>
                <a:cubicBezTo>
                  <a:pt x="0" y="642937"/>
                  <a:pt x="0" y="253278"/>
                  <a:pt x="0" y="0"/>
                </a:cubicBezTo>
              </a:path>
            </a:pathLst>
          </a:custGeom>
          <a:noFill/>
          <a:ln w="19482" cap="rnd">
            <a:solidFill>
              <a:srgbClr val="374151"/>
            </a:solidFill>
            <a:prstDash val="dash"/>
            <a:round/>
            <a:tailEnd type="triangle" w="med" len="med"/>
          </a:ln>
        </p:spPr>
        <p:txBody>
          <a:bodyPr/>
          <a:lstStyle/>
          <a:p>
            <a:endParaRPr lang="en-US" noProof="0"/>
          </a:p>
        </p:txBody>
      </p:sp>
      <p:sp>
        <p:nvSpPr>
          <p:cNvPr id="87" name="Spoke"/>
          <p:cNvSpPr/>
          <p:nvPr/>
        </p:nvSpPr>
        <p:spPr>
          <a:xfrm>
            <a:off x="9860388" y="6706247"/>
            <a:ext cx="3082787" cy="1241648"/>
          </a:xfrm>
          <a:custGeom>
            <a:avLst/>
            <a:gdLst/>
            <a:ahLst/>
            <a:cxnLst/>
            <a:rect l="l" t="t" r="r" b="b"/>
            <a:pathLst>
              <a:path w="3082787" h="1241648">
                <a:moveTo>
                  <a:pt x="3082787" y="1241648"/>
                </a:moveTo>
                <a:cubicBezTo>
                  <a:pt x="2011225" y="842248"/>
                  <a:pt x="647418" y="355174"/>
                  <a:pt x="0" y="0"/>
                </a:cubicBezTo>
              </a:path>
            </a:pathLst>
          </a:custGeom>
          <a:noFill/>
          <a:ln w="19482" cap="rnd">
            <a:solidFill>
              <a:srgbClr val="374151"/>
            </a:solidFill>
            <a:prstDash val="dash"/>
            <a:round/>
            <a:tailEnd type="triangle" w="med" len="med"/>
          </a:ln>
        </p:spPr>
        <p:txBody>
          <a:bodyPr/>
          <a:lstStyle/>
          <a:p>
            <a:endParaRPr lang="en-US" noProof="0"/>
          </a:p>
        </p:txBody>
      </p:sp>
      <p:sp>
        <p:nvSpPr>
          <p:cNvPr id="88" name="Oval 87"/>
          <p:cNvSpPr/>
          <p:nvPr/>
        </p:nvSpPr>
        <p:spPr>
          <a:xfrm>
            <a:off x="8130886" y="4976746"/>
            <a:ext cx="2026227" cy="2026227"/>
          </a:xfrm>
          <a:prstGeom prst="ellipse">
            <a:avLst/>
          </a:prstGeom>
          <a:solidFill>
            <a:srgbClr val="257DDC">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9" name="Oval 88"/>
          <p:cNvSpPr/>
          <p:nvPr/>
        </p:nvSpPr>
        <p:spPr>
          <a:xfrm>
            <a:off x="8286750" y="5132609"/>
            <a:ext cx="1714500" cy="1714500"/>
          </a:xfrm>
          <a:prstGeom prst="ellipse">
            <a:avLst/>
          </a:prstGeom>
          <a:solidFill>
            <a:srgbClr val="257DDC">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0" name="Rectangle 89"/>
          <p:cNvSpPr/>
          <p:nvPr/>
        </p:nvSpPr>
        <p:spPr>
          <a:xfrm>
            <a:off x="9358312" y="5697615"/>
            <a:ext cx="545522" cy="584488"/>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1" name="Rectangle 90"/>
          <p:cNvSpPr/>
          <p:nvPr/>
        </p:nvSpPr>
        <p:spPr>
          <a:xfrm>
            <a:off x="8384164" y="5697615"/>
            <a:ext cx="974147" cy="584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2" name="Rounded Rectangle 91"/>
          <p:cNvSpPr/>
          <p:nvPr/>
        </p:nvSpPr>
        <p:spPr>
          <a:xfrm>
            <a:off x="8384164" y="5697615"/>
            <a:ext cx="1519670" cy="584488"/>
          </a:xfrm>
          <a:prstGeom prst="roundRect">
            <a:avLst>
              <a:gd name="adj" fmla="val 16666"/>
            </a:avLst>
          </a:prstGeom>
          <a:noFill/>
          <a:ln w="27940">
            <a:solidFill>
              <a:srgbClr val="1D65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cxnSp>
        <p:nvCxnSpPr>
          <p:cNvPr id="93" name="Connector 92"/>
          <p:cNvCxnSpPr/>
          <p:nvPr/>
        </p:nvCxnSpPr>
        <p:spPr>
          <a:xfrm>
            <a:off x="9358312" y="5756064"/>
            <a:ext cx="0" cy="467591"/>
          </a:xfrm>
          <a:prstGeom prst="line">
            <a:avLst/>
          </a:prstGeom>
          <a:ln w="15586">
            <a:solidFill>
              <a:srgbClr val="E5E7EB"/>
            </a:solidFill>
          </a:ln>
        </p:spPr>
        <p:style>
          <a:lnRef idx="2">
            <a:schemeClr val="accent1"/>
          </a:lnRef>
          <a:fillRef idx="0">
            <a:schemeClr val="accent1"/>
          </a:fillRef>
          <a:effectRef idx="1">
            <a:schemeClr val="accent1"/>
          </a:effectRef>
          <a:fontRef idx="minor">
            <a:schemeClr val="tx1"/>
          </a:fontRef>
        </p:style>
      </p:cxnSp>
      <p:sp>
        <p:nvSpPr>
          <p:cNvPr id="94" name="Oval 93"/>
          <p:cNvSpPr/>
          <p:nvPr/>
        </p:nvSpPr>
        <p:spPr>
          <a:xfrm>
            <a:off x="8481579" y="5853478"/>
            <a:ext cx="272761" cy="272761"/>
          </a:xfrm>
          <a:prstGeom prst="ellipse">
            <a:avLst/>
          </a:prstGeom>
          <a:solidFill>
            <a:srgbClr val="1D65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5" name="Rounded Rectangle 94"/>
          <p:cNvSpPr/>
          <p:nvPr/>
        </p:nvSpPr>
        <p:spPr>
          <a:xfrm>
            <a:off x="8564382" y="5975247"/>
            <a:ext cx="107156" cy="6819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6" name="Rounded Rectangle 95"/>
          <p:cNvSpPr/>
          <p:nvPr/>
        </p:nvSpPr>
        <p:spPr>
          <a:xfrm>
            <a:off x="8583865" y="5931410"/>
            <a:ext cx="68190" cy="58448"/>
          </a:xfrm>
          <a:prstGeom prst="roundRect">
            <a:avLst>
              <a:gd name="adj" fmla="val 45000"/>
            </a:avLst>
          </a:prstGeom>
          <a:noFill/>
          <a:ln w="20781">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7" name="Oval 96"/>
          <p:cNvSpPr/>
          <p:nvPr/>
        </p:nvSpPr>
        <p:spPr>
          <a:xfrm>
            <a:off x="8606270" y="5987911"/>
            <a:ext cx="23379" cy="23379"/>
          </a:xfrm>
          <a:prstGeom prst="ellipse">
            <a:avLst/>
          </a:prstGeom>
          <a:solidFill>
            <a:srgbClr val="1D65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8" name="Rounded Rectangle 97"/>
          <p:cNvSpPr/>
          <p:nvPr/>
        </p:nvSpPr>
        <p:spPr>
          <a:xfrm>
            <a:off x="8832272" y="5911927"/>
            <a:ext cx="428625" cy="48707"/>
          </a:xfrm>
          <a:prstGeom prst="roundRect">
            <a:avLst>
              <a:gd name="adj" fmla="val 40000"/>
            </a:avLst>
          </a:prstGeom>
          <a:solidFill>
            <a:srgbClr val="1D65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9" name="Rounded Rectangle 98"/>
          <p:cNvSpPr/>
          <p:nvPr/>
        </p:nvSpPr>
        <p:spPr>
          <a:xfrm>
            <a:off x="8832272" y="6028825"/>
            <a:ext cx="311727" cy="48707"/>
          </a:xfrm>
          <a:prstGeom prst="roundRect">
            <a:avLst>
              <a:gd name="adj" fmla="val 40000"/>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0" name="TextBox 99"/>
          <p:cNvSpPr txBox="1"/>
          <p:nvPr/>
        </p:nvSpPr>
        <p:spPr>
          <a:xfrm>
            <a:off x="9358312" y="5911927"/>
            <a:ext cx="545522" cy="194829"/>
          </a:xfrm>
          <a:prstGeom prst="rect">
            <a:avLst/>
          </a:prstGeom>
          <a:noFill/>
        </p:spPr>
        <p:txBody>
          <a:bodyPr wrap="square" lIns="0" tIns="0" rIns="0" bIns="0" anchor="ctr">
            <a:spAutoFit/>
          </a:bodyPr>
          <a:lstStyle/>
          <a:p>
            <a:pPr algn="ctr"/>
            <a:r>
              <a:rPr lang="en-US" sz="1000" b="1" i="0" spc="100" noProof="0">
                <a:solidFill>
                  <a:srgbClr val="0A3A99"/>
                </a:solidFill>
                <a:latin typeface="Aptos"/>
              </a:rPr>
              <a:t>v1.0.0</a:t>
            </a:r>
          </a:p>
        </p:txBody>
      </p:sp>
      <p:grpSp>
        <p:nvGrpSpPr>
          <p:cNvPr id="111" name="Gruppieren 110">
            <a:extLst>
              <a:ext uri="{FF2B5EF4-FFF2-40B4-BE49-F238E27FC236}">
                <a16:creationId xmlns:a16="http://schemas.microsoft.com/office/drawing/2014/main" id="{35BD549C-9511-F591-342B-4A4261514BA8}"/>
              </a:ext>
            </a:extLst>
          </p:cNvPr>
          <p:cNvGrpSpPr/>
          <p:nvPr/>
        </p:nvGrpSpPr>
        <p:grpSpPr>
          <a:xfrm>
            <a:off x="14122022" y="6835622"/>
            <a:ext cx="632724" cy="364027"/>
            <a:chOff x="14122022" y="6835622"/>
            <a:chExt cx="632724" cy="364027"/>
          </a:xfrm>
        </p:grpSpPr>
        <p:sp>
          <p:nvSpPr>
            <p:cNvPr id="101" name="Freeform 31">
              <a:extLst>
                <a:ext uri="{FF2B5EF4-FFF2-40B4-BE49-F238E27FC236}">
                  <a16:creationId xmlns:a16="http://schemas.microsoft.com/office/drawing/2014/main" id="{8EB6AF56-6FAE-B979-A6F5-9A6AAD55CA4E}"/>
                </a:ext>
              </a:extLst>
            </p:cNvPr>
            <p:cNvSpPr/>
            <p:nvPr/>
          </p:nvSpPr>
          <p:spPr>
            <a:xfrm>
              <a:off x="14122022" y="6835622"/>
              <a:ext cx="632724" cy="364027"/>
            </a:xfrm>
            <a:custGeom>
              <a:avLst/>
              <a:gdLst/>
              <a:ahLst/>
              <a:cxnLst/>
              <a:rect l="l" t="t" r="r" b="b"/>
              <a:pathLst>
                <a:path w="1946671" h="1107281">
                  <a:moveTo>
                    <a:pt x="464343" y="1107281"/>
                  </a:moveTo>
                  <a:cubicBezTo>
                    <a:pt x="214312" y="1107281"/>
                    <a:pt x="0" y="928687"/>
                    <a:pt x="0" y="660796"/>
                  </a:cubicBezTo>
                  <a:cubicBezTo>
                    <a:pt x="0" y="428625"/>
                    <a:pt x="196453" y="232171"/>
                    <a:pt x="446484" y="267890"/>
                  </a:cubicBezTo>
                  <a:cubicBezTo>
                    <a:pt x="535781" y="71437"/>
                    <a:pt x="785812" y="0"/>
                    <a:pt x="964406" y="142875"/>
                  </a:cubicBezTo>
                  <a:cubicBezTo>
                    <a:pt x="1143000" y="0"/>
                    <a:pt x="1410890" y="71437"/>
                    <a:pt x="1518046" y="285750"/>
                  </a:cubicBezTo>
                  <a:cubicBezTo>
                    <a:pt x="1750218" y="267890"/>
                    <a:pt x="1946671" y="446484"/>
                    <a:pt x="1946671" y="660796"/>
                  </a:cubicBezTo>
                  <a:cubicBezTo>
                    <a:pt x="1946671" y="910828"/>
                    <a:pt x="1732359" y="1107281"/>
                    <a:pt x="1518046" y="1107281"/>
                  </a:cubicBezTo>
                  <a:close/>
                </a:path>
              </a:pathLst>
            </a:cu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grpSp>
          <p:nvGrpSpPr>
            <p:cNvPr id="110" name="Gruppieren 109">
              <a:extLst>
                <a:ext uri="{FF2B5EF4-FFF2-40B4-BE49-F238E27FC236}">
                  <a16:creationId xmlns:a16="http://schemas.microsoft.com/office/drawing/2014/main" id="{ABACC666-2C1F-2402-E56A-EAA26DE249E6}"/>
                </a:ext>
              </a:extLst>
            </p:cNvPr>
            <p:cNvGrpSpPr/>
            <p:nvPr/>
          </p:nvGrpSpPr>
          <p:grpSpPr>
            <a:xfrm>
              <a:off x="14386454" y="6977931"/>
              <a:ext cx="107156" cy="112027"/>
              <a:chOff x="14491735" y="7042101"/>
              <a:chExt cx="107156" cy="112027"/>
            </a:xfrm>
          </p:grpSpPr>
          <p:sp>
            <p:nvSpPr>
              <p:cNvPr id="107" name="Rounded Rectangle 94">
                <a:extLst>
                  <a:ext uri="{FF2B5EF4-FFF2-40B4-BE49-F238E27FC236}">
                    <a16:creationId xmlns:a16="http://schemas.microsoft.com/office/drawing/2014/main" id="{E47BF5DA-DE03-CD26-6C1F-55C53A582012}"/>
                  </a:ext>
                </a:extLst>
              </p:cNvPr>
              <p:cNvSpPr/>
              <p:nvPr/>
            </p:nvSpPr>
            <p:spPr>
              <a:xfrm>
                <a:off x="14491735" y="7085938"/>
                <a:ext cx="107156" cy="6819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8" name="Rounded Rectangle 95">
                <a:extLst>
                  <a:ext uri="{FF2B5EF4-FFF2-40B4-BE49-F238E27FC236}">
                    <a16:creationId xmlns:a16="http://schemas.microsoft.com/office/drawing/2014/main" id="{71DD4AEA-AB45-EF07-891C-8C4B1A1F94C0}"/>
                  </a:ext>
                </a:extLst>
              </p:cNvPr>
              <p:cNvSpPr/>
              <p:nvPr/>
            </p:nvSpPr>
            <p:spPr>
              <a:xfrm>
                <a:off x="14511218" y="7042101"/>
                <a:ext cx="68190" cy="58448"/>
              </a:xfrm>
              <a:prstGeom prst="roundRect">
                <a:avLst>
                  <a:gd name="adj" fmla="val 45000"/>
                </a:avLst>
              </a:prstGeom>
              <a:noFill/>
              <a:ln w="20781">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9" name="Oval 108">
                <a:extLst>
                  <a:ext uri="{FF2B5EF4-FFF2-40B4-BE49-F238E27FC236}">
                    <a16:creationId xmlns:a16="http://schemas.microsoft.com/office/drawing/2014/main" id="{FC9EA50D-BAEE-EFF2-D0C5-C42DF363C21D}"/>
                  </a:ext>
                </a:extLst>
              </p:cNvPr>
              <p:cNvSpPr/>
              <p:nvPr/>
            </p:nvSpPr>
            <p:spPr>
              <a:xfrm>
                <a:off x="14533623" y="7098602"/>
                <a:ext cx="23379" cy="23379"/>
              </a:xfrm>
              <a:prstGeom prst="ellipse">
                <a:avLst/>
              </a:prstGeom>
              <a:solidFill>
                <a:srgbClr val="1D65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grpSp>
      </p:grpSp>
    </p:spTree>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0"/>
              <a:t>THE SHIFT</a:t>
            </a:r>
          </a:p>
        </p:txBody>
      </p:sp>
      <p:sp>
        <p:nvSpPr>
          <p:cNvPr id="3" name="Title 2"/>
          <p:cNvSpPr>
            <a:spLocks noGrp="1"/>
          </p:cNvSpPr>
          <p:nvPr>
            <p:ph type="title" idx="2"/>
          </p:nvPr>
        </p:nvSpPr>
        <p:spPr/>
        <p:txBody>
          <a:bodyPr/>
          <a:lstStyle/>
          <a:p>
            <a:r>
              <a:rPr lang="en-US" noProof="0"/>
              <a:t>SBOM lists. SBOD delivers.</a:t>
            </a:r>
          </a:p>
        </p:txBody>
      </p:sp>
      <p:sp>
        <p:nvSpPr>
          <p:cNvPr id="4" name="Text Placeholder 3"/>
          <p:cNvSpPr>
            <a:spLocks noGrp="1"/>
          </p:cNvSpPr>
          <p:nvPr>
            <p:ph type="body" idx="10"/>
          </p:nvPr>
        </p:nvSpPr>
        <p:spPr/>
        <p:txBody>
          <a:bodyPr/>
          <a:lstStyle/>
          <a:p>
            <a:pPr>
              <a:spcBef>
                <a:spcPts val="800"/>
              </a:spcBef>
              <a:spcAft>
                <a:spcPts val="800"/>
              </a:spcAft>
            </a:pPr>
            <a:r>
              <a:rPr lang="en-US" b="1" noProof="0">
                <a:solidFill>
                  <a:srgbClr val="0F6BFF"/>
                </a:solidFill>
              </a:rPr>
              <a:t>▪  </a:t>
            </a:r>
            <a:r>
              <a:rPr lang="en-US" noProof="0">
                <a:solidFill>
                  <a:schemeClr val="tx1"/>
                </a:solidFill>
              </a:rPr>
              <a:t>SBOM: </a:t>
            </a:r>
            <a:r>
              <a:rPr lang="en-US" noProof="0"/>
              <a:t>what's inside your software. Built for inventory.</a:t>
            </a:r>
          </a:p>
          <a:p>
            <a:pPr>
              <a:spcBef>
                <a:spcPts val="800"/>
              </a:spcBef>
              <a:spcAft>
                <a:spcPts val="800"/>
              </a:spcAft>
            </a:pPr>
            <a:r>
              <a:rPr lang="en-US" noProof="0">
                <a:solidFill>
                  <a:srgbClr val="0F6BFF"/>
                </a:solidFill>
              </a:rPr>
              <a:t>▪  </a:t>
            </a:r>
            <a:r>
              <a:rPr lang="en-US" noProof="0">
                <a:solidFill>
                  <a:srgbClr val="000000"/>
                </a:solidFill>
              </a:rPr>
              <a:t>A Software Bill of Delivery (SBOD): </a:t>
            </a:r>
            <a:r>
              <a:rPr lang="en-US" noProof="0"/>
              <a:t>what you delivered, how to verify, transport, operate. Built for delivery.</a:t>
            </a:r>
          </a:p>
          <a:p>
            <a:pPr>
              <a:spcBef>
                <a:spcPts val="800"/>
              </a:spcBef>
              <a:spcAft>
                <a:spcPts val="800"/>
              </a:spcAft>
            </a:pPr>
            <a:r>
              <a:rPr lang="en-US" noProof="0">
                <a:solidFill>
                  <a:srgbClr val="0F6BFF"/>
                </a:solidFill>
              </a:rPr>
              <a:t>▪  </a:t>
            </a:r>
            <a:r>
              <a:rPr lang="en-US" noProof="0"/>
              <a:t>SBOD contains SBOM. OCM doesn't replace your SBOM tooling</a:t>
            </a:r>
            <a:r>
              <a:rPr lang="en-US"/>
              <a:t>. </a:t>
            </a:r>
            <a:r>
              <a:rPr lang="en-US" noProof="0"/>
              <a:t>OCM gives the SBOM an envelope.</a:t>
            </a:r>
          </a:p>
          <a:p>
            <a:pPr>
              <a:spcBef>
                <a:spcPts val="800"/>
              </a:spcBef>
              <a:spcAft>
                <a:spcPts val="800"/>
              </a:spcAft>
            </a:pPr>
            <a:endParaRPr lang="en-US" noProof="0">
              <a:solidFill>
                <a:srgbClr val="000000"/>
              </a:solidFill>
            </a:endParaRPr>
          </a:p>
        </p:txBody>
      </p:sp>
    </p:spTree>
    <p:extLst>
      <p:ext uri="{BB962C8B-B14F-4D97-AF65-F5344CB8AC3E}">
        <p14:creationId xmlns:p14="http://schemas.microsoft.com/office/powerpoint/2010/main" val="1338802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ounded Rectangle 6">
            <a:extLst>
              <a:ext uri="{FF2B5EF4-FFF2-40B4-BE49-F238E27FC236}">
                <a16:creationId xmlns:a16="http://schemas.microsoft.com/office/drawing/2014/main" id="{0D0BC734-CF21-C3A9-AED6-40C1FE205CC4}"/>
              </a:ext>
            </a:extLst>
          </p:cNvPr>
          <p:cNvSpPr/>
          <p:nvPr/>
        </p:nvSpPr>
        <p:spPr>
          <a:xfrm>
            <a:off x="2686050" y="2676526"/>
            <a:ext cx="12268200" cy="7165743"/>
          </a:xfrm>
          <a:prstGeom prst="roundRect">
            <a:avLst>
              <a:gd name="adj" fmla="val 4000"/>
            </a:avLst>
          </a:prstGeom>
          <a:solidFill>
            <a:srgbClr val="FFFFFF"/>
          </a:solidFill>
          <a:ln w="19050">
            <a:solidFill>
              <a:srgbClr val="0F6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 name="Text Placeholder 1"/>
          <p:cNvSpPr>
            <a:spLocks noGrp="1"/>
          </p:cNvSpPr>
          <p:nvPr>
            <p:ph type="body" idx="1"/>
          </p:nvPr>
        </p:nvSpPr>
        <p:spPr/>
        <p:txBody>
          <a:bodyPr>
            <a:normAutofit lnSpcReduction="10000"/>
          </a:bodyPr>
          <a:lstStyle/>
          <a:p>
            <a:r>
              <a:rPr lang="en-US" noProof="0"/>
              <a:t>THE SHIFT - SBOM INSIDE SBOD</a:t>
            </a:r>
          </a:p>
        </p:txBody>
      </p:sp>
      <p:sp>
        <p:nvSpPr>
          <p:cNvPr id="3" name="Title 2"/>
          <p:cNvSpPr>
            <a:spLocks noGrp="1"/>
          </p:cNvSpPr>
          <p:nvPr>
            <p:ph type="title" idx="2"/>
          </p:nvPr>
        </p:nvSpPr>
        <p:spPr/>
        <p:txBody>
          <a:bodyPr>
            <a:normAutofit fontScale="90000"/>
          </a:bodyPr>
          <a:lstStyle/>
          <a:p>
            <a:r>
              <a:rPr lang="en-US"/>
              <a:t>What the envelope holds.</a:t>
            </a:r>
            <a:endParaRPr lang="en-US" noProof="0"/>
          </a:p>
        </p:txBody>
      </p:sp>
      <p:sp>
        <p:nvSpPr>
          <p:cNvPr id="5" name="TextBox 4"/>
          <p:cNvSpPr txBox="1"/>
          <p:nvPr/>
        </p:nvSpPr>
        <p:spPr>
          <a:xfrm>
            <a:off x="2880861" y="3458150"/>
            <a:ext cx="5650442" cy="307777"/>
          </a:xfrm>
          <a:prstGeom prst="rect">
            <a:avLst/>
          </a:prstGeom>
          <a:noFill/>
        </p:spPr>
        <p:txBody>
          <a:bodyPr wrap="square" lIns="0" tIns="0" rIns="0" bIns="0">
            <a:spAutoFit/>
          </a:bodyPr>
          <a:lstStyle/>
          <a:p>
            <a:pPr algn="ctr"/>
            <a:r>
              <a:rPr lang="en-US" sz="2000" b="1" i="0" noProof="0">
                <a:solidFill>
                  <a:srgbClr val="0A3A99"/>
                </a:solidFill>
                <a:latin typeface="Consolas"/>
              </a:rPr>
              <a:t>github.com/acme/</a:t>
            </a:r>
            <a:r>
              <a:rPr lang="en-US" sz="2000" b="1">
                <a:solidFill>
                  <a:srgbClr val="0A3A99"/>
                </a:solidFill>
                <a:latin typeface="Consolas"/>
              </a:rPr>
              <a:t>ap</a:t>
            </a:r>
            <a:r>
              <a:rPr lang="en-US" sz="2000" b="1" i="0" noProof="0">
                <a:solidFill>
                  <a:srgbClr val="0A3A99"/>
                </a:solidFill>
                <a:latin typeface="Consolas"/>
              </a:rPr>
              <a:t>p:v1.0.0</a:t>
            </a:r>
          </a:p>
        </p:txBody>
      </p:sp>
      <p:sp>
        <p:nvSpPr>
          <p:cNvPr id="6" name="TextBox 5"/>
          <p:cNvSpPr txBox="1"/>
          <p:nvPr/>
        </p:nvSpPr>
        <p:spPr>
          <a:xfrm>
            <a:off x="8141361" y="3523528"/>
            <a:ext cx="5650442" cy="261610"/>
          </a:xfrm>
          <a:prstGeom prst="rect">
            <a:avLst/>
          </a:prstGeom>
          <a:noFill/>
        </p:spPr>
        <p:txBody>
          <a:bodyPr wrap="square" lIns="0" tIns="0" rIns="0" bIns="0">
            <a:spAutoFit/>
          </a:bodyPr>
          <a:lstStyle/>
          <a:p>
            <a:pPr algn="ctr"/>
            <a:r>
              <a:rPr lang="en-US" sz="1700" b="0" i="0" noProof="0">
                <a:solidFill>
                  <a:srgbClr val="6B7280"/>
                </a:solidFill>
                <a:latin typeface="Aptos"/>
              </a:rPr>
              <a:t>Location-independent name. Same identity, every registry.</a:t>
            </a:r>
          </a:p>
        </p:txBody>
      </p:sp>
      <p:pic>
        <p:nvPicPr>
          <p:cNvPr id="14" name="Picture 13" descr="helm-stroke-1.0-brand-blue.png"/>
          <p:cNvPicPr>
            <a:picLocks noChangeAspect="1"/>
          </p:cNvPicPr>
          <p:nvPr/>
        </p:nvPicPr>
        <p:blipFill>
          <a:blip r:embed="rId4"/>
          <a:stretch>
            <a:fillRect/>
          </a:stretch>
        </p:blipFill>
        <p:spPr>
          <a:xfrm>
            <a:off x="5806678" y="4547100"/>
            <a:ext cx="257483" cy="260711"/>
          </a:xfrm>
          <a:prstGeom prst="rect">
            <a:avLst/>
          </a:prstGeom>
        </p:spPr>
      </p:pic>
      <p:pic>
        <p:nvPicPr>
          <p:cNvPr id="16" name="Picture 15" descr="kubernetes-stroke-1.0-brand-blue.png"/>
          <p:cNvPicPr>
            <a:picLocks noChangeAspect="1"/>
          </p:cNvPicPr>
          <p:nvPr/>
        </p:nvPicPr>
        <p:blipFill>
          <a:blip r:embed="rId5"/>
          <a:stretch>
            <a:fillRect/>
          </a:stretch>
        </p:blipFill>
        <p:spPr>
          <a:xfrm>
            <a:off x="5806678" y="5162700"/>
            <a:ext cx="257483" cy="260711"/>
          </a:xfrm>
          <a:prstGeom prst="rect">
            <a:avLst/>
          </a:prstGeom>
        </p:spPr>
      </p:pic>
      <p:sp>
        <p:nvSpPr>
          <p:cNvPr id="26" name="Rounded Rectangle 14">
            <a:extLst>
              <a:ext uri="{FF2B5EF4-FFF2-40B4-BE49-F238E27FC236}">
                <a16:creationId xmlns:a16="http://schemas.microsoft.com/office/drawing/2014/main" id="{88EAC3C9-8E6A-E342-0AE1-44075853E208}"/>
              </a:ext>
            </a:extLst>
          </p:cNvPr>
          <p:cNvSpPr/>
          <p:nvPr/>
        </p:nvSpPr>
        <p:spPr>
          <a:xfrm>
            <a:off x="3575158" y="4080697"/>
            <a:ext cx="10498977" cy="5335365"/>
          </a:xfrm>
          <a:prstGeom prst="roundRect">
            <a:avLst>
              <a:gd name="adj" fmla="val 6000"/>
            </a:avLst>
          </a:prstGeom>
          <a:solidFill>
            <a:srgbClr val="FFFFFF"/>
          </a:solidFill>
          <a:ln w="19050">
            <a:solidFill>
              <a:srgbClr val="0F6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8" name="TextBox 16">
            <a:extLst>
              <a:ext uri="{FF2B5EF4-FFF2-40B4-BE49-F238E27FC236}">
                <a16:creationId xmlns:a16="http://schemas.microsoft.com/office/drawing/2014/main" id="{71712967-2914-B3EA-3BC4-8EAFE514670E}"/>
              </a:ext>
            </a:extLst>
          </p:cNvPr>
          <p:cNvSpPr txBox="1"/>
          <p:nvPr/>
        </p:nvSpPr>
        <p:spPr>
          <a:xfrm>
            <a:off x="4366662" y="4399629"/>
            <a:ext cx="5199726" cy="318646"/>
          </a:xfrm>
          <a:prstGeom prst="rect">
            <a:avLst/>
          </a:prstGeom>
          <a:noFill/>
        </p:spPr>
        <p:txBody>
          <a:bodyPr wrap="square" lIns="0" tIns="0" rIns="0" bIns="0" anchor="ctr">
            <a:spAutoFit/>
          </a:bodyPr>
          <a:lstStyle/>
          <a:p>
            <a:r>
              <a:rPr lang="en-US" sz="2100" b="1" i="0" cap="all" spc="80" noProof="0">
                <a:solidFill>
                  <a:srgbClr val="0A3A99"/>
                </a:solidFill>
                <a:latin typeface="Aptos"/>
              </a:rPr>
              <a:t>ARTIFACTS</a:t>
            </a:r>
          </a:p>
        </p:txBody>
      </p:sp>
      <p:sp>
        <p:nvSpPr>
          <p:cNvPr id="29" name="TextBox 17">
            <a:extLst>
              <a:ext uri="{FF2B5EF4-FFF2-40B4-BE49-F238E27FC236}">
                <a16:creationId xmlns:a16="http://schemas.microsoft.com/office/drawing/2014/main" id="{3D53599D-7D09-09D5-4F09-51156F42EBFF}"/>
              </a:ext>
            </a:extLst>
          </p:cNvPr>
          <p:cNvSpPr txBox="1"/>
          <p:nvPr/>
        </p:nvSpPr>
        <p:spPr>
          <a:xfrm>
            <a:off x="6238434" y="4418956"/>
            <a:ext cx="7857177" cy="609719"/>
          </a:xfrm>
          <a:prstGeom prst="rect">
            <a:avLst/>
          </a:prstGeom>
          <a:noFill/>
        </p:spPr>
        <p:txBody>
          <a:bodyPr wrap="square" lIns="0" tIns="0" rIns="0" bIns="0" anchor="t">
            <a:spAutoFit/>
          </a:bodyPr>
          <a:lstStyle/>
          <a:p>
            <a:pPr>
              <a:lnSpc>
                <a:spcPct val="120000"/>
              </a:lnSpc>
            </a:pPr>
            <a:r>
              <a:rPr lang="en-US" sz="1700" noProof="0">
                <a:solidFill>
                  <a:srgbClr val="6B7280"/>
                </a:solidFill>
                <a:latin typeface="Aptos"/>
              </a:rPr>
              <a:t>What</a:t>
            </a:r>
            <a:r>
              <a:rPr lang="en-US" sz="1700" b="0" i="0" noProof="0">
                <a:solidFill>
                  <a:srgbClr val="000000"/>
                </a:solidFill>
                <a:latin typeface="Aptos"/>
              </a:rPr>
              <a:t> </a:t>
            </a:r>
            <a:r>
              <a:rPr lang="en-US" sz="1700" noProof="0">
                <a:solidFill>
                  <a:srgbClr val="6B7280"/>
                </a:solidFill>
                <a:latin typeface="Aptos"/>
              </a:rPr>
              <a:t>you</a:t>
            </a:r>
            <a:r>
              <a:rPr lang="en-US" sz="1700" b="0" i="0" noProof="0">
                <a:solidFill>
                  <a:srgbClr val="000000"/>
                </a:solidFill>
                <a:latin typeface="Aptos"/>
              </a:rPr>
              <a:t> </a:t>
            </a:r>
            <a:r>
              <a:rPr lang="en-US" sz="1700" noProof="0">
                <a:solidFill>
                  <a:srgbClr val="6B7280"/>
                </a:solidFill>
                <a:latin typeface="Aptos"/>
              </a:rPr>
              <a:t>delivered. </a:t>
            </a:r>
            <a:r>
              <a:rPr lang="en-US" sz="1700" noProof="0">
                <a:solidFill>
                  <a:srgbClr val="6B7280"/>
                </a:solidFill>
              </a:rPr>
              <a:t> </a:t>
            </a:r>
            <a:r>
              <a:rPr lang="en-US" sz="1700" noProof="0">
                <a:solidFill>
                  <a:srgbClr val="6B7280"/>
                </a:solidFill>
                <a:latin typeface="Aptos"/>
              </a:rPr>
              <a:t>How to verify it · how to operate it. </a:t>
            </a:r>
          </a:p>
          <a:p>
            <a:pPr>
              <a:lnSpc>
                <a:spcPct val="120000"/>
              </a:lnSpc>
            </a:pPr>
            <a:endParaRPr lang="en-US" sz="1700" noProof="0">
              <a:solidFill>
                <a:srgbClr val="6B7280"/>
              </a:solidFill>
              <a:latin typeface="Aptos"/>
            </a:endParaRPr>
          </a:p>
        </p:txBody>
      </p:sp>
      <p:sp>
        <p:nvSpPr>
          <p:cNvPr id="32" name="Rounded Rectangle 6">
            <a:extLst>
              <a:ext uri="{FF2B5EF4-FFF2-40B4-BE49-F238E27FC236}">
                <a16:creationId xmlns:a16="http://schemas.microsoft.com/office/drawing/2014/main" id="{E4C9A205-DF14-D081-8F61-A7E214902032}"/>
              </a:ext>
            </a:extLst>
          </p:cNvPr>
          <p:cNvSpPr/>
          <p:nvPr/>
        </p:nvSpPr>
        <p:spPr>
          <a:xfrm>
            <a:off x="4213865" y="5085826"/>
            <a:ext cx="6858000" cy="4000500"/>
          </a:xfrm>
          <a:prstGeom prst="roundRect">
            <a:avLst>
              <a:gd name="adj" fmla="val 4000"/>
            </a:avLst>
          </a:prstGeom>
          <a:solidFill>
            <a:srgbClr val="FFFFFF"/>
          </a:solidFill>
          <a:ln w="19050">
            <a:solidFill>
              <a:srgbClr val="0F6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cxnSp>
        <p:nvCxnSpPr>
          <p:cNvPr id="33" name="Connector 7">
            <a:extLst>
              <a:ext uri="{FF2B5EF4-FFF2-40B4-BE49-F238E27FC236}">
                <a16:creationId xmlns:a16="http://schemas.microsoft.com/office/drawing/2014/main" id="{2A374D37-A754-FA14-C807-3C4F6E07BA8B}"/>
              </a:ext>
            </a:extLst>
          </p:cNvPr>
          <p:cNvCxnSpPr/>
          <p:nvPr/>
        </p:nvCxnSpPr>
        <p:spPr>
          <a:xfrm>
            <a:off x="4366265" y="5885926"/>
            <a:ext cx="6553200"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cxnSp>
        <p:nvCxnSpPr>
          <p:cNvPr id="34" name="Connector 8">
            <a:extLst>
              <a:ext uri="{FF2B5EF4-FFF2-40B4-BE49-F238E27FC236}">
                <a16:creationId xmlns:a16="http://schemas.microsoft.com/office/drawing/2014/main" id="{24E996A1-FA72-4602-0863-44EC6622143A}"/>
              </a:ext>
            </a:extLst>
          </p:cNvPr>
          <p:cNvCxnSpPr/>
          <p:nvPr/>
        </p:nvCxnSpPr>
        <p:spPr>
          <a:xfrm>
            <a:off x="4366265" y="6686026"/>
            <a:ext cx="6553200"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cxnSp>
        <p:nvCxnSpPr>
          <p:cNvPr id="35" name="Connector 9">
            <a:extLst>
              <a:ext uri="{FF2B5EF4-FFF2-40B4-BE49-F238E27FC236}">
                <a16:creationId xmlns:a16="http://schemas.microsoft.com/office/drawing/2014/main" id="{35B21240-255A-7AF6-1178-D08F3C6A05BA}"/>
              </a:ext>
            </a:extLst>
          </p:cNvPr>
          <p:cNvCxnSpPr/>
          <p:nvPr/>
        </p:nvCxnSpPr>
        <p:spPr>
          <a:xfrm>
            <a:off x="4366265" y="7486126"/>
            <a:ext cx="6553200"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cxnSp>
        <p:nvCxnSpPr>
          <p:cNvPr id="36" name="Connector 10">
            <a:extLst>
              <a:ext uri="{FF2B5EF4-FFF2-40B4-BE49-F238E27FC236}">
                <a16:creationId xmlns:a16="http://schemas.microsoft.com/office/drawing/2014/main" id="{F3EE1D5D-9B0A-F968-2C72-D6FAF41719C2}"/>
              </a:ext>
            </a:extLst>
          </p:cNvPr>
          <p:cNvCxnSpPr/>
          <p:nvPr/>
        </p:nvCxnSpPr>
        <p:spPr>
          <a:xfrm>
            <a:off x="4366265" y="8286226"/>
            <a:ext cx="6553200"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pic>
        <p:nvPicPr>
          <p:cNvPr id="37" name="Picture 11" descr="docker-stroke-1.0-brand-blue.png">
            <a:extLst>
              <a:ext uri="{FF2B5EF4-FFF2-40B4-BE49-F238E27FC236}">
                <a16:creationId xmlns:a16="http://schemas.microsoft.com/office/drawing/2014/main" id="{6A3978F4-8E76-D757-3741-A76112522A59}"/>
              </a:ext>
            </a:extLst>
          </p:cNvPr>
          <p:cNvPicPr>
            <a:picLocks noChangeAspect="1"/>
          </p:cNvPicPr>
          <p:nvPr/>
        </p:nvPicPr>
        <p:blipFill>
          <a:blip r:embed="rId6"/>
          <a:stretch>
            <a:fillRect/>
          </a:stretch>
        </p:blipFill>
        <p:spPr>
          <a:xfrm>
            <a:off x="4442465" y="5314426"/>
            <a:ext cx="342900" cy="342900"/>
          </a:xfrm>
          <a:prstGeom prst="rect">
            <a:avLst/>
          </a:prstGeom>
        </p:spPr>
      </p:pic>
      <p:sp>
        <p:nvSpPr>
          <p:cNvPr id="38" name="TextBox 12">
            <a:extLst>
              <a:ext uri="{FF2B5EF4-FFF2-40B4-BE49-F238E27FC236}">
                <a16:creationId xmlns:a16="http://schemas.microsoft.com/office/drawing/2014/main" id="{E182FCF4-CAE4-7744-B784-B96EA668D49B}"/>
              </a:ext>
            </a:extLst>
          </p:cNvPr>
          <p:cNvSpPr txBox="1"/>
          <p:nvPr/>
        </p:nvSpPr>
        <p:spPr>
          <a:xfrm>
            <a:off x="4956815" y="5324293"/>
            <a:ext cx="5886450" cy="323165"/>
          </a:xfrm>
          <a:prstGeom prst="rect">
            <a:avLst/>
          </a:prstGeom>
          <a:noFill/>
        </p:spPr>
        <p:txBody>
          <a:bodyPr wrap="square" lIns="0" tIns="0" rIns="0" bIns="0" anchor="ctr">
            <a:spAutoFit/>
          </a:bodyPr>
          <a:lstStyle/>
          <a:p>
            <a:r>
              <a:rPr lang="en-US" sz="2100" b="1" i="0" noProof="0">
                <a:solidFill>
                  <a:srgbClr val="333333"/>
                </a:solidFill>
                <a:latin typeface="Aptos"/>
              </a:rPr>
              <a:t>Docker Images</a:t>
            </a:r>
          </a:p>
        </p:txBody>
      </p:sp>
      <p:pic>
        <p:nvPicPr>
          <p:cNvPr id="39" name="Picture 13" descr="helm-stroke-1.0-brand-blue.png">
            <a:extLst>
              <a:ext uri="{FF2B5EF4-FFF2-40B4-BE49-F238E27FC236}">
                <a16:creationId xmlns:a16="http://schemas.microsoft.com/office/drawing/2014/main" id="{BCC1EDD3-2388-873E-0E04-6E51AABAC3E8}"/>
              </a:ext>
            </a:extLst>
          </p:cNvPr>
          <p:cNvPicPr>
            <a:picLocks noChangeAspect="1"/>
          </p:cNvPicPr>
          <p:nvPr/>
        </p:nvPicPr>
        <p:blipFill>
          <a:blip r:embed="rId4"/>
          <a:stretch>
            <a:fillRect/>
          </a:stretch>
        </p:blipFill>
        <p:spPr>
          <a:xfrm>
            <a:off x="4442465" y="6114526"/>
            <a:ext cx="342900" cy="342900"/>
          </a:xfrm>
          <a:prstGeom prst="rect">
            <a:avLst/>
          </a:prstGeom>
        </p:spPr>
      </p:pic>
      <p:sp>
        <p:nvSpPr>
          <p:cNvPr id="40" name="TextBox 14">
            <a:extLst>
              <a:ext uri="{FF2B5EF4-FFF2-40B4-BE49-F238E27FC236}">
                <a16:creationId xmlns:a16="http://schemas.microsoft.com/office/drawing/2014/main" id="{591BB228-5ACE-EE76-CB3B-CBA6B78CC481}"/>
              </a:ext>
            </a:extLst>
          </p:cNvPr>
          <p:cNvSpPr txBox="1"/>
          <p:nvPr/>
        </p:nvSpPr>
        <p:spPr>
          <a:xfrm>
            <a:off x="4956815" y="6124393"/>
            <a:ext cx="5886450" cy="323165"/>
          </a:xfrm>
          <a:prstGeom prst="rect">
            <a:avLst/>
          </a:prstGeom>
          <a:noFill/>
        </p:spPr>
        <p:txBody>
          <a:bodyPr wrap="square" lIns="0" tIns="0" rIns="0" bIns="0" anchor="ctr">
            <a:spAutoFit/>
          </a:bodyPr>
          <a:lstStyle/>
          <a:p>
            <a:r>
              <a:rPr lang="en-US" sz="2100" b="1" i="0" noProof="0">
                <a:solidFill>
                  <a:srgbClr val="333333"/>
                </a:solidFill>
                <a:latin typeface="Aptos"/>
              </a:rPr>
              <a:t>Helm Charts</a:t>
            </a:r>
          </a:p>
        </p:txBody>
      </p:sp>
      <p:pic>
        <p:nvPicPr>
          <p:cNvPr id="41" name="Picture 15" descr="kubernetes-stroke-1.0-brand-blue.png">
            <a:extLst>
              <a:ext uri="{FF2B5EF4-FFF2-40B4-BE49-F238E27FC236}">
                <a16:creationId xmlns:a16="http://schemas.microsoft.com/office/drawing/2014/main" id="{643DC5D8-4830-A2E7-B4E9-89BA2A8166F5}"/>
              </a:ext>
            </a:extLst>
          </p:cNvPr>
          <p:cNvPicPr>
            <a:picLocks noChangeAspect="1"/>
          </p:cNvPicPr>
          <p:nvPr/>
        </p:nvPicPr>
        <p:blipFill>
          <a:blip r:embed="rId5"/>
          <a:stretch>
            <a:fillRect/>
          </a:stretch>
        </p:blipFill>
        <p:spPr>
          <a:xfrm>
            <a:off x="4442465" y="6914626"/>
            <a:ext cx="342900" cy="342900"/>
          </a:xfrm>
          <a:prstGeom prst="rect">
            <a:avLst/>
          </a:prstGeom>
        </p:spPr>
      </p:pic>
      <p:sp>
        <p:nvSpPr>
          <p:cNvPr id="42" name="TextBox 16">
            <a:extLst>
              <a:ext uri="{FF2B5EF4-FFF2-40B4-BE49-F238E27FC236}">
                <a16:creationId xmlns:a16="http://schemas.microsoft.com/office/drawing/2014/main" id="{38FF5D8A-E928-2532-17FD-B402A81338DD}"/>
              </a:ext>
            </a:extLst>
          </p:cNvPr>
          <p:cNvSpPr txBox="1"/>
          <p:nvPr/>
        </p:nvSpPr>
        <p:spPr>
          <a:xfrm>
            <a:off x="4956815" y="6686026"/>
            <a:ext cx="5886450" cy="800100"/>
          </a:xfrm>
          <a:prstGeom prst="rect">
            <a:avLst/>
          </a:prstGeom>
          <a:noFill/>
        </p:spPr>
        <p:txBody>
          <a:bodyPr wrap="square" lIns="0" tIns="0" rIns="0" bIns="0" anchor="ctr">
            <a:spAutoFit/>
          </a:bodyPr>
          <a:lstStyle/>
          <a:p>
            <a:r>
              <a:rPr lang="en-US" sz="2100" b="1" i="0" noProof="0">
                <a:solidFill>
                  <a:srgbClr val="333333"/>
                </a:solidFill>
                <a:latin typeface="Aptos"/>
              </a:rPr>
              <a:t>Kubernetes Deployment Manifests</a:t>
            </a:r>
          </a:p>
        </p:txBody>
      </p:sp>
      <p:pic>
        <p:nvPicPr>
          <p:cNvPr id="43" name="Picture 17" descr="file-text-stroke-1.0-brand-blue.png">
            <a:extLst>
              <a:ext uri="{FF2B5EF4-FFF2-40B4-BE49-F238E27FC236}">
                <a16:creationId xmlns:a16="http://schemas.microsoft.com/office/drawing/2014/main" id="{1A7275F7-609D-C7E4-434B-34A639F63ECE}"/>
              </a:ext>
            </a:extLst>
          </p:cNvPr>
          <p:cNvPicPr>
            <a:picLocks noChangeAspect="1"/>
          </p:cNvPicPr>
          <p:nvPr/>
        </p:nvPicPr>
        <p:blipFill>
          <a:blip r:embed="rId7"/>
          <a:stretch>
            <a:fillRect/>
          </a:stretch>
        </p:blipFill>
        <p:spPr>
          <a:xfrm>
            <a:off x="4442465" y="7714726"/>
            <a:ext cx="342900" cy="342900"/>
          </a:xfrm>
          <a:prstGeom prst="rect">
            <a:avLst/>
          </a:prstGeom>
        </p:spPr>
      </p:pic>
      <p:sp>
        <p:nvSpPr>
          <p:cNvPr id="44" name="TextBox 18">
            <a:extLst>
              <a:ext uri="{FF2B5EF4-FFF2-40B4-BE49-F238E27FC236}">
                <a16:creationId xmlns:a16="http://schemas.microsoft.com/office/drawing/2014/main" id="{45639F1D-CF9D-2BFA-3B3D-1DDDF3AD6736}"/>
              </a:ext>
            </a:extLst>
          </p:cNvPr>
          <p:cNvSpPr txBox="1"/>
          <p:nvPr/>
        </p:nvSpPr>
        <p:spPr>
          <a:xfrm>
            <a:off x="4956815" y="7486126"/>
            <a:ext cx="5886450" cy="800100"/>
          </a:xfrm>
          <a:prstGeom prst="rect">
            <a:avLst/>
          </a:prstGeom>
          <a:noFill/>
        </p:spPr>
        <p:txBody>
          <a:bodyPr wrap="square" lIns="0" tIns="0" rIns="0" bIns="0" anchor="ctr">
            <a:spAutoFit/>
          </a:bodyPr>
          <a:lstStyle/>
          <a:p>
            <a:r>
              <a:rPr lang="en-US" sz="2100" b="1" i="0" noProof="0">
                <a:solidFill>
                  <a:srgbClr val="333333"/>
                </a:solidFill>
                <a:latin typeface="Aptos"/>
              </a:rPr>
              <a:t>Configuration Files</a:t>
            </a:r>
          </a:p>
        </p:txBody>
      </p:sp>
      <p:sp>
        <p:nvSpPr>
          <p:cNvPr id="47" name="Right Brace 21">
            <a:extLst>
              <a:ext uri="{FF2B5EF4-FFF2-40B4-BE49-F238E27FC236}">
                <a16:creationId xmlns:a16="http://schemas.microsoft.com/office/drawing/2014/main" id="{16A28ABF-D2F9-03F5-7884-B8BB543381E9}"/>
              </a:ext>
            </a:extLst>
          </p:cNvPr>
          <p:cNvSpPr/>
          <p:nvPr/>
        </p:nvSpPr>
        <p:spPr>
          <a:xfrm>
            <a:off x="11186165" y="5085826"/>
            <a:ext cx="342900" cy="4000500"/>
          </a:xfrm>
          <a:prstGeom prst="rightBrace">
            <a:avLst/>
          </a:prstGeom>
          <a:noFill/>
          <a:ln w="31750">
            <a:solidFill>
              <a:srgbClr val="0F6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48" name="Picture 22" descr="lock-stroke-1.0-brand-blue.png">
            <a:extLst>
              <a:ext uri="{FF2B5EF4-FFF2-40B4-BE49-F238E27FC236}">
                <a16:creationId xmlns:a16="http://schemas.microsoft.com/office/drawing/2014/main" id="{3781CD4C-17DB-E3D0-102D-272E0C4E480F}"/>
              </a:ext>
            </a:extLst>
          </p:cNvPr>
          <p:cNvPicPr>
            <a:picLocks noChangeAspect="1"/>
          </p:cNvPicPr>
          <p:nvPr/>
        </p:nvPicPr>
        <p:blipFill>
          <a:blip r:embed="rId8"/>
          <a:stretch>
            <a:fillRect/>
          </a:stretch>
        </p:blipFill>
        <p:spPr>
          <a:xfrm>
            <a:off x="11654785" y="6838426"/>
            <a:ext cx="419100" cy="419100"/>
          </a:xfrm>
          <a:prstGeom prst="rect">
            <a:avLst/>
          </a:prstGeom>
        </p:spPr>
      </p:pic>
      <p:sp>
        <p:nvSpPr>
          <p:cNvPr id="49" name="TextBox 23">
            <a:extLst>
              <a:ext uri="{FF2B5EF4-FFF2-40B4-BE49-F238E27FC236}">
                <a16:creationId xmlns:a16="http://schemas.microsoft.com/office/drawing/2014/main" id="{6FFF383A-3DBB-0B4A-8218-7C8B060A1A3C}"/>
              </a:ext>
            </a:extLst>
          </p:cNvPr>
          <p:cNvSpPr txBox="1"/>
          <p:nvPr/>
        </p:nvSpPr>
        <p:spPr>
          <a:xfrm>
            <a:off x="12117011" y="6971776"/>
            <a:ext cx="3048000" cy="228600"/>
          </a:xfrm>
          <a:prstGeom prst="rect">
            <a:avLst/>
          </a:prstGeom>
          <a:noFill/>
        </p:spPr>
        <p:txBody>
          <a:bodyPr wrap="square" lIns="0" tIns="0" rIns="0" bIns="0">
            <a:spAutoFit/>
          </a:bodyPr>
          <a:lstStyle/>
          <a:p>
            <a:r>
              <a:rPr lang="en-US" sz="1500" b="1" i="0" cap="all" spc="160" noProof="0">
                <a:solidFill>
                  <a:srgbClr val="0F6BFF"/>
                </a:solidFill>
                <a:latin typeface="Aptos"/>
              </a:rPr>
              <a:t>SIGNATURE</a:t>
            </a:r>
          </a:p>
        </p:txBody>
      </p:sp>
      <p:sp>
        <p:nvSpPr>
          <p:cNvPr id="50" name="TextBox 24">
            <a:extLst>
              <a:ext uri="{FF2B5EF4-FFF2-40B4-BE49-F238E27FC236}">
                <a16:creationId xmlns:a16="http://schemas.microsoft.com/office/drawing/2014/main" id="{955C320C-A5D9-D8A3-ACF9-C286AF9942C6}"/>
              </a:ext>
            </a:extLst>
          </p:cNvPr>
          <p:cNvSpPr txBox="1"/>
          <p:nvPr/>
        </p:nvSpPr>
        <p:spPr>
          <a:xfrm>
            <a:off x="11710572" y="7321377"/>
            <a:ext cx="3048000" cy="261610"/>
          </a:xfrm>
          <a:prstGeom prst="rect">
            <a:avLst/>
          </a:prstGeom>
          <a:noFill/>
        </p:spPr>
        <p:txBody>
          <a:bodyPr wrap="square" lIns="0" tIns="0" rIns="0" bIns="0">
            <a:spAutoFit/>
          </a:bodyPr>
          <a:lstStyle/>
          <a:p>
            <a:r>
              <a:rPr lang="en-US" sz="1700" noProof="0">
                <a:solidFill>
                  <a:srgbClr val="6B7280"/>
                </a:solidFill>
                <a:latin typeface="Aptos"/>
              </a:rPr>
              <a:t>One digest covers all.</a:t>
            </a:r>
          </a:p>
        </p:txBody>
      </p:sp>
      <p:sp>
        <p:nvSpPr>
          <p:cNvPr id="52" name="TextBox 4">
            <a:extLst>
              <a:ext uri="{FF2B5EF4-FFF2-40B4-BE49-F238E27FC236}">
                <a16:creationId xmlns:a16="http://schemas.microsoft.com/office/drawing/2014/main" id="{BC1ADF9A-2FAD-2C2E-EB8E-9BB99ACFBC3F}"/>
              </a:ext>
            </a:extLst>
          </p:cNvPr>
          <p:cNvSpPr txBox="1"/>
          <p:nvPr/>
        </p:nvSpPr>
        <p:spPr>
          <a:xfrm>
            <a:off x="3601143" y="2977882"/>
            <a:ext cx="5979441" cy="384721"/>
          </a:xfrm>
          <a:prstGeom prst="rect">
            <a:avLst/>
          </a:prstGeom>
          <a:noFill/>
        </p:spPr>
        <p:txBody>
          <a:bodyPr wrap="square" lIns="0" tIns="0" rIns="0" bIns="0">
            <a:spAutoFit/>
          </a:bodyPr>
          <a:lstStyle/>
          <a:p>
            <a:r>
              <a:rPr lang="en-US" sz="2500" b="1" i="0" cap="all" spc="120" noProof="0">
                <a:solidFill>
                  <a:srgbClr val="0F6BFF"/>
                </a:solidFill>
                <a:latin typeface="Aptos"/>
              </a:rPr>
              <a:t>SOFTWARE BILL OF DELIVERY (SBOD)</a:t>
            </a:r>
          </a:p>
        </p:txBody>
      </p:sp>
      <p:pic>
        <p:nvPicPr>
          <p:cNvPr id="53" name="Grafik 52" descr="Ein Bild, das Symmetrie, Symbol, Kunst, Design enthält.&#10;&#10;KI-generierte Inhalte können fehlerhaft sein.">
            <a:extLst>
              <a:ext uri="{FF2B5EF4-FFF2-40B4-BE49-F238E27FC236}">
                <a16:creationId xmlns:a16="http://schemas.microsoft.com/office/drawing/2014/main" id="{085AE414-326E-5792-6023-C64612781D10}"/>
              </a:ext>
            </a:extLst>
          </p:cNvPr>
          <p:cNvPicPr>
            <a:picLocks noChangeAspect="1"/>
          </p:cNvPicPr>
          <p:nvPr/>
        </p:nvPicPr>
        <p:blipFill>
          <a:blip r:embed="rId9"/>
          <a:stretch>
            <a:fillRect/>
          </a:stretch>
        </p:blipFill>
        <p:spPr>
          <a:xfrm>
            <a:off x="3770203" y="4278129"/>
            <a:ext cx="553506" cy="561646"/>
          </a:xfrm>
          <a:prstGeom prst="rect">
            <a:avLst/>
          </a:prstGeom>
        </p:spPr>
      </p:pic>
      <p:sp>
        <p:nvSpPr>
          <p:cNvPr id="4" name="Rounded Rectangle 6">
            <a:extLst>
              <a:ext uri="{FF2B5EF4-FFF2-40B4-BE49-F238E27FC236}">
                <a16:creationId xmlns:a16="http://schemas.microsoft.com/office/drawing/2014/main" id="{CA097F73-CAA8-BA1E-3036-0D39393913FC}"/>
              </a:ext>
            </a:extLst>
          </p:cNvPr>
          <p:cNvSpPr/>
          <p:nvPr/>
        </p:nvSpPr>
        <p:spPr>
          <a:xfrm>
            <a:off x="4222784" y="8249589"/>
            <a:ext cx="6840161" cy="813166"/>
          </a:xfrm>
          <a:prstGeom prst="roundRect">
            <a:avLst>
              <a:gd name="adj" fmla="val 15627"/>
            </a:avLst>
          </a:prstGeom>
          <a:solidFill>
            <a:schemeClr val="bg1">
              <a:lumMod val="95000"/>
            </a:schemeClr>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6" name="TextBox 20">
            <a:extLst>
              <a:ext uri="{FF2B5EF4-FFF2-40B4-BE49-F238E27FC236}">
                <a16:creationId xmlns:a16="http://schemas.microsoft.com/office/drawing/2014/main" id="{570C8BFA-A16C-A43C-7A8F-0A3374B724F5}"/>
              </a:ext>
            </a:extLst>
          </p:cNvPr>
          <p:cNvSpPr txBox="1"/>
          <p:nvPr/>
        </p:nvSpPr>
        <p:spPr>
          <a:xfrm>
            <a:off x="4956815" y="8524693"/>
            <a:ext cx="849863" cy="333033"/>
          </a:xfrm>
          <a:prstGeom prst="rect">
            <a:avLst/>
          </a:prstGeom>
          <a:noFill/>
        </p:spPr>
        <p:txBody>
          <a:bodyPr wrap="square" lIns="0" tIns="0" rIns="0" bIns="0" anchor="ctr">
            <a:spAutoFit/>
          </a:bodyPr>
          <a:lstStyle/>
          <a:p>
            <a:r>
              <a:rPr lang="en-US" sz="2100" b="1" i="0" noProof="0">
                <a:solidFill>
                  <a:srgbClr val="333333"/>
                </a:solidFill>
                <a:latin typeface="Aptos"/>
              </a:rPr>
              <a:t>SBOM</a:t>
            </a:r>
            <a:endParaRPr lang="en-US" sz="1700" b="0" i="1" noProof="0">
              <a:solidFill>
                <a:srgbClr val="6B7280"/>
              </a:solidFill>
              <a:latin typeface="Aptos"/>
            </a:endParaRPr>
          </a:p>
        </p:txBody>
      </p:sp>
      <p:pic>
        <p:nvPicPr>
          <p:cNvPr id="45" name="Picture 19" descr="shield-stroke-1.0-brand-blue.png">
            <a:extLst>
              <a:ext uri="{FF2B5EF4-FFF2-40B4-BE49-F238E27FC236}">
                <a16:creationId xmlns:a16="http://schemas.microsoft.com/office/drawing/2014/main" id="{AE4D216B-16D4-E674-CF9F-4CFBD7214CC9}"/>
              </a:ext>
            </a:extLst>
          </p:cNvPr>
          <p:cNvPicPr>
            <a:picLocks noChangeAspect="1"/>
          </p:cNvPicPr>
          <p:nvPr/>
        </p:nvPicPr>
        <p:blipFill>
          <a:blip r:embed="rId10"/>
          <a:stretch>
            <a:fillRect/>
          </a:stretch>
        </p:blipFill>
        <p:spPr>
          <a:xfrm>
            <a:off x="4442465" y="8514826"/>
            <a:ext cx="342900" cy="342900"/>
          </a:xfrm>
          <a:prstGeom prst="rect">
            <a:avLst/>
          </a:prstGeom>
        </p:spPr>
      </p:pic>
      <p:sp>
        <p:nvSpPr>
          <p:cNvPr id="7" name="Rounded Rectangle 6">
            <a:extLst>
              <a:ext uri="{FF2B5EF4-FFF2-40B4-BE49-F238E27FC236}">
                <a16:creationId xmlns:a16="http://schemas.microsoft.com/office/drawing/2014/main" id="{EB912EE8-1961-E720-CC4A-87BAA85FCE57}"/>
              </a:ext>
            </a:extLst>
          </p:cNvPr>
          <p:cNvSpPr/>
          <p:nvPr/>
        </p:nvSpPr>
        <p:spPr>
          <a:xfrm>
            <a:off x="4222783" y="8261508"/>
            <a:ext cx="6840161" cy="211078"/>
          </a:xfrm>
          <a:prstGeom prst="roundRect">
            <a:avLst>
              <a:gd name="adj" fmla="val 0"/>
            </a:avLst>
          </a:prstGeom>
          <a:solidFill>
            <a:schemeClr val="bg1">
              <a:lumMod val="95000"/>
            </a:schemeClr>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Tree>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0"/>
              <a:t>HOW OCM COMPOSES</a:t>
            </a:r>
          </a:p>
        </p:txBody>
      </p:sp>
      <p:sp>
        <p:nvSpPr>
          <p:cNvPr id="3" name="Title 2"/>
          <p:cNvSpPr>
            <a:spLocks noGrp="1"/>
          </p:cNvSpPr>
          <p:nvPr>
            <p:ph type="title" idx="2"/>
          </p:nvPr>
        </p:nvSpPr>
        <p:spPr/>
        <p:txBody>
          <a:bodyPr/>
          <a:lstStyle/>
          <a:p>
            <a:r>
              <a:rPr lang="en-US" noProof="0"/>
              <a:t>Composes around your existing stack.</a:t>
            </a:r>
          </a:p>
        </p:txBody>
      </p:sp>
      <p:sp>
        <p:nvSpPr>
          <p:cNvPr id="4" name="Text Placeholder 3"/>
          <p:cNvSpPr>
            <a:spLocks noGrp="1"/>
          </p:cNvSpPr>
          <p:nvPr>
            <p:ph type="body" idx="10"/>
          </p:nvPr>
        </p:nvSpPr>
        <p:spPr/>
        <p:txBody>
          <a:bodyPr/>
          <a:lstStyle/>
          <a:p>
            <a:r>
              <a:rPr lang="en-US" noProof="0"/>
              <a:t>SIGNING</a:t>
            </a:r>
          </a:p>
        </p:txBody>
      </p:sp>
      <p:sp>
        <p:nvSpPr>
          <p:cNvPr id="5" name="Text Placeholder 4"/>
          <p:cNvSpPr>
            <a:spLocks noGrp="1"/>
          </p:cNvSpPr>
          <p:nvPr>
            <p:ph type="body" idx="11"/>
          </p:nvPr>
        </p:nvSpPr>
        <p:spPr/>
        <p:txBody>
          <a:bodyPr/>
          <a:lstStyle/>
          <a:p>
            <a:r>
              <a:rPr lang="en-US" noProof="0"/>
              <a:t>You sign artifacts.</a:t>
            </a:r>
          </a:p>
          <a:p>
            <a:r>
              <a:rPr lang="en-US" noProof="0"/>
              <a:t>OCM signs the release.</a:t>
            </a:r>
          </a:p>
        </p:txBody>
      </p:sp>
      <p:sp>
        <p:nvSpPr>
          <p:cNvPr id="6" name="Text Placeholder 5"/>
          <p:cNvSpPr>
            <a:spLocks noGrp="1"/>
          </p:cNvSpPr>
          <p:nvPr>
            <p:ph type="body" idx="12"/>
          </p:nvPr>
        </p:nvSpPr>
        <p:spPr/>
        <p:txBody>
          <a:bodyPr/>
          <a:lstStyle/>
          <a:p>
            <a:r>
              <a:rPr lang="en-US" noProof="0"/>
              <a:t>TRANSPORT</a:t>
            </a:r>
          </a:p>
        </p:txBody>
      </p:sp>
      <p:sp>
        <p:nvSpPr>
          <p:cNvPr id="7" name="Text Placeholder 6"/>
          <p:cNvSpPr>
            <a:spLocks noGrp="1"/>
          </p:cNvSpPr>
          <p:nvPr>
            <p:ph type="body" idx="13"/>
          </p:nvPr>
        </p:nvSpPr>
        <p:spPr/>
        <p:txBody>
          <a:bodyPr/>
          <a:lstStyle/>
          <a:p>
            <a:r>
              <a:rPr lang="en-US" noProof="0"/>
              <a:t> Your registries differ.</a:t>
            </a:r>
          </a:p>
          <a:p>
            <a:r>
              <a:rPr lang="en-US" noProof="0"/>
              <a:t>OCM moves the release across them.</a:t>
            </a:r>
          </a:p>
        </p:txBody>
      </p:sp>
      <p:sp>
        <p:nvSpPr>
          <p:cNvPr id="8" name="Text Placeholder 7"/>
          <p:cNvSpPr>
            <a:spLocks noGrp="1"/>
          </p:cNvSpPr>
          <p:nvPr>
            <p:ph type="body" idx="14"/>
          </p:nvPr>
        </p:nvSpPr>
        <p:spPr/>
        <p:txBody>
          <a:bodyPr/>
          <a:lstStyle/>
          <a:p>
            <a:r>
              <a:rPr lang="en-US" noProof="0"/>
              <a:t>COMPLIANCE</a:t>
            </a:r>
          </a:p>
        </p:txBody>
      </p:sp>
      <p:sp>
        <p:nvSpPr>
          <p:cNvPr id="9" name="Text Placeholder 8"/>
          <p:cNvSpPr>
            <a:spLocks noGrp="1"/>
          </p:cNvSpPr>
          <p:nvPr>
            <p:ph type="body" idx="15"/>
          </p:nvPr>
        </p:nvSpPr>
        <p:spPr/>
        <p:txBody>
          <a:bodyPr/>
          <a:lstStyle/>
          <a:p>
            <a:r>
              <a:rPr lang="en-US" noProof="0"/>
              <a:t>Your scanners see one artifact at a time.</a:t>
            </a:r>
          </a:p>
          <a:p>
            <a:r>
              <a:rPr lang="en-US" noProof="0"/>
              <a:t>OCM correlates findings to the release.</a:t>
            </a:r>
          </a:p>
        </p:txBody>
      </p:sp>
    </p:spTree>
    <p:extLst>
      <p:ext uri="{BB962C8B-B14F-4D97-AF65-F5344CB8AC3E}">
        <p14:creationId xmlns:p14="http://schemas.microsoft.com/office/powerpoint/2010/main" val="3147340827"/>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0"/>
              <a:t>OCM IN ONE PICTURE </a:t>
            </a:r>
          </a:p>
        </p:txBody>
      </p:sp>
      <p:sp>
        <p:nvSpPr>
          <p:cNvPr id="3" name="Title 2"/>
          <p:cNvSpPr>
            <a:spLocks noGrp="1"/>
          </p:cNvSpPr>
          <p:nvPr>
            <p:ph type="title" idx="2"/>
          </p:nvPr>
        </p:nvSpPr>
        <p:spPr/>
        <p:txBody>
          <a:bodyPr>
            <a:normAutofit fontScale="90000"/>
          </a:bodyPr>
          <a:lstStyle/>
          <a:p>
            <a:r>
              <a:rPr lang="en-US" noProof="0"/>
              <a:t>Pack · Sign · Transport · Deploy</a:t>
            </a:r>
          </a:p>
        </p:txBody>
      </p:sp>
      <p:sp>
        <p:nvSpPr>
          <p:cNvPr id="4" name="Rounded Rectangle 3"/>
          <p:cNvSpPr/>
          <p:nvPr/>
        </p:nvSpPr>
        <p:spPr>
          <a:xfrm>
            <a:off x="590458" y="4214812"/>
            <a:ext cx="3214687" cy="3571875"/>
          </a:xfrm>
          <a:prstGeom prst="roundRect">
            <a:avLst>
              <a:gd name="adj" fmla="val 3888"/>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Rectangle 4"/>
          <p:cNvSpPr/>
          <p:nvPr/>
        </p:nvSpPr>
        <p:spPr>
          <a:xfrm>
            <a:off x="590458" y="4214812"/>
            <a:ext cx="3214687" cy="35718"/>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6" name="Picture 5" descr="package-stroke-1.0-brand-blue.png"/>
          <p:cNvPicPr>
            <a:picLocks noChangeAspect="1"/>
          </p:cNvPicPr>
          <p:nvPr/>
        </p:nvPicPr>
        <p:blipFill>
          <a:blip r:embed="rId4"/>
          <a:stretch>
            <a:fillRect/>
          </a:stretch>
        </p:blipFill>
        <p:spPr>
          <a:xfrm>
            <a:off x="876208" y="4536281"/>
            <a:ext cx="535781" cy="535781"/>
          </a:xfrm>
          <a:prstGeom prst="rect">
            <a:avLst/>
          </a:prstGeom>
        </p:spPr>
      </p:pic>
      <p:sp>
        <p:nvSpPr>
          <p:cNvPr id="7" name="TextBox 6"/>
          <p:cNvSpPr txBox="1"/>
          <p:nvPr/>
        </p:nvSpPr>
        <p:spPr>
          <a:xfrm>
            <a:off x="876208" y="5429250"/>
            <a:ext cx="2643187" cy="392906"/>
          </a:xfrm>
          <a:prstGeom prst="rect">
            <a:avLst/>
          </a:prstGeom>
          <a:noFill/>
        </p:spPr>
        <p:txBody>
          <a:bodyPr wrap="square" lIns="0" tIns="0" rIns="0" bIns="0" anchor="ctr">
            <a:spAutoFit/>
          </a:bodyPr>
          <a:lstStyle/>
          <a:p>
            <a:r>
              <a:rPr lang="en-US" sz="3000" b="1" i="0" noProof="0">
                <a:solidFill>
                  <a:srgbClr val="0A3A99"/>
                </a:solidFill>
                <a:latin typeface="Aptos"/>
              </a:rPr>
              <a:t>PACK</a:t>
            </a:r>
          </a:p>
        </p:txBody>
      </p:sp>
      <p:sp>
        <p:nvSpPr>
          <p:cNvPr id="8" name="TextBox 7"/>
          <p:cNvSpPr txBox="1"/>
          <p:nvPr/>
        </p:nvSpPr>
        <p:spPr>
          <a:xfrm>
            <a:off x="876208" y="5911453"/>
            <a:ext cx="2643187" cy="818686"/>
          </a:xfrm>
          <a:prstGeom prst="rect">
            <a:avLst/>
          </a:prstGeom>
          <a:noFill/>
        </p:spPr>
        <p:txBody>
          <a:bodyPr wrap="square" lIns="0" tIns="0" rIns="0" bIns="0">
            <a:spAutoFit/>
          </a:bodyPr>
          <a:lstStyle/>
          <a:p>
            <a:pPr>
              <a:lnSpc>
                <a:spcPct val="125000"/>
              </a:lnSpc>
            </a:pPr>
            <a:r>
              <a:rPr lang="en-US" sz="2200" b="0" i="0" noProof="0">
                <a:solidFill>
                  <a:srgbClr val="333333"/>
                </a:solidFill>
                <a:latin typeface="Aptos"/>
              </a:rPr>
              <a:t>Bundle your software.</a:t>
            </a:r>
          </a:p>
          <a:p>
            <a:pPr>
              <a:lnSpc>
                <a:spcPct val="125000"/>
              </a:lnSpc>
            </a:pPr>
            <a:r>
              <a:rPr lang="en-US" sz="2200" b="0" i="0" noProof="0">
                <a:solidFill>
                  <a:srgbClr val="333333"/>
                </a:solidFill>
                <a:latin typeface="Aptos"/>
              </a:rPr>
              <a:t>One source of truth.</a:t>
            </a:r>
          </a:p>
        </p:txBody>
      </p:sp>
      <p:sp>
        <p:nvSpPr>
          <p:cNvPr id="9" name="Rounded Rectangle 8"/>
          <p:cNvSpPr/>
          <p:nvPr/>
        </p:nvSpPr>
        <p:spPr>
          <a:xfrm>
            <a:off x="4251630" y="4214812"/>
            <a:ext cx="3214687" cy="3571875"/>
          </a:xfrm>
          <a:prstGeom prst="roundRect">
            <a:avLst>
              <a:gd name="adj" fmla="val 3888"/>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 name="Rectangle 9"/>
          <p:cNvSpPr/>
          <p:nvPr/>
        </p:nvSpPr>
        <p:spPr>
          <a:xfrm>
            <a:off x="4251630" y="4214812"/>
            <a:ext cx="3214687" cy="35718"/>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11" name="Picture 10" descr="shield-stroke-1.0-brand-blue.png"/>
          <p:cNvPicPr>
            <a:picLocks noChangeAspect="1"/>
          </p:cNvPicPr>
          <p:nvPr/>
        </p:nvPicPr>
        <p:blipFill>
          <a:blip r:embed="rId5"/>
          <a:stretch>
            <a:fillRect/>
          </a:stretch>
        </p:blipFill>
        <p:spPr>
          <a:xfrm>
            <a:off x="4537380" y="4536281"/>
            <a:ext cx="535781" cy="535781"/>
          </a:xfrm>
          <a:prstGeom prst="rect">
            <a:avLst/>
          </a:prstGeom>
        </p:spPr>
      </p:pic>
      <p:sp>
        <p:nvSpPr>
          <p:cNvPr id="12" name="TextBox 11"/>
          <p:cNvSpPr txBox="1"/>
          <p:nvPr/>
        </p:nvSpPr>
        <p:spPr>
          <a:xfrm>
            <a:off x="4537380" y="5429250"/>
            <a:ext cx="2643187" cy="392906"/>
          </a:xfrm>
          <a:prstGeom prst="rect">
            <a:avLst/>
          </a:prstGeom>
          <a:noFill/>
        </p:spPr>
        <p:txBody>
          <a:bodyPr wrap="square" lIns="0" tIns="0" rIns="0" bIns="0" anchor="ctr">
            <a:spAutoFit/>
          </a:bodyPr>
          <a:lstStyle/>
          <a:p>
            <a:r>
              <a:rPr lang="en-US" sz="3000" b="1" i="0" noProof="0">
                <a:solidFill>
                  <a:srgbClr val="0A3A99"/>
                </a:solidFill>
                <a:latin typeface="Aptos"/>
              </a:rPr>
              <a:t>SIGN</a:t>
            </a:r>
          </a:p>
        </p:txBody>
      </p:sp>
      <p:sp>
        <p:nvSpPr>
          <p:cNvPr id="13" name="TextBox 12"/>
          <p:cNvSpPr txBox="1"/>
          <p:nvPr/>
        </p:nvSpPr>
        <p:spPr>
          <a:xfrm>
            <a:off x="4537380" y="5911453"/>
            <a:ext cx="2643187" cy="892968"/>
          </a:xfrm>
          <a:prstGeom prst="rect">
            <a:avLst/>
          </a:prstGeom>
          <a:noFill/>
        </p:spPr>
        <p:txBody>
          <a:bodyPr wrap="square" lIns="0" tIns="0" rIns="0" bIns="0">
            <a:spAutoFit/>
          </a:bodyPr>
          <a:lstStyle/>
          <a:p>
            <a:pPr>
              <a:lnSpc>
                <a:spcPct val="125000"/>
              </a:lnSpc>
            </a:pPr>
            <a:r>
              <a:rPr lang="en-US" sz="2200" b="0" i="0" noProof="0">
                <a:solidFill>
                  <a:srgbClr val="333333"/>
                </a:solidFill>
                <a:latin typeface="Aptos"/>
              </a:rPr>
              <a:t>One signature covers</a:t>
            </a:r>
          </a:p>
          <a:p>
            <a:pPr>
              <a:lnSpc>
                <a:spcPct val="125000"/>
              </a:lnSpc>
            </a:pPr>
            <a:r>
              <a:rPr lang="en-US" sz="2200" b="0" i="0" noProof="0">
                <a:solidFill>
                  <a:srgbClr val="333333"/>
                </a:solidFill>
                <a:latin typeface="Aptos"/>
              </a:rPr>
              <a:t>all artifacts.</a:t>
            </a:r>
          </a:p>
        </p:txBody>
      </p:sp>
      <p:sp>
        <p:nvSpPr>
          <p:cNvPr id="14" name="Rounded Rectangle 13"/>
          <p:cNvSpPr/>
          <p:nvPr/>
        </p:nvSpPr>
        <p:spPr>
          <a:xfrm>
            <a:off x="7912802" y="4214812"/>
            <a:ext cx="3214687" cy="3571875"/>
          </a:xfrm>
          <a:prstGeom prst="roundRect">
            <a:avLst>
              <a:gd name="adj" fmla="val 3888"/>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 name="Rectangle 14"/>
          <p:cNvSpPr/>
          <p:nvPr/>
        </p:nvSpPr>
        <p:spPr>
          <a:xfrm>
            <a:off x="7912802" y="4214812"/>
            <a:ext cx="3214687" cy="35718"/>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16" name="Picture 15" descr="world-stroke-1.0-brand-blue.png"/>
          <p:cNvPicPr>
            <a:picLocks noChangeAspect="1"/>
          </p:cNvPicPr>
          <p:nvPr/>
        </p:nvPicPr>
        <p:blipFill>
          <a:blip r:embed="rId6"/>
          <a:stretch>
            <a:fillRect/>
          </a:stretch>
        </p:blipFill>
        <p:spPr>
          <a:xfrm>
            <a:off x="8198552" y="4536281"/>
            <a:ext cx="535781" cy="535781"/>
          </a:xfrm>
          <a:prstGeom prst="rect">
            <a:avLst/>
          </a:prstGeom>
        </p:spPr>
      </p:pic>
      <p:sp>
        <p:nvSpPr>
          <p:cNvPr id="17" name="TextBox 16"/>
          <p:cNvSpPr txBox="1"/>
          <p:nvPr/>
        </p:nvSpPr>
        <p:spPr>
          <a:xfrm>
            <a:off x="8198552" y="5429250"/>
            <a:ext cx="2643187" cy="392906"/>
          </a:xfrm>
          <a:prstGeom prst="rect">
            <a:avLst/>
          </a:prstGeom>
          <a:noFill/>
        </p:spPr>
        <p:txBody>
          <a:bodyPr wrap="square" lIns="0" tIns="0" rIns="0" bIns="0" anchor="ctr">
            <a:spAutoFit/>
          </a:bodyPr>
          <a:lstStyle/>
          <a:p>
            <a:r>
              <a:rPr lang="en-US" sz="3000" b="1" i="0" noProof="0">
                <a:solidFill>
                  <a:srgbClr val="0A3A99"/>
                </a:solidFill>
                <a:latin typeface="Aptos"/>
              </a:rPr>
              <a:t>TRANSPORT</a:t>
            </a:r>
          </a:p>
        </p:txBody>
      </p:sp>
      <p:sp>
        <p:nvSpPr>
          <p:cNvPr id="18" name="TextBox 17"/>
          <p:cNvSpPr txBox="1"/>
          <p:nvPr/>
        </p:nvSpPr>
        <p:spPr>
          <a:xfrm>
            <a:off x="8198552" y="5911453"/>
            <a:ext cx="2643187" cy="892968"/>
          </a:xfrm>
          <a:prstGeom prst="rect">
            <a:avLst/>
          </a:prstGeom>
          <a:noFill/>
        </p:spPr>
        <p:txBody>
          <a:bodyPr wrap="square" lIns="0" tIns="0" rIns="0" bIns="0">
            <a:spAutoFit/>
          </a:bodyPr>
          <a:lstStyle/>
          <a:p>
            <a:pPr>
              <a:lnSpc>
                <a:spcPct val="125000"/>
              </a:lnSpc>
            </a:pPr>
            <a:r>
              <a:rPr lang="en-US" sz="2200" b="0" i="0" noProof="0">
                <a:solidFill>
                  <a:srgbClr val="333333"/>
                </a:solidFill>
                <a:latin typeface="Aptos"/>
              </a:rPr>
              <a:t>Across any boundary.</a:t>
            </a:r>
          </a:p>
          <a:p>
            <a:pPr>
              <a:lnSpc>
                <a:spcPct val="125000"/>
              </a:lnSpc>
            </a:pPr>
            <a:r>
              <a:rPr lang="en-US" sz="2200" b="0" i="0" noProof="0">
                <a:solidFill>
                  <a:srgbClr val="333333"/>
                </a:solidFill>
                <a:latin typeface="Aptos"/>
              </a:rPr>
              <a:t>Even air-gapped.</a:t>
            </a:r>
          </a:p>
        </p:txBody>
      </p:sp>
      <p:sp>
        <p:nvSpPr>
          <p:cNvPr id="19" name="Rounded Rectangle 18"/>
          <p:cNvSpPr/>
          <p:nvPr/>
        </p:nvSpPr>
        <p:spPr>
          <a:xfrm>
            <a:off x="11573974" y="4214812"/>
            <a:ext cx="3214687" cy="3571875"/>
          </a:xfrm>
          <a:prstGeom prst="roundRect">
            <a:avLst>
              <a:gd name="adj" fmla="val 3888"/>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 name="Rectangle 19"/>
          <p:cNvSpPr/>
          <p:nvPr/>
        </p:nvSpPr>
        <p:spPr>
          <a:xfrm>
            <a:off x="11573974" y="4214812"/>
            <a:ext cx="3214687" cy="35718"/>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21" name="Picture 20" descr="rocket-stroke-1.0-brand-blue.png"/>
          <p:cNvPicPr>
            <a:picLocks noChangeAspect="1"/>
          </p:cNvPicPr>
          <p:nvPr/>
        </p:nvPicPr>
        <p:blipFill>
          <a:blip r:embed="rId7"/>
          <a:stretch>
            <a:fillRect/>
          </a:stretch>
        </p:blipFill>
        <p:spPr>
          <a:xfrm>
            <a:off x="11859724" y="4536281"/>
            <a:ext cx="535781" cy="535781"/>
          </a:xfrm>
          <a:prstGeom prst="rect">
            <a:avLst/>
          </a:prstGeom>
        </p:spPr>
      </p:pic>
      <p:sp>
        <p:nvSpPr>
          <p:cNvPr id="22" name="TextBox 21"/>
          <p:cNvSpPr txBox="1"/>
          <p:nvPr/>
        </p:nvSpPr>
        <p:spPr>
          <a:xfrm>
            <a:off x="11859724" y="5429250"/>
            <a:ext cx="2643187" cy="392906"/>
          </a:xfrm>
          <a:prstGeom prst="rect">
            <a:avLst/>
          </a:prstGeom>
          <a:noFill/>
        </p:spPr>
        <p:txBody>
          <a:bodyPr wrap="square" lIns="0" tIns="0" rIns="0" bIns="0" anchor="ctr">
            <a:spAutoFit/>
          </a:bodyPr>
          <a:lstStyle/>
          <a:p>
            <a:r>
              <a:rPr lang="en-US" sz="3000" b="1" i="0" noProof="0">
                <a:solidFill>
                  <a:srgbClr val="0A3A99"/>
                </a:solidFill>
                <a:latin typeface="Aptos"/>
              </a:rPr>
              <a:t>DEPLOY</a:t>
            </a:r>
          </a:p>
        </p:txBody>
      </p:sp>
      <p:sp>
        <p:nvSpPr>
          <p:cNvPr id="23" name="TextBox 22"/>
          <p:cNvSpPr txBox="1"/>
          <p:nvPr/>
        </p:nvSpPr>
        <p:spPr>
          <a:xfrm>
            <a:off x="11859724" y="5911453"/>
            <a:ext cx="2928937" cy="818750"/>
          </a:xfrm>
          <a:prstGeom prst="rect">
            <a:avLst/>
          </a:prstGeom>
          <a:noFill/>
        </p:spPr>
        <p:txBody>
          <a:bodyPr wrap="square" lIns="0" tIns="0" rIns="0" bIns="0" anchor="t">
            <a:spAutoFit/>
          </a:bodyPr>
          <a:lstStyle/>
          <a:p>
            <a:pPr>
              <a:lnSpc>
                <a:spcPct val="125000"/>
              </a:lnSpc>
            </a:pPr>
            <a:r>
              <a:rPr lang="en-US" sz="2200" noProof="0">
                <a:solidFill>
                  <a:srgbClr val="333333"/>
                </a:solidFill>
              </a:rPr>
              <a:t>Verify · Unpack · Deploy</a:t>
            </a:r>
            <a:br>
              <a:rPr lang="en-US" sz="2200" noProof="0">
                <a:solidFill>
                  <a:srgbClr val="333333"/>
                </a:solidFill>
              </a:rPr>
            </a:br>
            <a:r>
              <a:rPr lang="en-US" sz="2200" b="0" i="0" noProof="0">
                <a:solidFill>
                  <a:srgbClr val="333333"/>
                </a:solidFill>
                <a:latin typeface="Aptos"/>
              </a:rPr>
              <a:t>OCM K8s Controllers</a:t>
            </a:r>
            <a:r>
              <a:rPr lang="en-US" sz="2200" noProof="0">
                <a:solidFill>
                  <a:srgbClr val="333333"/>
                </a:solidFill>
                <a:latin typeface="Aptos"/>
              </a:rPr>
              <a:t>.</a:t>
            </a:r>
            <a:endParaRPr lang="en-US" sz="2200" b="0" i="0" noProof="0">
              <a:solidFill>
                <a:srgbClr val="333333"/>
              </a:solidFill>
              <a:latin typeface="Aptos"/>
            </a:endParaRPr>
          </a:p>
        </p:txBody>
      </p:sp>
      <p:sp>
        <p:nvSpPr>
          <p:cNvPr id="32" name="Freeform 31"/>
          <p:cNvSpPr/>
          <p:nvPr/>
        </p:nvSpPr>
        <p:spPr>
          <a:xfrm>
            <a:off x="15544342" y="4484902"/>
            <a:ext cx="1946671" cy="1107281"/>
          </a:xfrm>
          <a:custGeom>
            <a:avLst/>
            <a:gdLst/>
            <a:ahLst/>
            <a:cxnLst/>
            <a:rect l="l" t="t" r="r" b="b"/>
            <a:pathLst>
              <a:path w="1946671" h="1107281">
                <a:moveTo>
                  <a:pt x="464343" y="1107281"/>
                </a:moveTo>
                <a:cubicBezTo>
                  <a:pt x="214312" y="1107281"/>
                  <a:pt x="0" y="928687"/>
                  <a:pt x="0" y="660796"/>
                </a:cubicBezTo>
                <a:cubicBezTo>
                  <a:pt x="0" y="428625"/>
                  <a:pt x="196453" y="232171"/>
                  <a:pt x="446484" y="267890"/>
                </a:cubicBezTo>
                <a:cubicBezTo>
                  <a:pt x="535781" y="71437"/>
                  <a:pt x="785812" y="0"/>
                  <a:pt x="964406" y="142875"/>
                </a:cubicBezTo>
                <a:cubicBezTo>
                  <a:pt x="1143000" y="0"/>
                  <a:pt x="1410890" y="71437"/>
                  <a:pt x="1518046" y="285750"/>
                </a:cubicBezTo>
                <a:cubicBezTo>
                  <a:pt x="1750218" y="267890"/>
                  <a:pt x="1946671" y="446484"/>
                  <a:pt x="1946671" y="660796"/>
                </a:cubicBezTo>
                <a:cubicBezTo>
                  <a:pt x="1946671" y="910828"/>
                  <a:pt x="1732359" y="1107281"/>
                  <a:pt x="1518046" y="1107281"/>
                </a:cubicBezTo>
                <a:close/>
              </a:path>
            </a:pathLst>
          </a:cu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33" name="Picture 32" descr="lock-stroke-1.0-white.png"/>
          <p:cNvPicPr>
            <a:picLocks noChangeAspect="1"/>
          </p:cNvPicPr>
          <p:nvPr/>
        </p:nvPicPr>
        <p:blipFill>
          <a:blip r:embed="rId8"/>
          <a:stretch>
            <a:fillRect/>
          </a:stretch>
        </p:blipFill>
        <p:spPr>
          <a:xfrm>
            <a:off x="16267647" y="4779581"/>
            <a:ext cx="500062" cy="500062"/>
          </a:xfrm>
          <a:prstGeom prst="rect">
            <a:avLst/>
          </a:prstGeom>
        </p:spPr>
      </p:pic>
      <p:sp>
        <p:nvSpPr>
          <p:cNvPr id="34" name="TextBox 33"/>
          <p:cNvSpPr txBox="1"/>
          <p:nvPr/>
        </p:nvSpPr>
        <p:spPr>
          <a:xfrm>
            <a:off x="15267521" y="5681480"/>
            <a:ext cx="2500312" cy="714375"/>
          </a:xfrm>
          <a:prstGeom prst="rect">
            <a:avLst/>
          </a:prstGeom>
          <a:noFill/>
        </p:spPr>
        <p:txBody>
          <a:bodyPr wrap="square" lIns="0" tIns="0" rIns="0" bIns="0">
            <a:spAutoFit/>
          </a:bodyPr>
          <a:lstStyle/>
          <a:p>
            <a:pPr algn="ctr"/>
            <a:r>
              <a:rPr lang="en-US" sz="3000" b="1" i="0" noProof="0">
                <a:solidFill>
                  <a:srgbClr val="0A3A99"/>
                </a:solidFill>
                <a:latin typeface="Aptos"/>
              </a:rPr>
              <a:t>SOVEREIGN</a:t>
            </a:r>
          </a:p>
          <a:p>
            <a:pPr algn="ctr"/>
            <a:r>
              <a:rPr lang="en-US" sz="3000" b="1" i="0" noProof="0">
                <a:solidFill>
                  <a:srgbClr val="0A3A99"/>
                </a:solidFill>
                <a:latin typeface="Aptos"/>
              </a:rPr>
              <a:t>CLOUD</a:t>
            </a:r>
          </a:p>
        </p:txBody>
      </p:sp>
      <p:sp>
        <p:nvSpPr>
          <p:cNvPr id="35" name="TextBox 34"/>
          <p:cNvSpPr txBox="1"/>
          <p:nvPr/>
        </p:nvSpPr>
        <p:spPr>
          <a:xfrm>
            <a:off x="15026420" y="6610167"/>
            <a:ext cx="3036093" cy="803671"/>
          </a:xfrm>
          <a:prstGeom prst="rect">
            <a:avLst/>
          </a:prstGeom>
          <a:noFill/>
        </p:spPr>
        <p:txBody>
          <a:bodyPr wrap="square" lIns="0" tIns="0" rIns="0" bIns="0">
            <a:spAutoFit/>
          </a:bodyPr>
          <a:lstStyle/>
          <a:p>
            <a:pPr algn="ctr">
              <a:lnSpc>
                <a:spcPct val="125000"/>
              </a:lnSpc>
            </a:pPr>
            <a:r>
              <a:rPr lang="en-US" sz="2200" b="0" i="0" noProof="0">
                <a:solidFill>
                  <a:srgbClr val="333333"/>
                </a:solidFill>
                <a:latin typeface="Aptos"/>
              </a:rPr>
              <a:t>Verify at destination.</a:t>
            </a:r>
          </a:p>
          <a:p>
            <a:pPr algn="ctr">
              <a:lnSpc>
                <a:spcPct val="125000"/>
              </a:lnSpc>
            </a:pPr>
            <a:r>
              <a:rPr lang="en-US" sz="2200" b="0" i="0" noProof="0">
                <a:solidFill>
                  <a:srgbClr val="333333"/>
                </a:solidFill>
                <a:latin typeface="Aptos"/>
              </a:rPr>
              <a:t>No callback upstream.</a:t>
            </a:r>
          </a:p>
        </p:txBody>
      </p:sp>
      <p:grpSp>
        <p:nvGrpSpPr>
          <p:cNvPr id="28" name="Gruppieren 27">
            <a:extLst>
              <a:ext uri="{FF2B5EF4-FFF2-40B4-BE49-F238E27FC236}">
                <a16:creationId xmlns:a16="http://schemas.microsoft.com/office/drawing/2014/main" id="{2AA83272-0B78-D157-8AEC-F00882DB554D}"/>
              </a:ext>
            </a:extLst>
          </p:cNvPr>
          <p:cNvGrpSpPr/>
          <p:nvPr/>
        </p:nvGrpSpPr>
        <p:grpSpPr>
          <a:xfrm>
            <a:off x="3805145" y="5864561"/>
            <a:ext cx="480758" cy="267892"/>
            <a:chOff x="3805145" y="5864561"/>
            <a:chExt cx="480758" cy="267892"/>
          </a:xfrm>
        </p:grpSpPr>
        <p:cxnSp>
          <p:nvCxnSpPr>
            <p:cNvPr id="37" name="Gerade Verbindung mit Pfeil 36">
              <a:extLst>
                <a:ext uri="{FF2B5EF4-FFF2-40B4-BE49-F238E27FC236}">
                  <a16:creationId xmlns:a16="http://schemas.microsoft.com/office/drawing/2014/main" id="{F554FAC5-F3C0-CE6F-227F-7A76A56107A8}"/>
                </a:ext>
              </a:extLst>
            </p:cNvPr>
            <p:cNvCxnSpPr>
              <a:stCxn id="4" idx="3"/>
              <a:endCxn id="9" idx="1"/>
            </p:cNvCxnSpPr>
            <p:nvPr/>
          </p:nvCxnSpPr>
          <p:spPr>
            <a:xfrm>
              <a:off x="3805145" y="6000750"/>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38" name="Dreieck 37">
              <a:extLst>
                <a:ext uri="{FF2B5EF4-FFF2-40B4-BE49-F238E27FC236}">
                  <a16:creationId xmlns:a16="http://schemas.microsoft.com/office/drawing/2014/main" id="{1FCA1E92-68EC-0680-E9E4-23C6F0C292C5}"/>
                </a:ext>
              </a:extLst>
            </p:cNvPr>
            <p:cNvSpPr/>
            <p:nvPr/>
          </p:nvSpPr>
          <p:spPr>
            <a:xfrm rot="5400000">
              <a:off x="4060966" y="5907515"/>
              <a:ext cx="267892" cy="18198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24" name="Gruppieren 23">
            <a:extLst>
              <a:ext uri="{FF2B5EF4-FFF2-40B4-BE49-F238E27FC236}">
                <a16:creationId xmlns:a16="http://schemas.microsoft.com/office/drawing/2014/main" id="{4D6B3099-F8FE-D5DE-7645-64C2CE0D9F1C}"/>
              </a:ext>
            </a:extLst>
          </p:cNvPr>
          <p:cNvGrpSpPr/>
          <p:nvPr/>
        </p:nvGrpSpPr>
        <p:grpSpPr>
          <a:xfrm>
            <a:off x="11136418" y="5864559"/>
            <a:ext cx="446485" cy="267892"/>
            <a:chOff x="11136418" y="5864559"/>
            <a:chExt cx="446485" cy="267892"/>
          </a:xfrm>
        </p:grpSpPr>
        <p:cxnSp>
          <p:nvCxnSpPr>
            <p:cNvPr id="41" name="Gerade Verbindung mit Pfeil 40">
              <a:extLst>
                <a:ext uri="{FF2B5EF4-FFF2-40B4-BE49-F238E27FC236}">
                  <a16:creationId xmlns:a16="http://schemas.microsoft.com/office/drawing/2014/main" id="{69B5CF21-AF4B-466C-5778-B6838D832C5E}"/>
                </a:ext>
              </a:extLst>
            </p:cNvPr>
            <p:cNvCxnSpPr/>
            <p:nvPr/>
          </p:nvCxnSpPr>
          <p:spPr>
            <a:xfrm>
              <a:off x="11136418" y="6000748"/>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42" name="Dreieck 41">
              <a:extLst>
                <a:ext uri="{FF2B5EF4-FFF2-40B4-BE49-F238E27FC236}">
                  <a16:creationId xmlns:a16="http://schemas.microsoft.com/office/drawing/2014/main" id="{81344D99-E655-8F7A-EB1F-6748C602407E}"/>
                </a:ext>
              </a:extLst>
            </p:cNvPr>
            <p:cNvSpPr/>
            <p:nvPr/>
          </p:nvSpPr>
          <p:spPr>
            <a:xfrm rot="5400000">
              <a:off x="11355767" y="5907513"/>
              <a:ext cx="267892" cy="18198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26" name="Gruppieren 25">
            <a:extLst>
              <a:ext uri="{FF2B5EF4-FFF2-40B4-BE49-F238E27FC236}">
                <a16:creationId xmlns:a16="http://schemas.microsoft.com/office/drawing/2014/main" id="{DE962839-B57A-25D2-F442-9A240E018D00}"/>
              </a:ext>
            </a:extLst>
          </p:cNvPr>
          <p:cNvGrpSpPr/>
          <p:nvPr/>
        </p:nvGrpSpPr>
        <p:grpSpPr>
          <a:xfrm>
            <a:off x="14797590" y="5911453"/>
            <a:ext cx="446485" cy="267892"/>
            <a:chOff x="14797590" y="5911453"/>
            <a:chExt cx="446485" cy="267892"/>
          </a:xfrm>
        </p:grpSpPr>
        <p:cxnSp>
          <p:nvCxnSpPr>
            <p:cNvPr id="44" name="Gerade Verbindung mit Pfeil 43">
              <a:extLst>
                <a:ext uri="{FF2B5EF4-FFF2-40B4-BE49-F238E27FC236}">
                  <a16:creationId xmlns:a16="http://schemas.microsoft.com/office/drawing/2014/main" id="{8E0C70D7-BF51-B9CE-03B2-D31AE5C384AB}"/>
                </a:ext>
              </a:extLst>
            </p:cNvPr>
            <p:cNvCxnSpPr/>
            <p:nvPr/>
          </p:nvCxnSpPr>
          <p:spPr>
            <a:xfrm>
              <a:off x="14797590" y="6047642"/>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45" name="Dreieck 44">
              <a:extLst>
                <a:ext uri="{FF2B5EF4-FFF2-40B4-BE49-F238E27FC236}">
                  <a16:creationId xmlns:a16="http://schemas.microsoft.com/office/drawing/2014/main" id="{02571F0B-70F2-BFBC-9BDA-CADB3AD55FF3}"/>
                </a:ext>
              </a:extLst>
            </p:cNvPr>
            <p:cNvSpPr/>
            <p:nvPr/>
          </p:nvSpPr>
          <p:spPr>
            <a:xfrm rot="5400000">
              <a:off x="15016939" y="5954407"/>
              <a:ext cx="267892" cy="18198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25" name="Gruppieren 24">
            <a:extLst>
              <a:ext uri="{FF2B5EF4-FFF2-40B4-BE49-F238E27FC236}">
                <a16:creationId xmlns:a16="http://schemas.microsoft.com/office/drawing/2014/main" id="{1AA0B8E6-B072-2968-9894-E947B6C5DD7E}"/>
              </a:ext>
            </a:extLst>
          </p:cNvPr>
          <p:cNvGrpSpPr/>
          <p:nvPr/>
        </p:nvGrpSpPr>
        <p:grpSpPr>
          <a:xfrm>
            <a:off x="7475246" y="5864560"/>
            <a:ext cx="446485" cy="267892"/>
            <a:chOff x="7475246" y="5864560"/>
            <a:chExt cx="446485" cy="267892"/>
          </a:xfrm>
        </p:grpSpPr>
        <p:cxnSp>
          <p:nvCxnSpPr>
            <p:cNvPr id="47" name="Gerade Verbindung mit Pfeil 46">
              <a:extLst>
                <a:ext uri="{FF2B5EF4-FFF2-40B4-BE49-F238E27FC236}">
                  <a16:creationId xmlns:a16="http://schemas.microsoft.com/office/drawing/2014/main" id="{85FFE41B-6015-D37F-E864-EE7BB44D55BE}"/>
                </a:ext>
              </a:extLst>
            </p:cNvPr>
            <p:cNvCxnSpPr/>
            <p:nvPr/>
          </p:nvCxnSpPr>
          <p:spPr>
            <a:xfrm>
              <a:off x="7475246" y="6000749"/>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48" name="Dreieck 47">
              <a:extLst>
                <a:ext uri="{FF2B5EF4-FFF2-40B4-BE49-F238E27FC236}">
                  <a16:creationId xmlns:a16="http://schemas.microsoft.com/office/drawing/2014/main" id="{74198971-3169-BA4B-D785-07F81ECC6767}"/>
                </a:ext>
              </a:extLst>
            </p:cNvPr>
            <p:cNvSpPr/>
            <p:nvPr/>
          </p:nvSpPr>
          <p:spPr>
            <a:xfrm rot="5400000">
              <a:off x="7694595" y="5907514"/>
              <a:ext cx="267892" cy="18198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Tree>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0"/>
              <a:t>SOVEREIGN-READY</a:t>
            </a:r>
          </a:p>
        </p:txBody>
      </p:sp>
      <p:sp>
        <p:nvSpPr>
          <p:cNvPr id="3" name="Title 2"/>
          <p:cNvSpPr>
            <a:spLocks noGrp="1"/>
          </p:cNvSpPr>
          <p:nvPr>
            <p:ph type="title" idx="2"/>
          </p:nvPr>
        </p:nvSpPr>
        <p:spPr/>
        <p:txBody>
          <a:bodyPr/>
          <a:lstStyle/>
          <a:p>
            <a:r>
              <a:rPr lang="en-US" noProof="0"/>
              <a:t>Trust, but verify.</a:t>
            </a:r>
          </a:p>
        </p:txBody>
      </p:sp>
      <p:sp>
        <p:nvSpPr>
          <p:cNvPr id="4" name="Text Placeholder 3"/>
          <p:cNvSpPr>
            <a:spLocks noGrp="1"/>
          </p:cNvSpPr>
          <p:nvPr>
            <p:ph type="body" idx="10"/>
          </p:nvPr>
        </p:nvSpPr>
        <p:spPr/>
        <p:txBody>
          <a:bodyPr/>
          <a:lstStyle/>
          <a:p>
            <a:r>
              <a:rPr lang="en-US" b="1" noProof="0">
                <a:solidFill>
                  <a:srgbClr val="0F6BFF"/>
                </a:solidFill>
              </a:rPr>
              <a:t>▪  </a:t>
            </a:r>
            <a:r>
              <a:rPr lang="en-US" noProof="0">
                <a:solidFill>
                  <a:srgbClr val="000000"/>
                </a:solidFill>
              </a:rPr>
              <a:t>Identity</a:t>
            </a:r>
            <a:r>
              <a:rPr lang="en-US">
                <a:solidFill>
                  <a:srgbClr val="000000"/>
                </a:solidFill>
              </a:rPr>
              <a:t>: </a:t>
            </a:r>
            <a:r>
              <a:rPr lang="en-US" noProof="0">
                <a:solidFill>
                  <a:srgbClr val="000000"/>
                </a:solidFill>
              </a:rPr>
              <a:t>location-independent. </a:t>
            </a:r>
            <a:r>
              <a:rPr lang="en-US" noProof="0"/>
              <a:t>The </a:t>
            </a:r>
            <a:r>
              <a:rPr lang="en-US" noProof="0">
                <a:solidFill>
                  <a:srgbClr val="000000"/>
                </a:solidFill>
              </a:rPr>
              <a:t>component carries its name regardless of registry.</a:t>
            </a:r>
            <a:endParaRPr lang="en-US" noProof="0"/>
          </a:p>
          <a:p>
            <a:pPr>
              <a:lnSpc>
                <a:spcPct val="150000"/>
              </a:lnSpc>
              <a:spcBef>
                <a:spcPts val="800"/>
              </a:spcBef>
              <a:spcAft>
                <a:spcPts val="800"/>
              </a:spcAft>
            </a:pPr>
            <a:r>
              <a:rPr lang="en-US" b="1" noProof="0">
                <a:solidFill>
                  <a:srgbClr val="0F6BFF"/>
                </a:solidFill>
              </a:rPr>
              <a:t>▪  </a:t>
            </a:r>
            <a:r>
              <a:rPr lang="en-US" noProof="0">
                <a:solidFill>
                  <a:schemeClr val="tx1"/>
                </a:solidFill>
              </a:rPr>
              <a:t>Signatures: location-independent. Sign once at source, verify anywhere downstream. No callback upstream.</a:t>
            </a:r>
          </a:p>
          <a:p>
            <a:pPr>
              <a:spcBef>
                <a:spcPts val="800"/>
              </a:spcBef>
              <a:spcAft>
                <a:spcPts val="800"/>
              </a:spcAft>
            </a:pPr>
            <a:r>
              <a:rPr lang="en-US" b="1" noProof="0">
                <a:solidFill>
                  <a:srgbClr val="0F6BFF"/>
                </a:solidFill>
              </a:rPr>
              <a:t>▪  </a:t>
            </a:r>
            <a:r>
              <a:rPr lang="en-US" noProof="0"/>
              <a:t>Transfer</a:t>
            </a:r>
            <a:r>
              <a:rPr lang="en-US"/>
              <a:t>: </a:t>
            </a:r>
            <a:r>
              <a:rPr lang="en-US" noProof="0"/>
              <a:t>self-contained. Every artifact travels with the component.</a:t>
            </a:r>
            <a:r>
              <a:rPr lang="en-US" b="1" noProof="0">
                <a:solidFill>
                  <a:srgbClr val="0F6BFF"/>
                </a:solidFill>
              </a:rPr>
              <a:t> </a:t>
            </a:r>
            <a:endParaRPr lang="en-US" noProof="0">
              <a:solidFill>
                <a:srgbClr val="000000"/>
              </a:solidFill>
            </a:endParaRPr>
          </a:p>
          <a:p>
            <a:pPr>
              <a:spcBef>
                <a:spcPts val="800"/>
              </a:spcBef>
              <a:spcAft>
                <a:spcPts val="800"/>
              </a:spcAft>
            </a:pPr>
            <a:r>
              <a:rPr lang="en-US" b="1" noProof="0">
                <a:solidFill>
                  <a:srgbClr val="0F6BFF"/>
                </a:solidFill>
              </a:rPr>
              <a:t>▪  </a:t>
            </a:r>
            <a:r>
              <a:rPr lang="en-US" noProof="0"/>
              <a:t>Day-2 ops: happen inside the boundary. Subscribe, pull upgrades, scale across regions. Still no callback.</a:t>
            </a:r>
            <a:endParaRPr lang="en-US" noProof="0">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0"/>
              <a:t>SOVEREIGN-READY - AIR-GAP</a:t>
            </a:r>
          </a:p>
        </p:txBody>
      </p:sp>
      <p:sp>
        <p:nvSpPr>
          <p:cNvPr id="3" name="Title 2"/>
          <p:cNvSpPr>
            <a:spLocks noGrp="1"/>
          </p:cNvSpPr>
          <p:nvPr>
            <p:ph type="title" idx="2"/>
          </p:nvPr>
        </p:nvSpPr>
        <p:spPr/>
        <p:txBody>
          <a:bodyPr>
            <a:normAutofit fontScale="90000"/>
          </a:bodyPr>
          <a:lstStyle/>
          <a:p>
            <a:r>
              <a:rPr lang="en-US" noProof="0"/>
              <a:t>Trust travels with the component.</a:t>
            </a:r>
          </a:p>
        </p:txBody>
      </p:sp>
      <p:sp>
        <p:nvSpPr>
          <p:cNvPr id="4" name="TextBox 3"/>
          <p:cNvSpPr txBox="1"/>
          <p:nvPr/>
        </p:nvSpPr>
        <p:spPr>
          <a:xfrm>
            <a:off x="1974178" y="3419976"/>
            <a:ext cx="1202153" cy="246221"/>
          </a:xfrm>
          <a:prstGeom prst="rect">
            <a:avLst/>
          </a:prstGeom>
          <a:noFill/>
        </p:spPr>
        <p:txBody>
          <a:bodyPr wrap="square" lIns="0" tIns="0" rIns="0" bIns="0">
            <a:spAutoFit/>
          </a:bodyPr>
          <a:lstStyle/>
          <a:p>
            <a:r>
              <a:rPr lang="en-US" sz="1600" b="1" i="0" cap="all" spc="300" noProof="0">
                <a:solidFill>
                  <a:srgbClr val="6B7280"/>
                </a:solidFill>
                <a:latin typeface="Aptos"/>
              </a:rPr>
              <a:t>SOURCE</a:t>
            </a:r>
          </a:p>
        </p:txBody>
      </p:sp>
      <p:sp>
        <p:nvSpPr>
          <p:cNvPr id="5" name="TextBox 4"/>
          <p:cNvSpPr txBox="1"/>
          <p:nvPr/>
        </p:nvSpPr>
        <p:spPr>
          <a:xfrm>
            <a:off x="1974178" y="3654592"/>
            <a:ext cx="1875922" cy="430887"/>
          </a:xfrm>
          <a:prstGeom prst="rect">
            <a:avLst/>
          </a:prstGeom>
          <a:noFill/>
        </p:spPr>
        <p:txBody>
          <a:bodyPr wrap="square" lIns="0" tIns="0" rIns="0" bIns="0">
            <a:spAutoFit/>
          </a:bodyPr>
          <a:lstStyle/>
          <a:p>
            <a:r>
              <a:rPr lang="en-US" sz="2800" b="1" i="0" noProof="0">
                <a:solidFill>
                  <a:srgbClr val="0A3A99"/>
                </a:solidFill>
                <a:latin typeface="Aptos"/>
              </a:rPr>
              <a:t>Pack · Sign</a:t>
            </a:r>
          </a:p>
        </p:txBody>
      </p:sp>
      <p:sp>
        <p:nvSpPr>
          <p:cNvPr id="6" name="Rounded Rectangle 5"/>
          <p:cNvSpPr/>
          <p:nvPr/>
        </p:nvSpPr>
        <p:spPr>
          <a:xfrm>
            <a:off x="1777042" y="5033207"/>
            <a:ext cx="3626135" cy="2025319"/>
          </a:xfrm>
          <a:prstGeom prst="roundRect">
            <a:avLst>
              <a:gd name="adj" fmla="val 6000"/>
            </a:avLst>
          </a:prstGeom>
          <a:solidFill>
            <a:srgbClr val="FFFFFF"/>
          </a:solidFill>
          <a:ln w="25400">
            <a:solidFill>
              <a:srgbClr val="E8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7" name="Picture 6" descr="registry-stroke-1.0-brand-blue.png"/>
          <p:cNvPicPr>
            <a:picLocks noChangeAspect="1"/>
          </p:cNvPicPr>
          <p:nvPr/>
        </p:nvPicPr>
        <p:blipFill>
          <a:blip r:embed="rId4"/>
          <a:stretch>
            <a:fillRect/>
          </a:stretch>
        </p:blipFill>
        <p:spPr>
          <a:xfrm>
            <a:off x="2188490" y="5228721"/>
            <a:ext cx="600075" cy="547436"/>
          </a:xfrm>
          <a:prstGeom prst="rect">
            <a:avLst/>
          </a:prstGeom>
        </p:spPr>
      </p:pic>
      <p:sp>
        <p:nvSpPr>
          <p:cNvPr id="8" name="TextBox 7"/>
          <p:cNvSpPr txBox="1"/>
          <p:nvPr/>
        </p:nvSpPr>
        <p:spPr>
          <a:xfrm>
            <a:off x="2981572" y="5306926"/>
            <a:ext cx="2357437" cy="273718"/>
          </a:xfrm>
          <a:prstGeom prst="rect">
            <a:avLst/>
          </a:prstGeom>
          <a:noFill/>
        </p:spPr>
        <p:txBody>
          <a:bodyPr wrap="square" lIns="0" tIns="0" rIns="0" bIns="0">
            <a:spAutoFit/>
          </a:bodyPr>
          <a:lstStyle/>
          <a:p>
            <a:r>
              <a:rPr lang="en-US" sz="1600" b="1" i="0" noProof="0">
                <a:solidFill>
                  <a:srgbClr val="0A3A99"/>
                </a:solidFill>
                <a:latin typeface="Aptos"/>
              </a:rPr>
              <a:t>Public registry</a:t>
            </a:r>
          </a:p>
        </p:txBody>
      </p:sp>
      <p:cxnSp>
        <p:nvCxnSpPr>
          <p:cNvPr id="19" name="Connector 18"/>
          <p:cNvCxnSpPr/>
          <p:nvPr/>
        </p:nvCxnSpPr>
        <p:spPr>
          <a:xfrm>
            <a:off x="7536656" y="3459078"/>
            <a:ext cx="0" cy="5865395"/>
          </a:xfrm>
          <a:prstGeom prst="line">
            <a:avLst/>
          </a:prstGeom>
          <a:ln w="22860">
            <a:solidFill>
              <a:srgbClr val="0F6BFF"/>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250781" y="3126706"/>
            <a:ext cx="2571750" cy="273718"/>
          </a:xfrm>
          <a:prstGeom prst="rect">
            <a:avLst/>
          </a:prstGeom>
          <a:noFill/>
        </p:spPr>
        <p:txBody>
          <a:bodyPr wrap="square" lIns="0" tIns="0" rIns="0" bIns="0">
            <a:spAutoFit/>
          </a:bodyPr>
          <a:lstStyle/>
          <a:p>
            <a:pPr algn="ctr"/>
            <a:r>
              <a:rPr lang="en-US" sz="1200" b="1" i="0" cap="all" spc="300" noProof="0">
                <a:solidFill>
                  <a:srgbClr val="0F6BFF"/>
                </a:solidFill>
                <a:latin typeface="Aptos"/>
              </a:rPr>
              <a:t>TRUST BOUNDARY</a:t>
            </a:r>
          </a:p>
        </p:txBody>
      </p:sp>
      <p:sp>
        <p:nvSpPr>
          <p:cNvPr id="21" name="TextBox 20"/>
          <p:cNvSpPr txBox="1"/>
          <p:nvPr/>
        </p:nvSpPr>
        <p:spPr>
          <a:xfrm>
            <a:off x="10215563" y="3419976"/>
            <a:ext cx="2730416" cy="246221"/>
          </a:xfrm>
          <a:prstGeom prst="rect">
            <a:avLst/>
          </a:prstGeom>
          <a:noFill/>
        </p:spPr>
        <p:txBody>
          <a:bodyPr wrap="square" lIns="0" tIns="0" rIns="0" bIns="0">
            <a:spAutoFit/>
          </a:bodyPr>
          <a:lstStyle/>
          <a:p>
            <a:r>
              <a:rPr lang="en-US" sz="1600" b="1" i="0" cap="all" spc="300" noProof="0">
                <a:solidFill>
                  <a:srgbClr val="0F6BFF"/>
                </a:solidFill>
                <a:latin typeface="Aptos"/>
              </a:rPr>
              <a:t>SOVEREIGN TARGET</a:t>
            </a:r>
          </a:p>
        </p:txBody>
      </p:sp>
      <p:sp>
        <p:nvSpPr>
          <p:cNvPr id="22" name="TextBox 21"/>
          <p:cNvSpPr txBox="1"/>
          <p:nvPr/>
        </p:nvSpPr>
        <p:spPr>
          <a:xfrm>
            <a:off x="10215563" y="3654592"/>
            <a:ext cx="2618122" cy="430887"/>
          </a:xfrm>
          <a:prstGeom prst="rect">
            <a:avLst/>
          </a:prstGeom>
          <a:noFill/>
        </p:spPr>
        <p:txBody>
          <a:bodyPr wrap="square" lIns="0" tIns="0" rIns="0" bIns="0">
            <a:spAutoFit/>
          </a:bodyPr>
          <a:lstStyle/>
          <a:p>
            <a:r>
              <a:rPr lang="en-US" sz="2800" b="1" i="0" noProof="0">
                <a:solidFill>
                  <a:srgbClr val="0A3A99"/>
                </a:solidFill>
                <a:latin typeface="Aptos"/>
              </a:rPr>
              <a:t>Verify · Deploy</a:t>
            </a:r>
          </a:p>
        </p:txBody>
      </p:sp>
      <p:sp>
        <p:nvSpPr>
          <p:cNvPr id="23" name="Rounded Rectangle 22"/>
          <p:cNvSpPr/>
          <p:nvPr/>
        </p:nvSpPr>
        <p:spPr>
          <a:xfrm>
            <a:off x="10215562" y="4632157"/>
            <a:ext cx="6429375" cy="4692315"/>
          </a:xfrm>
          <a:prstGeom prst="roundRect">
            <a:avLst>
              <a:gd name="adj" fmla="val 3000"/>
            </a:avLst>
          </a:prstGeom>
          <a:solidFill>
            <a:srgbClr val="FFFFFF"/>
          </a:solidFill>
          <a:ln w="25400">
            <a:solidFill>
              <a:srgbClr val="0F6BFF"/>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4" name="TextBox 23"/>
          <p:cNvSpPr txBox="1"/>
          <p:nvPr/>
        </p:nvSpPr>
        <p:spPr>
          <a:xfrm>
            <a:off x="10429875" y="4827671"/>
            <a:ext cx="3067050" cy="184666"/>
          </a:xfrm>
          <a:prstGeom prst="rect">
            <a:avLst/>
          </a:prstGeom>
          <a:noFill/>
        </p:spPr>
        <p:txBody>
          <a:bodyPr wrap="square" lIns="0" tIns="0" rIns="0" bIns="0">
            <a:spAutoFit/>
          </a:bodyPr>
          <a:lstStyle/>
          <a:p>
            <a:r>
              <a:rPr lang="en-US" sz="1200" b="1" i="0" cap="all" spc="300" noProof="0">
                <a:solidFill>
                  <a:srgbClr val="0F6BFF"/>
                </a:solidFill>
                <a:latin typeface="Aptos"/>
              </a:rPr>
              <a:t>AIR-GAPPED ENVIRONMENT</a:t>
            </a:r>
          </a:p>
        </p:txBody>
      </p:sp>
      <p:sp>
        <p:nvSpPr>
          <p:cNvPr id="34" name="Rounded Rectangle 33"/>
          <p:cNvSpPr/>
          <p:nvPr/>
        </p:nvSpPr>
        <p:spPr>
          <a:xfrm>
            <a:off x="10537031" y="7155836"/>
            <a:ext cx="1821656" cy="1173078"/>
          </a:xfrm>
          <a:prstGeom prst="roundRect">
            <a:avLst>
              <a:gd name="adj" fmla="val 8000"/>
            </a:avLst>
          </a:prstGeom>
          <a:solidFill>
            <a:srgbClr val="FFFFFF"/>
          </a:solidFill>
          <a:ln w="25400">
            <a:solidFill>
              <a:srgbClr val="E8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35" name="Picture 34" descr="registry-stroke-1.0-brand-blue.png"/>
          <p:cNvPicPr>
            <a:picLocks noChangeAspect="1"/>
          </p:cNvPicPr>
          <p:nvPr/>
        </p:nvPicPr>
        <p:blipFill>
          <a:blip r:embed="rId4"/>
          <a:stretch>
            <a:fillRect/>
          </a:stretch>
        </p:blipFill>
        <p:spPr>
          <a:xfrm>
            <a:off x="11201400" y="7292695"/>
            <a:ext cx="492918" cy="449680"/>
          </a:xfrm>
          <a:prstGeom prst="rect">
            <a:avLst/>
          </a:prstGeom>
        </p:spPr>
      </p:pic>
      <p:sp>
        <p:nvSpPr>
          <p:cNvPr id="36" name="TextBox 35"/>
          <p:cNvSpPr txBox="1"/>
          <p:nvPr/>
        </p:nvSpPr>
        <p:spPr>
          <a:xfrm>
            <a:off x="10537031" y="7820581"/>
            <a:ext cx="1821656" cy="215064"/>
          </a:xfrm>
          <a:prstGeom prst="rect">
            <a:avLst/>
          </a:prstGeom>
          <a:noFill/>
        </p:spPr>
        <p:txBody>
          <a:bodyPr wrap="square" lIns="0" tIns="0" rIns="0" bIns="0">
            <a:spAutoFit/>
          </a:bodyPr>
          <a:lstStyle/>
          <a:p>
            <a:pPr algn="ctr"/>
            <a:r>
              <a:rPr lang="en-US" sz="1300" b="1" i="0" noProof="0">
                <a:solidFill>
                  <a:srgbClr val="0A3A99"/>
                </a:solidFill>
                <a:latin typeface="Aptos"/>
              </a:rPr>
              <a:t>Local registry</a:t>
            </a:r>
          </a:p>
        </p:txBody>
      </p:sp>
      <p:sp>
        <p:nvSpPr>
          <p:cNvPr id="37" name="Oval 36"/>
          <p:cNvSpPr/>
          <p:nvPr/>
        </p:nvSpPr>
        <p:spPr>
          <a:xfrm>
            <a:off x="11329987" y="8015530"/>
            <a:ext cx="235743" cy="235743"/>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8" name="Freeform 37"/>
          <p:cNvSpPr/>
          <p:nvPr/>
        </p:nvSpPr>
        <p:spPr>
          <a:xfrm>
            <a:off x="11391900" y="8091292"/>
            <a:ext cx="114300" cy="85725"/>
          </a:xfrm>
          <a:custGeom>
            <a:avLst/>
            <a:gdLst/>
            <a:ahLst/>
            <a:cxnLst/>
            <a:rect l="l" t="t" r="r" b="b"/>
            <a:pathLst>
              <a:path w="12" h="9">
                <a:moveTo>
                  <a:pt x="0" y="4"/>
                </a:moveTo>
                <a:lnTo>
                  <a:pt x="4" y="9"/>
                </a:lnTo>
                <a:lnTo>
                  <a:pt x="12" y="0"/>
                </a:lnTo>
              </a:path>
            </a:pathLst>
          </a:custGeom>
          <a:noFill/>
          <a:ln w="279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9" name="Rounded Rectangle 38"/>
          <p:cNvSpPr/>
          <p:nvPr/>
        </p:nvSpPr>
        <p:spPr>
          <a:xfrm>
            <a:off x="12530137" y="7155836"/>
            <a:ext cx="1821656" cy="1173078"/>
          </a:xfrm>
          <a:prstGeom prst="roundRect">
            <a:avLst>
              <a:gd name="adj" fmla="val 8000"/>
            </a:avLst>
          </a:prstGeom>
          <a:solidFill>
            <a:srgbClr val="FFFFFF"/>
          </a:solidFill>
          <a:ln w="25400">
            <a:solidFill>
              <a:srgbClr val="E8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40" name="Picture 39" descr="kubernetes-stroke-1.0-brand-blue.png"/>
          <p:cNvPicPr>
            <a:picLocks noChangeAspect="1"/>
          </p:cNvPicPr>
          <p:nvPr/>
        </p:nvPicPr>
        <p:blipFill>
          <a:blip r:embed="rId5"/>
          <a:stretch>
            <a:fillRect/>
          </a:stretch>
        </p:blipFill>
        <p:spPr>
          <a:xfrm>
            <a:off x="13194506" y="7292695"/>
            <a:ext cx="492918" cy="449680"/>
          </a:xfrm>
          <a:prstGeom prst="rect">
            <a:avLst/>
          </a:prstGeom>
        </p:spPr>
      </p:pic>
      <p:sp>
        <p:nvSpPr>
          <p:cNvPr id="41" name="TextBox 40"/>
          <p:cNvSpPr txBox="1"/>
          <p:nvPr/>
        </p:nvSpPr>
        <p:spPr>
          <a:xfrm>
            <a:off x="12530137" y="7820581"/>
            <a:ext cx="1821656" cy="215064"/>
          </a:xfrm>
          <a:prstGeom prst="rect">
            <a:avLst/>
          </a:prstGeom>
          <a:noFill/>
        </p:spPr>
        <p:txBody>
          <a:bodyPr wrap="square" lIns="0" tIns="0" rIns="0" bIns="0">
            <a:spAutoFit/>
          </a:bodyPr>
          <a:lstStyle/>
          <a:p>
            <a:pPr algn="ctr"/>
            <a:r>
              <a:rPr lang="en-US" sz="1300" b="1" i="0" noProof="0">
                <a:solidFill>
                  <a:srgbClr val="0A3A99"/>
                </a:solidFill>
                <a:latin typeface="Aptos"/>
              </a:rPr>
              <a:t>K8s cluster</a:t>
            </a:r>
          </a:p>
        </p:txBody>
      </p:sp>
      <p:sp>
        <p:nvSpPr>
          <p:cNvPr id="42" name="Oval 41"/>
          <p:cNvSpPr/>
          <p:nvPr/>
        </p:nvSpPr>
        <p:spPr>
          <a:xfrm>
            <a:off x="13323093" y="8015530"/>
            <a:ext cx="235743" cy="235743"/>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3" name="Freeform 42"/>
          <p:cNvSpPr/>
          <p:nvPr/>
        </p:nvSpPr>
        <p:spPr>
          <a:xfrm>
            <a:off x="13392150" y="8091292"/>
            <a:ext cx="104775" cy="85725"/>
          </a:xfrm>
          <a:custGeom>
            <a:avLst/>
            <a:gdLst/>
            <a:ahLst/>
            <a:cxnLst/>
            <a:rect l="l" t="t" r="r" b="b"/>
            <a:pathLst>
              <a:path w="11" h="9">
                <a:moveTo>
                  <a:pt x="0" y="4"/>
                </a:moveTo>
                <a:lnTo>
                  <a:pt x="3" y="9"/>
                </a:lnTo>
                <a:lnTo>
                  <a:pt x="11" y="0"/>
                </a:lnTo>
              </a:path>
            </a:pathLst>
          </a:custGeom>
          <a:noFill/>
          <a:ln w="279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4" name="Rounded Rectangle 43"/>
          <p:cNvSpPr/>
          <p:nvPr/>
        </p:nvSpPr>
        <p:spPr>
          <a:xfrm>
            <a:off x="14523243" y="7155836"/>
            <a:ext cx="1821656" cy="1173078"/>
          </a:xfrm>
          <a:prstGeom prst="roundRect">
            <a:avLst>
              <a:gd name="adj" fmla="val 8000"/>
            </a:avLst>
          </a:prstGeom>
          <a:solidFill>
            <a:srgbClr val="FFFFFF"/>
          </a:solidFill>
          <a:ln w="25400">
            <a:solidFill>
              <a:srgbClr val="E8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45" name="Picture 44" descr="shield-stroke-1.0-brand-blue.png"/>
          <p:cNvPicPr>
            <a:picLocks noChangeAspect="1"/>
          </p:cNvPicPr>
          <p:nvPr/>
        </p:nvPicPr>
        <p:blipFill>
          <a:blip r:embed="rId6"/>
          <a:stretch>
            <a:fillRect/>
          </a:stretch>
        </p:blipFill>
        <p:spPr>
          <a:xfrm>
            <a:off x="15187612" y="7292695"/>
            <a:ext cx="492918" cy="449680"/>
          </a:xfrm>
          <a:prstGeom prst="rect">
            <a:avLst/>
          </a:prstGeom>
        </p:spPr>
      </p:pic>
      <p:sp>
        <p:nvSpPr>
          <p:cNvPr id="46" name="TextBox 45"/>
          <p:cNvSpPr txBox="1"/>
          <p:nvPr/>
        </p:nvSpPr>
        <p:spPr>
          <a:xfrm>
            <a:off x="14523243" y="7820581"/>
            <a:ext cx="1821656" cy="215064"/>
          </a:xfrm>
          <a:prstGeom prst="rect">
            <a:avLst/>
          </a:prstGeom>
          <a:noFill/>
        </p:spPr>
        <p:txBody>
          <a:bodyPr wrap="square" lIns="0" tIns="0" rIns="0" bIns="0">
            <a:spAutoFit/>
          </a:bodyPr>
          <a:lstStyle/>
          <a:p>
            <a:pPr algn="ctr"/>
            <a:r>
              <a:rPr lang="en-US" sz="1300" b="1" i="0" noProof="0">
                <a:solidFill>
                  <a:srgbClr val="0A3A99"/>
                </a:solidFill>
                <a:latin typeface="Aptos"/>
              </a:rPr>
              <a:t>Auditor</a:t>
            </a:r>
          </a:p>
        </p:txBody>
      </p:sp>
      <p:sp>
        <p:nvSpPr>
          <p:cNvPr id="47" name="Oval 46"/>
          <p:cNvSpPr/>
          <p:nvPr/>
        </p:nvSpPr>
        <p:spPr>
          <a:xfrm>
            <a:off x="15316200" y="8015530"/>
            <a:ext cx="235743" cy="235743"/>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8" name="Freeform 47"/>
          <p:cNvSpPr/>
          <p:nvPr/>
        </p:nvSpPr>
        <p:spPr>
          <a:xfrm>
            <a:off x="15382875" y="8091292"/>
            <a:ext cx="104775" cy="85725"/>
          </a:xfrm>
          <a:custGeom>
            <a:avLst/>
            <a:gdLst/>
            <a:ahLst/>
            <a:cxnLst/>
            <a:rect l="l" t="t" r="r" b="b"/>
            <a:pathLst>
              <a:path w="11" h="9">
                <a:moveTo>
                  <a:pt x="0" y="4"/>
                </a:moveTo>
                <a:lnTo>
                  <a:pt x="4" y="9"/>
                </a:lnTo>
                <a:lnTo>
                  <a:pt x="11" y="0"/>
                </a:lnTo>
              </a:path>
            </a:pathLst>
          </a:custGeom>
          <a:noFill/>
          <a:ln w="279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9" name="TextBox 48"/>
          <p:cNvSpPr txBox="1"/>
          <p:nvPr/>
        </p:nvSpPr>
        <p:spPr>
          <a:xfrm>
            <a:off x="10498931" y="5306926"/>
            <a:ext cx="5786437" cy="246221"/>
          </a:xfrm>
          <a:prstGeom prst="rect">
            <a:avLst/>
          </a:prstGeom>
          <a:noFill/>
        </p:spPr>
        <p:txBody>
          <a:bodyPr wrap="square" lIns="0" tIns="0" rIns="0" bIns="0">
            <a:spAutoFit/>
          </a:bodyPr>
          <a:lstStyle/>
          <a:p>
            <a:pPr algn="ctr"/>
            <a:r>
              <a:rPr lang="en-US" sz="1600" b="1" noProof="0">
                <a:solidFill>
                  <a:srgbClr val="0A3A99"/>
                </a:solidFill>
                <a:latin typeface="Aptos" panose="020B0004020202020204" pitchFamily="34" charset="0"/>
              </a:rPr>
              <a:t>Verify locally. Day-2 ops included</a:t>
            </a:r>
            <a:r>
              <a:rPr lang="en-US" sz="1600" noProof="0">
                <a:solidFill>
                  <a:srgbClr val="6B7280"/>
                </a:solidFill>
                <a:latin typeface="Aptos" panose="020B0004020202020204" pitchFamily="34" charset="0"/>
              </a:rPr>
              <a:t>.</a:t>
            </a:r>
          </a:p>
        </p:txBody>
      </p:sp>
      <p:grpSp>
        <p:nvGrpSpPr>
          <p:cNvPr id="82" name="Gruppieren 81">
            <a:extLst>
              <a:ext uri="{FF2B5EF4-FFF2-40B4-BE49-F238E27FC236}">
                <a16:creationId xmlns:a16="http://schemas.microsoft.com/office/drawing/2014/main" id="{85FB4156-AA78-0B90-A7F8-DA48C417A3DF}"/>
              </a:ext>
            </a:extLst>
          </p:cNvPr>
          <p:cNvGrpSpPr/>
          <p:nvPr/>
        </p:nvGrpSpPr>
        <p:grpSpPr>
          <a:xfrm>
            <a:off x="10858499" y="8667747"/>
            <a:ext cx="5143500" cy="410577"/>
            <a:chOff x="10858500" y="8606589"/>
            <a:chExt cx="5143500" cy="410577"/>
          </a:xfrm>
        </p:grpSpPr>
        <p:sp>
          <p:nvSpPr>
            <p:cNvPr id="51" name="Rounded Rectangle 50"/>
            <p:cNvSpPr/>
            <p:nvPr/>
          </p:nvSpPr>
          <p:spPr>
            <a:xfrm>
              <a:off x="10858500" y="8606589"/>
              <a:ext cx="5143500" cy="410577"/>
            </a:xfrm>
            <a:prstGeom prst="roundRect">
              <a:avLst>
                <a:gd name="adj" fmla="val 20000"/>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2" name="TextBox 51"/>
            <p:cNvSpPr txBox="1"/>
            <p:nvPr/>
          </p:nvSpPr>
          <p:spPr>
            <a:xfrm>
              <a:off x="10858500" y="8606589"/>
              <a:ext cx="5143500" cy="410577"/>
            </a:xfrm>
            <a:prstGeom prst="rect">
              <a:avLst/>
            </a:prstGeom>
            <a:noFill/>
          </p:spPr>
          <p:txBody>
            <a:bodyPr wrap="square" lIns="0" tIns="0" rIns="0" bIns="0" anchor="ctr">
              <a:spAutoFit/>
            </a:bodyPr>
            <a:lstStyle/>
            <a:p>
              <a:pPr algn="ctr"/>
              <a:r>
                <a:rPr lang="en-US" sz="1200" b="1" i="0" cap="all" spc="200" noProof="0">
                  <a:solidFill>
                    <a:srgbClr val="0A3A99"/>
                  </a:solidFill>
                  <a:latin typeface="Aptos"/>
                </a:rPr>
                <a:t>SAME IDENTITY · SAME SIGNATURE · ANY LOCATION</a:t>
              </a:r>
            </a:p>
          </p:txBody>
        </p:sp>
      </p:grpSp>
      <p:cxnSp>
        <p:nvCxnSpPr>
          <p:cNvPr id="53" name="Connector 52"/>
          <p:cNvCxnSpPr>
            <a:cxnSpLocks/>
            <a:stCxn id="75" idx="3"/>
          </p:cNvCxnSpPr>
          <p:nvPr/>
        </p:nvCxnSpPr>
        <p:spPr>
          <a:xfrm>
            <a:off x="5242442" y="6450676"/>
            <a:ext cx="6700717" cy="1"/>
          </a:xfrm>
          <a:prstGeom prst="line">
            <a:avLst/>
          </a:prstGeom>
          <a:ln w="31750">
            <a:solidFill>
              <a:srgbClr val="0F6B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4">
            <a:extLst>
              <a:ext uri="{FF2B5EF4-FFF2-40B4-BE49-F238E27FC236}">
                <a16:creationId xmlns:a16="http://schemas.microsoft.com/office/drawing/2014/main" id="{E174AE8D-CE68-13F5-81B0-C77119DA2170}"/>
              </a:ext>
            </a:extLst>
          </p:cNvPr>
          <p:cNvSpPr txBox="1"/>
          <p:nvPr/>
        </p:nvSpPr>
        <p:spPr>
          <a:xfrm>
            <a:off x="8028206" y="6003746"/>
            <a:ext cx="1695806" cy="430887"/>
          </a:xfrm>
          <a:prstGeom prst="rect">
            <a:avLst/>
          </a:prstGeom>
          <a:noFill/>
        </p:spPr>
        <p:txBody>
          <a:bodyPr wrap="square" lIns="0" tIns="0" rIns="0" bIns="0">
            <a:spAutoFit/>
          </a:bodyPr>
          <a:lstStyle/>
          <a:p>
            <a:r>
              <a:rPr lang="en-US" sz="2800" b="1" i="0" noProof="0">
                <a:solidFill>
                  <a:srgbClr val="0A3A99"/>
                </a:solidFill>
                <a:latin typeface="Aptos"/>
              </a:rPr>
              <a:t>Transport</a:t>
            </a:r>
          </a:p>
        </p:txBody>
      </p:sp>
      <p:grpSp>
        <p:nvGrpSpPr>
          <p:cNvPr id="15" name="Gruppieren 14">
            <a:extLst>
              <a:ext uri="{FF2B5EF4-FFF2-40B4-BE49-F238E27FC236}">
                <a16:creationId xmlns:a16="http://schemas.microsoft.com/office/drawing/2014/main" id="{BAB0E6D6-CCE7-68E7-7E6F-C226BD6C6CCD}"/>
              </a:ext>
            </a:extLst>
          </p:cNvPr>
          <p:cNvGrpSpPr/>
          <p:nvPr/>
        </p:nvGrpSpPr>
        <p:grpSpPr>
          <a:xfrm>
            <a:off x="1974178" y="6108528"/>
            <a:ext cx="3268264" cy="684296"/>
            <a:chOff x="1974178" y="6108528"/>
            <a:chExt cx="3268264" cy="684296"/>
          </a:xfrm>
        </p:grpSpPr>
        <p:sp>
          <p:nvSpPr>
            <p:cNvPr id="73" name="Rectangle 24">
              <a:extLst>
                <a:ext uri="{FF2B5EF4-FFF2-40B4-BE49-F238E27FC236}">
                  <a16:creationId xmlns:a16="http://schemas.microsoft.com/office/drawing/2014/main" id="{D9682F4C-3FAB-8CE6-E773-27F726C56553}"/>
                </a:ext>
              </a:extLst>
            </p:cNvPr>
            <p:cNvSpPr/>
            <p:nvPr/>
          </p:nvSpPr>
          <p:spPr>
            <a:xfrm>
              <a:off x="4596258" y="6108528"/>
              <a:ext cx="646183" cy="684296"/>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5" name="Rounded Rectangle 26">
              <a:extLst>
                <a:ext uri="{FF2B5EF4-FFF2-40B4-BE49-F238E27FC236}">
                  <a16:creationId xmlns:a16="http://schemas.microsoft.com/office/drawing/2014/main" id="{54A64C39-6CD3-3122-31E4-D9C2156695EF}"/>
                </a:ext>
              </a:extLst>
            </p:cNvPr>
            <p:cNvSpPr/>
            <p:nvPr/>
          </p:nvSpPr>
          <p:spPr>
            <a:xfrm>
              <a:off x="1974178" y="6108528"/>
              <a:ext cx="3268264" cy="684296"/>
            </a:xfrm>
            <a:prstGeom prst="roundRect">
              <a:avLst>
                <a:gd name="adj" fmla="val 10000"/>
              </a:avLst>
            </a:prstGeom>
            <a:noFill/>
            <a:ln w="25400">
              <a:solidFill>
                <a:srgbClr val="0F6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9" name="TextBox 30">
              <a:extLst>
                <a:ext uri="{FF2B5EF4-FFF2-40B4-BE49-F238E27FC236}">
                  <a16:creationId xmlns:a16="http://schemas.microsoft.com/office/drawing/2014/main" id="{E2464308-D47E-6A43-C237-AB368FF2565A}"/>
                </a:ext>
              </a:extLst>
            </p:cNvPr>
            <p:cNvSpPr txBox="1"/>
            <p:nvPr/>
          </p:nvSpPr>
          <p:spPr>
            <a:xfrm>
              <a:off x="2587926" y="6347684"/>
              <a:ext cx="2080447" cy="184666"/>
            </a:xfrm>
            <a:prstGeom prst="rect">
              <a:avLst/>
            </a:prstGeom>
            <a:noFill/>
          </p:spPr>
          <p:txBody>
            <a:bodyPr wrap="square" lIns="0" tIns="0" rIns="0" bIns="0">
              <a:spAutoFit/>
            </a:bodyPr>
            <a:lstStyle/>
            <a:p>
              <a:r>
                <a:rPr lang="en-US" sz="1200" b="1" i="0" noProof="0">
                  <a:solidFill>
                    <a:srgbClr val="0A3A99"/>
                  </a:solidFill>
                  <a:latin typeface="Consolas"/>
                </a:rPr>
                <a:t>github.com/acme/</a:t>
              </a:r>
              <a:r>
                <a:rPr lang="en-US" sz="1200" b="1" i="0" noProof="0" err="1">
                  <a:solidFill>
                    <a:srgbClr val="0A3A99"/>
                  </a:solidFill>
                  <a:latin typeface="Consolas"/>
                </a:rPr>
                <a:t>webshop</a:t>
              </a:r>
              <a:r>
                <a:rPr lang="en-US" sz="1200" b="1" i="0" noProof="0">
                  <a:solidFill>
                    <a:srgbClr val="0A3A99"/>
                  </a:solidFill>
                  <a:latin typeface="Consolas"/>
                </a:rPr>
                <a:t>:</a:t>
              </a:r>
            </a:p>
          </p:txBody>
        </p:sp>
        <p:sp>
          <p:nvSpPr>
            <p:cNvPr id="81" name="TextBox 32">
              <a:extLst>
                <a:ext uri="{FF2B5EF4-FFF2-40B4-BE49-F238E27FC236}">
                  <a16:creationId xmlns:a16="http://schemas.microsoft.com/office/drawing/2014/main" id="{D65D5E71-207C-CCAF-20B9-B23F766BA5EE}"/>
                </a:ext>
              </a:extLst>
            </p:cNvPr>
            <p:cNvSpPr txBox="1"/>
            <p:nvPr/>
          </p:nvSpPr>
          <p:spPr>
            <a:xfrm>
              <a:off x="4596258" y="6358258"/>
              <a:ext cx="646183" cy="184666"/>
            </a:xfrm>
            <a:prstGeom prst="rect">
              <a:avLst/>
            </a:prstGeom>
            <a:noFill/>
          </p:spPr>
          <p:txBody>
            <a:bodyPr wrap="square" lIns="0" tIns="0" rIns="0" bIns="0" anchor="ctr">
              <a:spAutoFit/>
            </a:bodyPr>
            <a:lstStyle/>
            <a:p>
              <a:pPr algn="ctr"/>
              <a:r>
                <a:rPr lang="en-US" sz="1200" b="1" i="0" spc="100" noProof="0">
                  <a:solidFill>
                    <a:srgbClr val="0A3A99"/>
                  </a:solidFill>
                  <a:latin typeface="Aptos"/>
                </a:rPr>
                <a:t>v1.0.0</a:t>
              </a:r>
            </a:p>
          </p:txBody>
        </p:sp>
        <p:grpSp>
          <p:nvGrpSpPr>
            <p:cNvPr id="13" name="Gruppieren 12">
              <a:extLst>
                <a:ext uri="{FF2B5EF4-FFF2-40B4-BE49-F238E27FC236}">
                  <a16:creationId xmlns:a16="http://schemas.microsoft.com/office/drawing/2014/main" id="{3CEAC65C-909F-A1C6-0881-72A298BA2E4A}"/>
                </a:ext>
              </a:extLst>
            </p:cNvPr>
            <p:cNvGrpSpPr/>
            <p:nvPr/>
          </p:nvGrpSpPr>
          <p:grpSpPr>
            <a:xfrm>
              <a:off x="2073577" y="6257710"/>
              <a:ext cx="385762" cy="385762"/>
              <a:chOff x="12224146" y="6410196"/>
              <a:chExt cx="385762" cy="385762"/>
            </a:xfrm>
          </p:grpSpPr>
          <p:sp>
            <p:nvSpPr>
              <p:cNvPr id="11" name="Oval 10">
                <a:extLst>
                  <a:ext uri="{FF2B5EF4-FFF2-40B4-BE49-F238E27FC236}">
                    <a16:creationId xmlns:a16="http://schemas.microsoft.com/office/drawing/2014/main" id="{4CE87D1B-6C1A-85D3-EEBF-6BE066F00097}"/>
                  </a:ext>
                </a:extLst>
              </p:cNvPr>
              <p:cNvSpPr/>
              <p:nvPr/>
            </p:nvSpPr>
            <p:spPr>
              <a:xfrm>
                <a:off x="12224146" y="6410196"/>
                <a:ext cx="385762" cy="385762"/>
              </a:xfrm>
              <a:prstGeom prst="ellipse">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12" name="Picture 29" descr="lock-stroke-1.0-white.png">
                <a:extLst>
                  <a:ext uri="{FF2B5EF4-FFF2-40B4-BE49-F238E27FC236}">
                    <a16:creationId xmlns:a16="http://schemas.microsoft.com/office/drawing/2014/main" id="{DBE22676-E2B8-EAAE-83F5-A1592B030680}"/>
                  </a:ext>
                </a:extLst>
              </p:cNvPr>
              <p:cNvPicPr>
                <a:picLocks noChangeAspect="1"/>
              </p:cNvPicPr>
              <p:nvPr/>
            </p:nvPicPr>
            <p:blipFill>
              <a:blip r:embed="rId7"/>
              <a:stretch>
                <a:fillRect/>
              </a:stretch>
            </p:blipFill>
            <p:spPr>
              <a:xfrm>
                <a:off x="12245578" y="6446666"/>
                <a:ext cx="342900" cy="312821"/>
              </a:xfrm>
              <a:prstGeom prst="rect">
                <a:avLst/>
              </a:prstGeom>
            </p:spPr>
          </p:pic>
        </p:grpSp>
      </p:grpSp>
      <p:grpSp>
        <p:nvGrpSpPr>
          <p:cNvPr id="16" name="Gruppieren 15">
            <a:extLst>
              <a:ext uri="{FF2B5EF4-FFF2-40B4-BE49-F238E27FC236}">
                <a16:creationId xmlns:a16="http://schemas.microsoft.com/office/drawing/2014/main" id="{BC470A5A-D8FF-899F-CC34-AB39AA24B1FD}"/>
              </a:ext>
            </a:extLst>
          </p:cNvPr>
          <p:cNvGrpSpPr/>
          <p:nvPr/>
        </p:nvGrpSpPr>
        <p:grpSpPr>
          <a:xfrm>
            <a:off x="11943159" y="6104431"/>
            <a:ext cx="3268264" cy="684296"/>
            <a:chOff x="1974178" y="6108528"/>
            <a:chExt cx="3268264" cy="684296"/>
          </a:xfrm>
        </p:grpSpPr>
        <p:sp>
          <p:nvSpPr>
            <p:cNvPr id="17" name="Rectangle 24">
              <a:extLst>
                <a:ext uri="{FF2B5EF4-FFF2-40B4-BE49-F238E27FC236}">
                  <a16:creationId xmlns:a16="http://schemas.microsoft.com/office/drawing/2014/main" id="{84928060-8448-46D4-16B9-07393C5D5AD1}"/>
                </a:ext>
              </a:extLst>
            </p:cNvPr>
            <p:cNvSpPr/>
            <p:nvPr/>
          </p:nvSpPr>
          <p:spPr>
            <a:xfrm>
              <a:off x="4596258" y="6108528"/>
              <a:ext cx="646183" cy="684296"/>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 name="Rounded Rectangle 26">
              <a:extLst>
                <a:ext uri="{FF2B5EF4-FFF2-40B4-BE49-F238E27FC236}">
                  <a16:creationId xmlns:a16="http://schemas.microsoft.com/office/drawing/2014/main" id="{6A51B44E-0A63-27DA-D129-B72E4F2CBB50}"/>
                </a:ext>
              </a:extLst>
            </p:cNvPr>
            <p:cNvSpPr/>
            <p:nvPr/>
          </p:nvSpPr>
          <p:spPr>
            <a:xfrm>
              <a:off x="1974178" y="6108528"/>
              <a:ext cx="3268264" cy="684296"/>
            </a:xfrm>
            <a:prstGeom prst="roundRect">
              <a:avLst>
                <a:gd name="adj" fmla="val 10000"/>
              </a:avLst>
            </a:prstGeom>
            <a:noFill/>
            <a:ln w="25400">
              <a:solidFill>
                <a:srgbClr val="0F6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2" name="TextBox 30">
              <a:extLst>
                <a:ext uri="{FF2B5EF4-FFF2-40B4-BE49-F238E27FC236}">
                  <a16:creationId xmlns:a16="http://schemas.microsoft.com/office/drawing/2014/main" id="{4C2FDC0C-2B15-23F8-40DF-9E8189784C88}"/>
                </a:ext>
              </a:extLst>
            </p:cNvPr>
            <p:cNvSpPr txBox="1"/>
            <p:nvPr/>
          </p:nvSpPr>
          <p:spPr>
            <a:xfrm>
              <a:off x="2587926" y="6347684"/>
              <a:ext cx="2080447" cy="184666"/>
            </a:xfrm>
            <a:prstGeom prst="rect">
              <a:avLst/>
            </a:prstGeom>
            <a:noFill/>
          </p:spPr>
          <p:txBody>
            <a:bodyPr wrap="square" lIns="0" tIns="0" rIns="0" bIns="0">
              <a:spAutoFit/>
            </a:bodyPr>
            <a:lstStyle/>
            <a:p>
              <a:r>
                <a:rPr lang="en-US" sz="1200" b="1" i="0" noProof="0">
                  <a:solidFill>
                    <a:srgbClr val="0A3A99"/>
                  </a:solidFill>
                  <a:latin typeface="Consolas"/>
                </a:rPr>
                <a:t>github.com/acme/</a:t>
              </a:r>
              <a:r>
                <a:rPr lang="en-US" sz="1200" b="1" i="0" noProof="0" err="1">
                  <a:solidFill>
                    <a:srgbClr val="0A3A99"/>
                  </a:solidFill>
                  <a:latin typeface="Consolas"/>
                </a:rPr>
                <a:t>webshop</a:t>
              </a:r>
              <a:r>
                <a:rPr lang="en-US" sz="1200" b="1" i="0" noProof="0">
                  <a:solidFill>
                    <a:srgbClr val="0A3A99"/>
                  </a:solidFill>
                  <a:latin typeface="Consolas"/>
                </a:rPr>
                <a:t>:</a:t>
              </a:r>
            </a:p>
          </p:txBody>
        </p:sp>
        <p:sp>
          <p:nvSpPr>
            <p:cNvPr id="50" name="TextBox 32">
              <a:extLst>
                <a:ext uri="{FF2B5EF4-FFF2-40B4-BE49-F238E27FC236}">
                  <a16:creationId xmlns:a16="http://schemas.microsoft.com/office/drawing/2014/main" id="{914B45E6-1958-1903-26EA-380F792BC354}"/>
                </a:ext>
              </a:extLst>
            </p:cNvPr>
            <p:cNvSpPr txBox="1"/>
            <p:nvPr/>
          </p:nvSpPr>
          <p:spPr>
            <a:xfrm>
              <a:off x="4596258" y="6358258"/>
              <a:ext cx="646183" cy="184666"/>
            </a:xfrm>
            <a:prstGeom prst="rect">
              <a:avLst/>
            </a:prstGeom>
            <a:noFill/>
          </p:spPr>
          <p:txBody>
            <a:bodyPr wrap="square" lIns="0" tIns="0" rIns="0" bIns="0" anchor="ctr">
              <a:spAutoFit/>
            </a:bodyPr>
            <a:lstStyle/>
            <a:p>
              <a:pPr algn="ctr"/>
              <a:r>
                <a:rPr lang="en-US" sz="1200" b="1" i="0" spc="100" noProof="0">
                  <a:solidFill>
                    <a:srgbClr val="0A3A99"/>
                  </a:solidFill>
                  <a:latin typeface="Aptos"/>
                </a:rPr>
                <a:t>v1.0.0</a:t>
              </a:r>
            </a:p>
          </p:txBody>
        </p:sp>
        <p:grpSp>
          <p:nvGrpSpPr>
            <p:cNvPr id="54" name="Gruppieren 53">
              <a:extLst>
                <a:ext uri="{FF2B5EF4-FFF2-40B4-BE49-F238E27FC236}">
                  <a16:creationId xmlns:a16="http://schemas.microsoft.com/office/drawing/2014/main" id="{D13C173C-2FE7-5283-7A74-CDB3D1DA64BE}"/>
                </a:ext>
              </a:extLst>
            </p:cNvPr>
            <p:cNvGrpSpPr/>
            <p:nvPr/>
          </p:nvGrpSpPr>
          <p:grpSpPr>
            <a:xfrm>
              <a:off x="2073577" y="6257710"/>
              <a:ext cx="385762" cy="385762"/>
              <a:chOff x="12224146" y="6410196"/>
              <a:chExt cx="385762" cy="385762"/>
            </a:xfrm>
          </p:grpSpPr>
          <p:sp>
            <p:nvSpPr>
              <p:cNvPr id="55" name="Oval 54">
                <a:extLst>
                  <a:ext uri="{FF2B5EF4-FFF2-40B4-BE49-F238E27FC236}">
                    <a16:creationId xmlns:a16="http://schemas.microsoft.com/office/drawing/2014/main" id="{493971E7-CACB-9751-F558-45D1566C8255}"/>
                  </a:ext>
                </a:extLst>
              </p:cNvPr>
              <p:cNvSpPr/>
              <p:nvPr/>
            </p:nvSpPr>
            <p:spPr>
              <a:xfrm>
                <a:off x="12224146" y="6410196"/>
                <a:ext cx="385762" cy="385762"/>
              </a:xfrm>
              <a:prstGeom prst="ellipse">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56" name="Picture 29" descr="lock-stroke-1.0-white.png">
                <a:extLst>
                  <a:ext uri="{FF2B5EF4-FFF2-40B4-BE49-F238E27FC236}">
                    <a16:creationId xmlns:a16="http://schemas.microsoft.com/office/drawing/2014/main" id="{59E41CCF-7D1D-9EFF-A78E-082613EFDEBA}"/>
                  </a:ext>
                </a:extLst>
              </p:cNvPr>
              <p:cNvPicPr>
                <a:picLocks noChangeAspect="1"/>
              </p:cNvPicPr>
              <p:nvPr/>
            </p:nvPicPr>
            <p:blipFill>
              <a:blip r:embed="rId7"/>
              <a:stretch>
                <a:fillRect/>
              </a:stretch>
            </p:blipFill>
            <p:spPr>
              <a:xfrm>
                <a:off x="12245578" y="6446666"/>
                <a:ext cx="342900" cy="312821"/>
              </a:xfrm>
              <a:prstGeom prst="rect">
                <a:avLst/>
              </a:prstGeom>
            </p:spPr>
          </p:pic>
        </p:grpSp>
      </p:grpSp>
    </p:spTree>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0"/>
              <a:t>SCAN</a:t>
            </a:r>
          </a:p>
        </p:txBody>
      </p:sp>
      <p:sp>
        <p:nvSpPr>
          <p:cNvPr id="3" name="Title 2"/>
          <p:cNvSpPr>
            <a:spLocks noGrp="1"/>
          </p:cNvSpPr>
          <p:nvPr>
            <p:ph type="title" idx="2"/>
          </p:nvPr>
        </p:nvSpPr>
        <p:spPr/>
        <p:txBody>
          <a:bodyPr>
            <a:normAutofit fontScale="90000"/>
          </a:bodyPr>
          <a:lstStyle/>
          <a:p>
            <a:r>
              <a:rPr lang="en-US" noProof="0"/>
              <a:t>Compliance as a system property -</a:t>
            </a:r>
          </a:p>
          <a:p>
            <a:r>
              <a:rPr lang="en-US" noProof="0"/>
              <a:t>not a quarterly retrofit.</a:t>
            </a:r>
          </a:p>
        </p:txBody>
      </p:sp>
      <p:sp>
        <p:nvSpPr>
          <p:cNvPr id="4" name="Text Placeholder 3"/>
          <p:cNvSpPr>
            <a:spLocks noGrp="1"/>
          </p:cNvSpPr>
          <p:nvPr>
            <p:ph type="body" idx="10"/>
          </p:nvPr>
        </p:nvSpPr>
        <p:spPr>
          <a:ln>
            <a:noFill/>
          </a:ln>
        </p:spPr>
        <p:txBody>
          <a:bodyPr/>
          <a:lstStyle/>
          <a:p>
            <a:pPr>
              <a:spcBef>
                <a:spcPts val="800"/>
              </a:spcBef>
              <a:spcAft>
                <a:spcPts val="800"/>
              </a:spcAft>
            </a:pPr>
            <a:r>
              <a:rPr lang="en-US" b="1" noProof="0">
                <a:solidFill>
                  <a:srgbClr val="0F6BFF"/>
                </a:solidFill>
              </a:rPr>
              <a:t>▪  </a:t>
            </a:r>
            <a:r>
              <a:rPr lang="en-US" noProof="0">
                <a:solidFill>
                  <a:srgbClr val="000000"/>
                </a:solidFill>
              </a:rPr>
              <a:t>The Compliance Dashboard: </a:t>
            </a:r>
            <a:r>
              <a:rPr lang="en-US" noProof="0"/>
              <a:t>every component, every finding, one view. </a:t>
            </a:r>
          </a:p>
          <a:p>
            <a:pPr>
              <a:spcBef>
                <a:spcPts val="800"/>
              </a:spcBef>
              <a:spcAft>
                <a:spcPts val="800"/>
              </a:spcAft>
            </a:pPr>
            <a:r>
              <a:rPr lang="en-US" b="1" noProof="0">
                <a:solidFill>
                  <a:srgbClr val="0F6BFF"/>
                </a:solidFill>
              </a:rPr>
              <a:t>▪  </a:t>
            </a:r>
            <a:r>
              <a:rPr lang="en-US" noProof="0">
                <a:solidFill>
                  <a:srgbClr val="000000"/>
                </a:solidFill>
              </a:rPr>
              <a:t>Continuous scans: </a:t>
            </a:r>
            <a:r>
              <a:rPr lang="en-US" noProof="0"/>
              <a:t>asynchronous, even post-release. </a:t>
            </a:r>
          </a:p>
          <a:p>
            <a:pPr>
              <a:spcBef>
                <a:spcPts val="800"/>
              </a:spcBef>
              <a:spcAft>
                <a:spcPts val="800"/>
              </a:spcAft>
            </a:pPr>
            <a:r>
              <a:rPr lang="en-US" b="1" noProof="0">
                <a:solidFill>
                  <a:srgbClr val="0F6BFF"/>
                </a:solidFill>
              </a:rPr>
              <a:t>▪  </a:t>
            </a:r>
            <a:r>
              <a:rPr lang="en-US" noProof="0">
                <a:solidFill>
                  <a:schemeClr val="tx1"/>
                </a:solidFill>
              </a:rPr>
              <a:t>Contextual rescoring: patch what matters, not the noise. </a:t>
            </a:r>
            <a:endParaRPr lang="en-US" noProof="0">
              <a:solidFill>
                <a:srgbClr val="000000"/>
              </a:solidFill>
            </a:endParaRPr>
          </a:p>
          <a:p>
            <a:pPr>
              <a:spcBef>
                <a:spcPts val="800"/>
              </a:spcBef>
              <a:spcAft>
                <a:spcPts val="800"/>
              </a:spcAft>
            </a:pPr>
            <a:r>
              <a:rPr lang="en-US" b="1" noProof="0">
                <a:solidFill>
                  <a:srgbClr val="0F6BFF"/>
                </a:solidFill>
              </a:rPr>
              <a:t>▪  </a:t>
            </a:r>
            <a:r>
              <a:rPr lang="en-US" noProof="0">
                <a:solidFill>
                  <a:schemeClr val="tx1"/>
                </a:solidFill>
              </a:rPr>
              <a:t>Identity-correlated evidence: auditors get answers, not spreadsheets.</a:t>
            </a:r>
          </a:p>
        </p:txBody>
      </p:sp>
    </p:spTree>
    <p:extLst>
      <p:ext uri="{BB962C8B-B14F-4D97-AF65-F5344CB8AC3E}">
        <p14:creationId xmlns:p14="http://schemas.microsoft.com/office/powerpoint/2010/main" val="1517899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0" dirty="0"/>
              <a:t>WHAT YOU GET</a:t>
            </a:r>
          </a:p>
        </p:txBody>
      </p:sp>
      <p:sp>
        <p:nvSpPr>
          <p:cNvPr id="3" name="Title 2"/>
          <p:cNvSpPr>
            <a:spLocks noGrp="1"/>
          </p:cNvSpPr>
          <p:nvPr>
            <p:ph type="title" idx="2"/>
          </p:nvPr>
        </p:nvSpPr>
        <p:spPr/>
        <p:txBody>
          <a:bodyPr/>
          <a:lstStyle/>
          <a:p>
            <a:r>
              <a:rPr lang="en-US" dirty="0"/>
              <a:t>Six outcomes. One model.</a:t>
            </a:r>
            <a:endParaRPr lang="en-US" noProof="0" dirty="0"/>
          </a:p>
        </p:txBody>
      </p:sp>
      <p:sp>
        <p:nvSpPr>
          <p:cNvPr id="4" name="Text Placeholder 3"/>
          <p:cNvSpPr>
            <a:spLocks noGrp="1"/>
          </p:cNvSpPr>
          <p:nvPr>
            <p:ph type="body" idx="20"/>
          </p:nvPr>
        </p:nvSpPr>
        <p:spPr/>
        <p:txBody>
          <a:bodyPr/>
          <a:lstStyle/>
          <a:p>
            <a:r>
              <a:rPr lang="en-US" noProof="0"/>
              <a:t>Artifact signing across stacks</a:t>
            </a:r>
          </a:p>
        </p:txBody>
      </p:sp>
      <p:sp>
        <p:nvSpPr>
          <p:cNvPr id="5" name="Text Placeholder 4"/>
          <p:cNvSpPr>
            <a:spLocks noGrp="1"/>
          </p:cNvSpPr>
          <p:nvPr>
            <p:ph type="body" idx="21"/>
          </p:nvPr>
        </p:nvSpPr>
        <p:spPr/>
        <p:txBody>
          <a:bodyPr/>
          <a:lstStyle/>
          <a:p>
            <a:r>
              <a:rPr lang="en-US" noProof="0"/>
              <a:t>Sign once at source. Verify everywhere, with no per-stack tooling.</a:t>
            </a:r>
          </a:p>
        </p:txBody>
      </p:sp>
      <p:sp>
        <p:nvSpPr>
          <p:cNvPr id="6" name="Text Placeholder 5"/>
          <p:cNvSpPr>
            <a:spLocks noGrp="1"/>
          </p:cNvSpPr>
          <p:nvPr>
            <p:ph type="body" idx="22"/>
          </p:nvPr>
        </p:nvSpPr>
        <p:spPr/>
        <p:txBody>
          <a:bodyPr/>
          <a:lstStyle/>
          <a:p>
            <a:r>
              <a:rPr lang="en-US" noProof="0"/>
              <a:t>Air-gapped delivery</a:t>
            </a:r>
          </a:p>
        </p:txBody>
      </p:sp>
      <p:sp>
        <p:nvSpPr>
          <p:cNvPr id="7" name="Text Placeholder 6"/>
          <p:cNvSpPr>
            <a:spLocks noGrp="1"/>
          </p:cNvSpPr>
          <p:nvPr>
            <p:ph type="body" idx="23"/>
          </p:nvPr>
        </p:nvSpPr>
        <p:spPr/>
        <p:txBody>
          <a:bodyPr/>
          <a:lstStyle/>
          <a:p>
            <a:r>
              <a:rPr lang="en-US" noProof="0"/>
              <a:t>Walk a complete component across an air gap. Verify at destination.</a:t>
            </a:r>
          </a:p>
        </p:txBody>
      </p:sp>
      <p:sp>
        <p:nvSpPr>
          <p:cNvPr id="8" name="Text Placeholder 7"/>
          <p:cNvSpPr>
            <a:spLocks noGrp="1"/>
          </p:cNvSpPr>
          <p:nvPr>
            <p:ph type="body" idx="24"/>
          </p:nvPr>
        </p:nvSpPr>
        <p:spPr/>
        <p:txBody>
          <a:bodyPr/>
          <a:lstStyle/>
          <a:p>
            <a:r>
              <a:rPr lang="en-US" noProof="0"/>
              <a:t>Kubernetes-native deployment</a:t>
            </a:r>
          </a:p>
        </p:txBody>
      </p:sp>
      <p:sp>
        <p:nvSpPr>
          <p:cNvPr id="9" name="Text Placeholder 8"/>
          <p:cNvSpPr>
            <a:spLocks noGrp="1"/>
          </p:cNvSpPr>
          <p:nvPr>
            <p:ph type="body" idx="25"/>
          </p:nvPr>
        </p:nvSpPr>
        <p:spPr/>
        <p:txBody>
          <a:bodyPr/>
          <a:lstStyle/>
          <a:p>
            <a:r>
              <a:rPr lang="en-US" noProof="0"/>
              <a:t>OCM controllers deploy components directly into clusters.</a:t>
            </a:r>
          </a:p>
        </p:txBody>
      </p:sp>
      <p:sp>
        <p:nvSpPr>
          <p:cNvPr id="10" name="Text Placeholder 9"/>
          <p:cNvSpPr>
            <a:spLocks noGrp="1"/>
          </p:cNvSpPr>
          <p:nvPr>
            <p:ph type="body" idx="26"/>
          </p:nvPr>
        </p:nvSpPr>
        <p:spPr/>
        <p:txBody>
          <a:bodyPr/>
          <a:lstStyle/>
          <a:p>
            <a:r>
              <a:rPr lang="en-US" noProof="0"/>
              <a:t>Asynchronous security scans</a:t>
            </a:r>
          </a:p>
        </p:txBody>
      </p:sp>
      <p:sp>
        <p:nvSpPr>
          <p:cNvPr id="11" name="Text Placeholder 10"/>
          <p:cNvSpPr>
            <a:spLocks noGrp="1"/>
          </p:cNvSpPr>
          <p:nvPr>
            <p:ph type="body" idx="27"/>
          </p:nvPr>
        </p:nvSpPr>
        <p:spPr/>
        <p:txBody>
          <a:bodyPr/>
          <a:lstStyle/>
          <a:p>
            <a:r>
              <a:rPr lang="en-US" noProof="0"/>
              <a:t>Continuous scanning, even after release. Findings tied to component identity.</a:t>
            </a:r>
          </a:p>
        </p:txBody>
      </p:sp>
      <p:sp>
        <p:nvSpPr>
          <p:cNvPr id="12" name="Text Placeholder 11"/>
          <p:cNvSpPr>
            <a:spLocks noGrp="1"/>
          </p:cNvSpPr>
          <p:nvPr>
            <p:ph type="body" idx="28"/>
          </p:nvPr>
        </p:nvSpPr>
        <p:spPr/>
        <p:txBody>
          <a:bodyPr/>
          <a:lstStyle/>
          <a:p>
            <a:r>
              <a:rPr lang="en-US" noProof="0"/>
              <a:t>One source of truth</a:t>
            </a:r>
          </a:p>
        </p:txBody>
      </p:sp>
      <p:sp>
        <p:nvSpPr>
          <p:cNvPr id="13" name="Text Placeholder 12"/>
          <p:cNvSpPr>
            <a:spLocks noGrp="1"/>
          </p:cNvSpPr>
          <p:nvPr>
            <p:ph type="body" idx="29"/>
          </p:nvPr>
        </p:nvSpPr>
        <p:spPr/>
        <p:txBody>
          <a:bodyPr/>
          <a:lstStyle/>
          <a:p>
            <a:r>
              <a:rPr lang="en-US" noProof="0"/>
              <a:t>Rebuild any landscape from a single signed descriptor.</a:t>
            </a:r>
          </a:p>
        </p:txBody>
      </p:sp>
      <p:sp>
        <p:nvSpPr>
          <p:cNvPr id="14" name="Text Placeholder 13"/>
          <p:cNvSpPr>
            <a:spLocks noGrp="1"/>
          </p:cNvSpPr>
          <p:nvPr>
            <p:ph type="body" idx="30"/>
          </p:nvPr>
        </p:nvSpPr>
        <p:spPr/>
        <p:txBody>
          <a:bodyPr/>
          <a:lstStyle/>
          <a:p>
            <a:r>
              <a:rPr lang="en-US" noProof="0"/>
              <a:t>Automated compliance reporting</a:t>
            </a:r>
          </a:p>
        </p:txBody>
      </p:sp>
      <p:sp>
        <p:nvSpPr>
          <p:cNvPr id="15" name="Text Placeholder 14"/>
          <p:cNvSpPr>
            <a:spLocks noGrp="1"/>
          </p:cNvSpPr>
          <p:nvPr>
            <p:ph type="body" idx="31"/>
          </p:nvPr>
        </p:nvSpPr>
        <p:spPr/>
        <p:txBody>
          <a:bodyPr/>
          <a:lstStyle/>
          <a:p>
            <a:r>
              <a:rPr lang="en-US" noProof="0"/>
              <a:t>Reports composed from SBOD metadata - no spreadsheet drift.</a:t>
            </a:r>
          </a:p>
        </p:txBody>
      </p:sp>
      <p:pic>
        <p:nvPicPr>
          <p:cNvPr id="26" name="Grafik 25">
            <a:extLst>
              <a:ext uri="{FF2B5EF4-FFF2-40B4-BE49-F238E27FC236}">
                <a16:creationId xmlns:a16="http://schemas.microsoft.com/office/drawing/2014/main" id="{34967A88-E937-1A67-3125-F3DEAC60EE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4016" y="5143500"/>
            <a:ext cx="474784" cy="465993"/>
          </a:xfrm>
          <a:prstGeom prst="rect">
            <a:avLst/>
          </a:prstGeom>
        </p:spPr>
      </p:pic>
      <p:pic>
        <p:nvPicPr>
          <p:cNvPr id="28" name="Grafik 27" descr="Ein Bild, das Grafiken, Symbol, Clipart enthält.&#10;&#10;KI-generierte Inhalte können fehlerhaft sein.">
            <a:extLst>
              <a:ext uri="{FF2B5EF4-FFF2-40B4-BE49-F238E27FC236}">
                <a16:creationId xmlns:a16="http://schemas.microsoft.com/office/drawing/2014/main" id="{5692FC53-3319-F695-EDFC-F6B079403EF9}"/>
              </a:ext>
            </a:extLst>
          </p:cNvPr>
          <p:cNvPicPr>
            <a:picLocks noChangeAspect="1"/>
          </p:cNvPicPr>
          <p:nvPr/>
        </p:nvPicPr>
        <p:blipFill>
          <a:blip r:embed="rId5"/>
          <a:stretch>
            <a:fillRect/>
          </a:stretch>
        </p:blipFill>
        <p:spPr>
          <a:xfrm>
            <a:off x="12098214" y="5143500"/>
            <a:ext cx="553917" cy="545124"/>
          </a:xfrm>
          <a:prstGeom prst="rect">
            <a:avLst/>
          </a:prstGeom>
        </p:spPr>
      </p:pic>
      <p:pic>
        <p:nvPicPr>
          <p:cNvPr id="30" name="Grafik 29" descr="Ein Bild, das Symbol, Grafiken, Kreis, Electric Blue (Farbe) enthält.&#10;&#10;KI-generierte Inhalte können fehlerhaft sein.">
            <a:extLst>
              <a:ext uri="{FF2B5EF4-FFF2-40B4-BE49-F238E27FC236}">
                <a16:creationId xmlns:a16="http://schemas.microsoft.com/office/drawing/2014/main" id="{FB0D109C-7B86-5719-0B43-BFC11DA63E0D}"/>
              </a:ext>
            </a:extLst>
          </p:cNvPr>
          <p:cNvPicPr>
            <a:picLocks noChangeAspect="1"/>
          </p:cNvPicPr>
          <p:nvPr/>
        </p:nvPicPr>
        <p:blipFill>
          <a:blip r:embed="rId6"/>
          <a:stretch>
            <a:fillRect/>
          </a:stretch>
        </p:blipFill>
        <p:spPr>
          <a:xfrm>
            <a:off x="12068908" y="7602415"/>
            <a:ext cx="571501" cy="545124"/>
          </a:xfrm>
          <a:prstGeom prst="rect">
            <a:avLst/>
          </a:prstGeom>
        </p:spPr>
      </p:pic>
      <p:pic>
        <p:nvPicPr>
          <p:cNvPr id="31" name="Grafik 30" descr="Ein Bild, das Kreis, Farbigkeit, Symbol, Design enthält.&#10;&#10;KI-generierte Inhalte können fehlerhaft sein.">
            <a:extLst>
              <a:ext uri="{FF2B5EF4-FFF2-40B4-BE49-F238E27FC236}">
                <a16:creationId xmlns:a16="http://schemas.microsoft.com/office/drawing/2014/main" id="{96DBFAD2-EA9E-3CDF-85A6-49A91372A0CC}"/>
              </a:ext>
            </a:extLst>
          </p:cNvPr>
          <p:cNvPicPr>
            <a:picLocks noChangeAspect="1"/>
          </p:cNvPicPr>
          <p:nvPr/>
        </p:nvPicPr>
        <p:blipFill>
          <a:blip r:embed="rId7"/>
          <a:stretch>
            <a:fillRect/>
          </a:stretch>
        </p:blipFill>
        <p:spPr>
          <a:xfrm>
            <a:off x="6746633" y="7590690"/>
            <a:ext cx="545123" cy="474786"/>
          </a:xfrm>
          <a:prstGeom prst="rect">
            <a:avLst/>
          </a:prstGeom>
        </p:spPr>
      </p:pic>
      <p:pic>
        <p:nvPicPr>
          <p:cNvPr id="32" name="Grafik 31" descr="Ein Bild, das Symbol, Grafiken, Kreis, Schrift enthält.&#10;&#10;KI-generierte Inhalte können fehlerhaft sein.">
            <a:extLst>
              <a:ext uri="{FF2B5EF4-FFF2-40B4-BE49-F238E27FC236}">
                <a16:creationId xmlns:a16="http://schemas.microsoft.com/office/drawing/2014/main" id="{23F09556-6360-7D21-BD93-E6594BD85FED}"/>
              </a:ext>
            </a:extLst>
          </p:cNvPr>
          <p:cNvPicPr>
            <a:picLocks noChangeAspect="1"/>
          </p:cNvPicPr>
          <p:nvPr/>
        </p:nvPicPr>
        <p:blipFill>
          <a:blip r:embed="rId8"/>
          <a:stretch>
            <a:fillRect/>
          </a:stretch>
        </p:blipFill>
        <p:spPr>
          <a:xfrm>
            <a:off x="1327637" y="7596553"/>
            <a:ext cx="527539" cy="483578"/>
          </a:xfrm>
          <a:prstGeom prst="rect">
            <a:avLst/>
          </a:prstGeom>
        </p:spPr>
      </p:pic>
      <p:pic>
        <p:nvPicPr>
          <p:cNvPr id="33" name="Grafik 32" descr="Ein Bild, das Grafiken, Symbol, Design enthält.&#10;&#10;KI-generierte Inhalte können fehlerhaft sein.">
            <a:extLst>
              <a:ext uri="{FF2B5EF4-FFF2-40B4-BE49-F238E27FC236}">
                <a16:creationId xmlns:a16="http://schemas.microsoft.com/office/drawing/2014/main" id="{AD41236B-5D79-90F3-34D1-82D9D3DBE00B}"/>
              </a:ext>
            </a:extLst>
          </p:cNvPr>
          <p:cNvPicPr>
            <a:picLocks noChangeAspect="1"/>
          </p:cNvPicPr>
          <p:nvPr/>
        </p:nvPicPr>
        <p:blipFill>
          <a:blip r:embed="rId9"/>
          <a:stretch>
            <a:fillRect/>
          </a:stretch>
        </p:blipFill>
        <p:spPr>
          <a:xfrm>
            <a:off x="6699737" y="5125913"/>
            <a:ext cx="571501" cy="589086"/>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143000" y="1303499"/>
            <a:ext cx="16002000" cy="457200"/>
          </a:xfrm>
        </p:spPr>
        <p:txBody>
          <a:bodyPr>
            <a:normAutofit lnSpcReduction="10000"/>
          </a:bodyPr>
          <a:lstStyle/>
          <a:p>
            <a:r>
              <a:rPr lang="en-US" noProof="0"/>
              <a:t>TRUSTED IN PRODUCTION</a:t>
            </a:r>
          </a:p>
        </p:txBody>
      </p:sp>
      <p:sp>
        <p:nvSpPr>
          <p:cNvPr id="3" name="Title 2"/>
          <p:cNvSpPr>
            <a:spLocks noGrp="1"/>
          </p:cNvSpPr>
          <p:nvPr>
            <p:ph type="title" idx="2"/>
          </p:nvPr>
        </p:nvSpPr>
        <p:spPr>
          <a:xfrm>
            <a:off x="1142999" y="1808324"/>
            <a:ext cx="16878993" cy="1905000"/>
          </a:xfrm>
        </p:spPr>
        <p:txBody>
          <a:bodyPr>
            <a:normAutofit fontScale="90000"/>
          </a:bodyPr>
          <a:lstStyle/>
          <a:p>
            <a:r>
              <a:rPr lang="en-US" noProof="0"/>
              <a:t>SAP stewards. NeoNephos governs. Production-grade. Sovereign-ready.</a:t>
            </a:r>
          </a:p>
        </p:txBody>
      </p:sp>
      <p:pic>
        <p:nvPicPr>
          <p:cNvPr id="8" name="Picture 7" descr="bwi-horizontal-color_640_crop.png">
            <a:hlinkClick r:id="rId3"/>
          </p:cNvPr>
          <p:cNvPicPr>
            <a:picLocks noChangeAspect="1"/>
          </p:cNvPicPr>
          <p:nvPr/>
        </p:nvPicPr>
        <p:blipFill>
          <a:blip r:embed="rId4"/>
          <a:stretch>
            <a:fillRect/>
          </a:stretch>
        </p:blipFill>
        <p:spPr>
          <a:xfrm>
            <a:off x="5478365" y="4686300"/>
            <a:ext cx="1971923" cy="914400"/>
          </a:xfrm>
          <a:prstGeom prst="rect">
            <a:avLst/>
          </a:prstGeom>
        </p:spPr>
      </p:pic>
      <p:pic>
        <p:nvPicPr>
          <p:cNvPr id="10" name="Picture 9" descr="sap-ns2-getlogovector_crop.png">
            <a:hlinkClick r:id="rId5"/>
          </p:cNvPr>
          <p:cNvPicPr>
            <a:picLocks noChangeAspect="1"/>
          </p:cNvPicPr>
          <p:nvPr/>
        </p:nvPicPr>
        <p:blipFill>
          <a:blip r:embed="rId6"/>
          <a:stretch>
            <a:fillRect/>
          </a:stretch>
        </p:blipFill>
        <p:spPr>
          <a:xfrm>
            <a:off x="9358360" y="4693011"/>
            <a:ext cx="3048000" cy="907689"/>
          </a:xfrm>
          <a:prstGeom prst="rect">
            <a:avLst/>
          </a:prstGeom>
        </p:spPr>
      </p:pic>
      <p:pic>
        <p:nvPicPr>
          <p:cNvPr id="12" name="Picture 11" descr="gardener-horizontal-color_640_crop.png">
            <a:hlinkClick r:id="rId7"/>
          </p:cNvPr>
          <p:cNvPicPr>
            <a:picLocks noChangeAspect="1"/>
          </p:cNvPicPr>
          <p:nvPr/>
        </p:nvPicPr>
        <p:blipFill>
          <a:blip r:embed="rId8"/>
          <a:stretch>
            <a:fillRect/>
          </a:stretch>
        </p:blipFill>
        <p:spPr>
          <a:xfrm>
            <a:off x="2171007" y="6850888"/>
            <a:ext cx="3048000" cy="662855"/>
          </a:xfrm>
          <a:prstGeom prst="rect">
            <a:avLst/>
          </a:prstGeom>
        </p:spPr>
      </p:pic>
      <p:pic>
        <p:nvPicPr>
          <p:cNvPr id="18" name="Picture 17" descr="platform-mesh-horizontal-color_640_crop.png">
            <a:hlinkClick r:id="rId9"/>
          </p:cNvPr>
          <p:cNvPicPr>
            <a:picLocks noChangeAspect="1"/>
          </p:cNvPicPr>
          <p:nvPr/>
        </p:nvPicPr>
        <p:blipFill>
          <a:blip r:embed="rId10"/>
          <a:stretch>
            <a:fillRect/>
          </a:stretch>
        </p:blipFill>
        <p:spPr>
          <a:xfrm>
            <a:off x="13501255" y="6705189"/>
            <a:ext cx="3048000" cy="728662"/>
          </a:xfrm>
          <a:prstGeom prst="rect">
            <a:avLst/>
          </a:prstGeom>
        </p:spPr>
      </p:pic>
      <p:pic>
        <p:nvPicPr>
          <p:cNvPr id="20" name="Picture 5" descr="kyma-icon-color_720.png">
            <a:hlinkClick r:id="rId11"/>
            <a:extLst>
              <a:ext uri="{FF2B5EF4-FFF2-40B4-BE49-F238E27FC236}">
                <a16:creationId xmlns:a16="http://schemas.microsoft.com/office/drawing/2014/main" id="{446C92AE-2CFE-F6B5-8DB0-F22DAF5FB842}"/>
              </a:ext>
            </a:extLst>
          </p:cNvPr>
          <p:cNvPicPr>
            <a:picLocks noChangeAspect="1"/>
          </p:cNvPicPr>
          <p:nvPr/>
        </p:nvPicPr>
        <p:blipFill>
          <a:blip r:embed="rId12"/>
          <a:stretch>
            <a:fillRect/>
          </a:stretch>
        </p:blipFill>
        <p:spPr>
          <a:xfrm>
            <a:off x="6407212" y="6498020"/>
            <a:ext cx="1179025" cy="1143000"/>
          </a:xfrm>
          <a:prstGeom prst="rect">
            <a:avLst/>
          </a:prstGeom>
        </p:spPr>
      </p:pic>
      <p:sp>
        <p:nvSpPr>
          <p:cNvPr id="21" name="TextBox 6">
            <a:extLst>
              <a:ext uri="{FF2B5EF4-FFF2-40B4-BE49-F238E27FC236}">
                <a16:creationId xmlns:a16="http://schemas.microsoft.com/office/drawing/2014/main" id="{6635AB13-D648-5E15-613A-2A9AF0D45601}"/>
              </a:ext>
            </a:extLst>
          </p:cNvPr>
          <p:cNvSpPr txBox="1"/>
          <p:nvPr/>
        </p:nvSpPr>
        <p:spPr>
          <a:xfrm>
            <a:off x="6690519" y="7756535"/>
            <a:ext cx="612412" cy="307777"/>
          </a:xfrm>
          <a:prstGeom prst="rect">
            <a:avLst/>
          </a:prstGeom>
          <a:noFill/>
        </p:spPr>
        <p:txBody>
          <a:bodyPr wrap="none" lIns="0" tIns="0" rIns="0" bIns="0">
            <a:spAutoFit/>
          </a:bodyPr>
          <a:lstStyle/>
          <a:p>
            <a:pPr algn="ctr"/>
            <a:r>
              <a:rPr lang="en-US" sz="2000" noProof="0">
                <a:solidFill>
                  <a:srgbClr val="6B7280"/>
                </a:solidFill>
              </a:rPr>
              <a:t>Kyma</a:t>
            </a:r>
            <a:endParaRPr lang="en-US" sz="2000" noProof="0">
              <a:solidFill>
                <a:srgbClr val="6B7280"/>
              </a:solidFill>
              <a:latin typeface="Aptos"/>
              <a:hlinkClick r:id="rId11"/>
            </a:endParaRPr>
          </a:p>
        </p:txBody>
      </p:sp>
      <p:pic>
        <p:nvPicPr>
          <p:cNvPr id="22" name="Picture 7" descr="opencontrolplane-icon-color_720.png">
            <a:hlinkClick r:id="rId13"/>
            <a:extLst>
              <a:ext uri="{FF2B5EF4-FFF2-40B4-BE49-F238E27FC236}">
                <a16:creationId xmlns:a16="http://schemas.microsoft.com/office/drawing/2014/main" id="{880257B0-7333-7DD7-9986-2973839F296B}"/>
              </a:ext>
            </a:extLst>
          </p:cNvPr>
          <p:cNvPicPr>
            <a:picLocks noChangeAspect="1"/>
          </p:cNvPicPr>
          <p:nvPr/>
        </p:nvPicPr>
        <p:blipFill>
          <a:blip r:embed="rId14"/>
          <a:stretch>
            <a:fillRect/>
          </a:stretch>
        </p:blipFill>
        <p:spPr>
          <a:xfrm>
            <a:off x="10255204" y="6471140"/>
            <a:ext cx="983225" cy="1143000"/>
          </a:xfrm>
          <a:prstGeom prst="rect">
            <a:avLst/>
          </a:prstGeom>
        </p:spPr>
      </p:pic>
      <p:sp>
        <p:nvSpPr>
          <p:cNvPr id="23" name="TextBox 8">
            <a:extLst>
              <a:ext uri="{FF2B5EF4-FFF2-40B4-BE49-F238E27FC236}">
                <a16:creationId xmlns:a16="http://schemas.microsoft.com/office/drawing/2014/main" id="{68F7E8EC-2BCF-B1A6-669B-E4CE469D4AF4}"/>
              </a:ext>
            </a:extLst>
          </p:cNvPr>
          <p:cNvSpPr txBox="1"/>
          <p:nvPr/>
        </p:nvSpPr>
        <p:spPr>
          <a:xfrm>
            <a:off x="9712242" y="7729655"/>
            <a:ext cx="2069156" cy="307777"/>
          </a:xfrm>
          <a:prstGeom prst="rect">
            <a:avLst/>
          </a:prstGeom>
          <a:noFill/>
        </p:spPr>
        <p:txBody>
          <a:bodyPr wrap="none" lIns="0" tIns="0" rIns="0" bIns="0">
            <a:spAutoFit/>
          </a:bodyPr>
          <a:lstStyle/>
          <a:p>
            <a:pPr algn="ctr"/>
            <a:r>
              <a:rPr lang="en-US" sz="2000" noProof="0">
                <a:solidFill>
                  <a:srgbClr val="6B7280"/>
                </a:solidFill>
              </a:rPr>
              <a:t>OpenControlPlane</a:t>
            </a:r>
            <a:endParaRPr lang="en-US" sz="2000" noProof="0">
              <a:solidFill>
                <a:srgbClr val="6B7280"/>
              </a:solidFill>
              <a:latin typeface="Aptos"/>
              <a:hlinkClick r:id="rId13"/>
            </a:endParaRPr>
          </a:p>
        </p:txBody>
      </p:sp>
      <p:grpSp>
        <p:nvGrpSpPr>
          <p:cNvPr id="26" name="Gruppieren 25">
            <a:extLst>
              <a:ext uri="{FF2B5EF4-FFF2-40B4-BE49-F238E27FC236}">
                <a16:creationId xmlns:a16="http://schemas.microsoft.com/office/drawing/2014/main" id="{D4DA3CC8-2CD6-4456-7169-4E807EB97F15}"/>
              </a:ext>
            </a:extLst>
          </p:cNvPr>
          <p:cNvGrpSpPr/>
          <p:nvPr/>
        </p:nvGrpSpPr>
        <p:grpSpPr>
          <a:xfrm>
            <a:off x="6723524" y="8983501"/>
            <a:ext cx="4840952" cy="584679"/>
            <a:chOff x="6041452" y="8037273"/>
            <a:chExt cx="4840952" cy="584679"/>
          </a:xfrm>
        </p:grpSpPr>
        <p:pic>
          <p:nvPicPr>
            <p:cNvPr id="4" name="Picture 3" descr="neonephos-foundation-horizontal-color_640_crop.png">
              <a:hlinkClick r:id="rId15"/>
            </p:cNvPr>
            <p:cNvPicPr>
              <a:picLocks noChangeAspect="1"/>
            </p:cNvPicPr>
            <p:nvPr/>
          </p:nvPicPr>
          <p:blipFill>
            <a:blip r:embed="rId16"/>
            <a:stretch>
              <a:fillRect/>
            </a:stretch>
          </p:blipFill>
          <p:spPr>
            <a:xfrm>
              <a:off x="7834404" y="8037273"/>
              <a:ext cx="3048000" cy="584679"/>
            </a:xfrm>
            <a:prstGeom prst="rect">
              <a:avLst/>
            </a:prstGeom>
          </p:spPr>
        </p:pic>
        <p:sp>
          <p:nvSpPr>
            <p:cNvPr id="25" name="TextBox 12">
              <a:extLst>
                <a:ext uri="{FF2B5EF4-FFF2-40B4-BE49-F238E27FC236}">
                  <a16:creationId xmlns:a16="http://schemas.microsoft.com/office/drawing/2014/main" id="{5C6127F7-7750-A687-131D-8758017A172C}"/>
                </a:ext>
              </a:extLst>
            </p:cNvPr>
            <p:cNvSpPr txBox="1"/>
            <p:nvPr/>
          </p:nvSpPr>
          <p:spPr>
            <a:xfrm>
              <a:off x="6041452" y="8144947"/>
              <a:ext cx="1678345" cy="369332"/>
            </a:xfrm>
            <a:prstGeom prst="rect">
              <a:avLst/>
            </a:prstGeom>
            <a:noFill/>
          </p:spPr>
          <p:txBody>
            <a:bodyPr wrap="none" lIns="0" tIns="0" rIns="0" bIns="0">
              <a:spAutoFit/>
            </a:bodyPr>
            <a:lstStyle/>
            <a:p>
              <a:pPr algn="r"/>
              <a:r>
                <a:rPr lang="en-US" sz="2400" i="0" noProof="0">
                  <a:solidFill>
                    <a:srgbClr val="0A3A99"/>
                  </a:solidFill>
                  <a:latin typeface="Aptos"/>
                </a:rPr>
                <a:t>Aligned with </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
          </p:nvPr>
        </p:nvSpPr>
        <p:spPr/>
        <p:txBody>
          <a:bodyPr>
            <a:normAutofit fontScale="90000"/>
          </a:bodyPr>
          <a:lstStyle/>
          <a:p>
            <a:r>
              <a:rPr lang="en-US" noProof="0">
                <a:solidFill>
                  <a:srgbClr val="FFFFFF"/>
                </a:solidFill>
              </a:rPr>
              <a:t>Start delivering with confidence.</a:t>
            </a:r>
          </a:p>
        </p:txBody>
      </p:sp>
      <p:sp>
        <p:nvSpPr>
          <p:cNvPr id="3" name="Text Placeholder 2"/>
          <p:cNvSpPr>
            <a:spLocks noGrp="1"/>
          </p:cNvSpPr>
          <p:nvPr>
            <p:ph type="body" idx="2"/>
          </p:nvPr>
        </p:nvSpPr>
        <p:spPr/>
        <p:txBody>
          <a:bodyPr/>
          <a:lstStyle/>
          <a:p>
            <a:r>
              <a:rPr lang="en-US" b="1" noProof="0">
                <a:solidFill>
                  <a:srgbClr val="5CD6FF"/>
                </a:solidFill>
              </a:rPr>
              <a:t>Try it</a:t>
            </a:r>
            <a:r>
              <a:rPr lang="en-US" noProof="0">
                <a:solidFill>
                  <a:srgbClr val="FFFFFF"/>
                </a:solidFill>
              </a:rPr>
              <a:t> - ocm.software (QR code)</a:t>
            </a:r>
          </a:p>
          <a:p>
            <a:r>
              <a:rPr lang="en-US" b="1" noProof="0">
                <a:solidFill>
                  <a:srgbClr val="5CD6FF"/>
                </a:solidFill>
              </a:rPr>
              <a:t>Build with us</a:t>
            </a:r>
            <a:r>
              <a:rPr lang="en-US" noProof="0">
                <a:solidFill>
                  <a:srgbClr val="FFFFFF"/>
                </a:solidFill>
              </a:rPr>
              <a:t> - github.com/open-component-model</a:t>
            </a:r>
          </a:p>
          <a:p>
            <a:r>
              <a:rPr lang="en-US" b="1" noProof="0">
                <a:solidFill>
                  <a:srgbClr val="5CD6FF"/>
                </a:solidFill>
              </a:rPr>
              <a:t>Talk to us</a:t>
            </a:r>
            <a:r>
              <a:rPr lang="en-US" noProof="0">
                <a:solidFill>
                  <a:srgbClr val="FFFFFF"/>
                </a:solidFill>
              </a:rPr>
              <a:t> - community channels on the website</a:t>
            </a:r>
          </a:p>
        </p:txBody>
      </p:sp>
      <p:pic>
        <p:nvPicPr>
          <p:cNvPr id="4" name="Picture 3" descr="ocm-horizontal-white_400.png"/>
          <p:cNvPicPr>
            <a:picLocks noChangeAspect="1"/>
          </p:cNvPicPr>
          <p:nvPr/>
        </p:nvPicPr>
        <p:blipFill>
          <a:blip r:embed="rId4"/>
          <a:stretch>
            <a:fillRect/>
          </a:stretch>
        </p:blipFill>
        <p:spPr>
          <a:xfrm>
            <a:off x="914400" y="9029700"/>
            <a:ext cx="1905000" cy="723900"/>
          </a:xfrm>
          <a:prstGeom prst="rect">
            <a:avLst/>
          </a:prstGeom>
        </p:spPr>
      </p:pic>
      <p:pic>
        <p:nvPicPr>
          <p:cNvPr id="5" name="Picture 4" descr="neonephos-foundation-horizontal-white_400.png"/>
          <p:cNvPicPr>
            <a:picLocks noChangeAspect="1"/>
          </p:cNvPicPr>
          <p:nvPr/>
        </p:nvPicPr>
        <p:blipFill>
          <a:blip r:embed="rId5"/>
          <a:stretch>
            <a:fillRect/>
          </a:stretch>
        </p:blipFill>
        <p:spPr>
          <a:xfrm>
            <a:off x="14833600" y="9258300"/>
            <a:ext cx="2540000" cy="495300"/>
          </a:xfrm>
          <a:prstGeom prst="rect">
            <a:avLst/>
          </a:prstGeom>
        </p:spPr>
      </p:pic>
      <p:pic>
        <p:nvPicPr>
          <p:cNvPr id="7" name="Grafik 6">
            <a:extLst>
              <a:ext uri="{FF2B5EF4-FFF2-40B4-BE49-F238E27FC236}">
                <a16:creationId xmlns:a16="http://schemas.microsoft.com/office/drawing/2014/main" id="{ADE6938B-B47D-BB46-CFD6-90E77717A01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4400" y="6087254"/>
            <a:ext cx="952500" cy="952500"/>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143000" y="1088629"/>
            <a:ext cx="16002000" cy="457200"/>
          </a:xfrm>
        </p:spPr>
        <p:txBody>
          <a:bodyPr>
            <a:normAutofit lnSpcReduction="10000"/>
          </a:bodyPr>
          <a:lstStyle/>
          <a:p>
            <a:r>
              <a:rPr lang="en-US" noProof="0"/>
              <a:t>APPENDIX - ABBREVIATIONS</a:t>
            </a:r>
          </a:p>
        </p:txBody>
      </p:sp>
      <p:sp>
        <p:nvSpPr>
          <p:cNvPr id="3" name="Title 2"/>
          <p:cNvSpPr>
            <a:spLocks noGrp="1"/>
          </p:cNvSpPr>
          <p:nvPr>
            <p:ph type="title" idx="2"/>
          </p:nvPr>
        </p:nvSpPr>
        <p:spPr>
          <a:xfrm>
            <a:off x="1143000" y="1545829"/>
            <a:ext cx="16002000" cy="2236176"/>
          </a:xfrm>
        </p:spPr>
        <p:txBody>
          <a:bodyPr vert="horz" wrap="square" lIns="0" tIns="0" rIns="0" bIns="0" rtlCol="0" anchor="t">
            <a:noAutofit/>
          </a:bodyPr>
          <a:lstStyle/>
          <a:p>
            <a:r>
              <a:rPr lang="en-US" sz="8000" noProof="0"/>
              <a:t>Quick reference for the acronyms used in this deck.</a:t>
            </a:r>
          </a:p>
        </p:txBody>
      </p:sp>
      <p:sp>
        <p:nvSpPr>
          <p:cNvPr id="4" name="TextBox 3"/>
          <p:cNvSpPr txBox="1"/>
          <p:nvPr/>
        </p:nvSpPr>
        <p:spPr>
          <a:xfrm>
            <a:off x="1143000" y="4252237"/>
            <a:ext cx="7715250" cy="4811574"/>
          </a:xfrm>
          <a:prstGeom prst="rect">
            <a:avLst/>
          </a:prstGeom>
          <a:noFill/>
        </p:spPr>
        <p:txBody>
          <a:bodyPr wrap="square" lIns="0" tIns="0" rIns="0" bIns="0" anchor="t">
            <a:spAutoFit/>
          </a:bodyPr>
          <a:lstStyle/>
          <a:p>
            <a:pPr>
              <a:spcBef>
                <a:spcPts val="200"/>
              </a:spcBef>
              <a:spcAft>
                <a:spcPts val="600"/>
              </a:spcAft>
            </a:pPr>
            <a:r>
              <a:rPr lang="en-US" sz="1600" b="1" noProof="0">
                <a:solidFill>
                  <a:srgbClr val="0F6BFF"/>
                </a:solidFill>
                <a:latin typeface="Aptos"/>
              </a:rPr>
              <a:t>BSI C5</a:t>
            </a:r>
            <a:r>
              <a:rPr lang="en-US" sz="1400" noProof="0">
                <a:solidFill>
                  <a:srgbClr val="000000"/>
                </a:solidFill>
                <a:latin typeface="Aptos"/>
              </a:rPr>
              <a:t>  -  Bundesamt für Sicherheit in der Informationstechnik - Cloud Computing Compliance Criteria Catalogue.</a:t>
            </a:r>
          </a:p>
          <a:p>
            <a:pPr>
              <a:spcBef>
                <a:spcPts val="200"/>
              </a:spcBef>
              <a:spcAft>
                <a:spcPts val="600"/>
              </a:spcAft>
            </a:pPr>
            <a:r>
              <a:rPr lang="en-US" sz="1600" b="1" noProof="0">
                <a:solidFill>
                  <a:srgbClr val="0F6BFF"/>
                </a:solidFill>
                <a:latin typeface="Aptos"/>
              </a:rPr>
              <a:t>BTP</a:t>
            </a:r>
            <a:r>
              <a:rPr lang="en-US" sz="1400" noProof="0">
                <a:solidFill>
                  <a:srgbClr val="000000"/>
                </a:solidFill>
                <a:latin typeface="Aptos"/>
              </a:rPr>
              <a:t>  -  SAP Business Technology Platform.</a:t>
            </a:r>
          </a:p>
          <a:p>
            <a:pPr>
              <a:spcBef>
                <a:spcPts val="200"/>
              </a:spcBef>
              <a:spcAft>
                <a:spcPts val="600"/>
              </a:spcAft>
            </a:pPr>
            <a:r>
              <a:rPr lang="en-US" sz="1600" b="1" noProof="0">
                <a:solidFill>
                  <a:srgbClr val="0F6BFF"/>
                </a:solidFill>
                <a:latin typeface="Aptos"/>
              </a:rPr>
              <a:t>CRA</a:t>
            </a:r>
            <a:r>
              <a:rPr lang="en-US" sz="1400" noProof="0">
                <a:solidFill>
                  <a:srgbClr val="000000"/>
                </a:solidFill>
                <a:latin typeface="Aptos"/>
              </a:rPr>
              <a:t>  -  Cyber Resilience Act - EU regulation on cybersecurity for products with digital elements.</a:t>
            </a:r>
          </a:p>
          <a:p>
            <a:pPr>
              <a:spcBef>
                <a:spcPts val="200"/>
              </a:spcBef>
              <a:spcAft>
                <a:spcPts val="600"/>
              </a:spcAft>
            </a:pPr>
            <a:r>
              <a:rPr lang="en-US" sz="1600" b="1" noProof="0">
                <a:solidFill>
                  <a:srgbClr val="0F6BFF"/>
                </a:solidFill>
                <a:latin typeface="Aptos"/>
              </a:rPr>
              <a:t>DORA</a:t>
            </a:r>
            <a:r>
              <a:rPr lang="en-US" sz="1400" noProof="0">
                <a:solidFill>
                  <a:srgbClr val="000000"/>
                </a:solidFill>
                <a:latin typeface="Aptos"/>
              </a:rPr>
              <a:t>  -  Digital Operational Resilience Act - EU regulation on ICT risk management in financial services.</a:t>
            </a:r>
          </a:p>
          <a:p>
            <a:pPr>
              <a:spcBef>
                <a:spcPts val="200"/>
              </a:spcBef>
              <a:spcAft>
                <a:spcPts val="600"/>
              </a:spcAft>
            </a:pPr>
            <a:r>
              <a:rPr lang="en-US" sz="1600" b="1" noProof="0">
                <a:solidFill>
                  <a:srgbClr val="0F6BFF"/>
                </a:solidFill>
                <a:latin typeface="Aptos"/>
              </a:rPr>
              <a:t>FedRAMP</a:t>
            </a:r>
            <a:r>
              <a:rPr lang="en-US" sz="1400" noProof="0">
                <a:solidFill>
                  <a:srgbClr val="000000"/>
                </a:solidFill>
                <a:latin typeface="Aptos"/>
              </a:rPr>
              <a:t>  -  Federal Risk and Authorization Management Program - US standardised cloud security assessment.</a:t>
            </a:r>
          </a:p>
          <a:p>
            <a:pPr>
              <a:spcBef>
                <a:spcPts val="200"/>
              </a:spcBef>
              <a:spcAft>
                <a:spcPts val="600"/>
              </a:spcAft>
            </a:pPr>
            <a:r>
              <a:rPr lang="en-US" sz="1600" b="1" noProof="0">
                <a:solidFill>
                  <a:srgbClr val="0F6BFF"/>
                </a:solidFill>
                <a:latin typeface="Aptos"/>
              </a:rPr>
              <a:t>FISMA</a:t>
            </a:r>
            <a:r>
              <a:rPr lang="en-US" sz="1400" noProof="0">
                <a:solidFill>
                  <a:srgbClr val="000000"/>
                </a:solidFill>
                <a:latin typeface="Aptos"/>
              </a:rPr>
              <a:t>  -  Federal Information Security Modernization Act - US federal information security mandate.</a:t>
            </a:r>
          </a:p>
          <a:p>
            <a:pPr>
              <a:spcBef>
                <a:spcPts val="200"/>
              </a:spcBef>
              <a:spcAft>
                <a:spcPts val="600"/>
              </a:spcAft>
            </a:pPr>
            <a:r>
              <a:rPr lang="en-US" sz="1600" b="1" noProof="0">
                <a:solidFill>
                  <a:srgbClr val="0F6BFF"/>
                </a:solidFill>
                <a:latin typeface="Aptos"/>
              </a:rPr>
              <a:t>Grype</a:t>
            </a:r>
            <a:r>
              <a:rPr lang="en-US" sz="1400" noProof="0">
                <a:solidFill>
                  <a:srgbClr val="000000"/>
                </a:solidFill>
                <a:latin typeface="Aptos"/>
              </a:rPr>
              <a:t>  -  Open-source vulnerability scanner for container images and filesystems (Anchore).</a:t>
            </a:r>
          </a:p>
          <a:p>
            <a:pPr>
              <a:spcBef>
                <a:spcPts val="200"/>
              </a:spcBef>
              <a:spcAft>
                <a:spcPts val="600"/>
              </a:spcAft>
            </a:pPr>
            <a:r>
              <a:rPr lang="en-US" sz="1600" b="1" noProof="0">
                <a:solidFill>
                  <a:srgbClr val="0F6BFF"/>
                </a:solidFill>
                <a:latin typeface="Aptos"/>
              </a:rPr>
              <a:t>Helm</a:t>
            </a:r>
            <a:r>
              <a:rPr lang="en-US" sz="1400" noProof="0">
                <a:solidFill>
                  <a:srgbClr val="000000"/>
                </a:solidFill>
                <a:latin typeface="Aptos"/>
              </a:rPr>
              <a:t>  -  Package manager for Kubernetes; reference artifact type for OCM.</a:t>
            </a:r>
          </a:p>
          <a:p>
            <a:pPr>
              <a:spcBef>
                <a:spcPts val="200"/>
              </a:spcBef>
              <a:spcAft>
                <a:spcPts val="600"/>
              </a:spcAft>
            </a:pPr>
            <a:r>
              <a:rPr lang="en-US" sz="1600" b="1" noProof="0">
                <a:solidFill>
                  <a:srgbClr val="0F6BFF"/>
                </a:solidFill>
                <a:latin typeface="Aptos"/>
              </a:rPr>
              <a:t>NeoNephos</a:t>
            </a:r>
            <a:r>
              <a:rPr lang="en-US" sz="1400" noProof="0">
                <a:solidFill>
                  <a:srgbClr val="000000"/>
                </a:solidFill>
                <a:latin typeface="Aptos"/>
              </a:rPr>
              <a:t>  -  European foundation for sovereign cloud open-source projects, hosted under the Linux Foundation.</a:t>
            </a:r>
          </a:p>
          <a:p>
            <a:pPr>
              <a:spcBef>
                <a:spcPts val="200"/>
              </a:spcBef>
              <a:spcAft>
                <a:spcPts val="600"/>
              </a:spcAft>
            </a:pPr>
            <a:r>
              <a:rPr lang="en-US" sz="1600" b="1" noProof="0">
                <a:solidFill>
                  <a:srgbClr val="0F6BFF"/>
                </a:solidFill>
                <a:latin typeface="Aptos"/>
              </a:rPr>
              <a:t>NIS2</a:t>
            </a:r>
            <a:r>
              <a:rPr lang="en-US" sz="1400" noProof="0">
                <a:solidFill>
                  <a:srgbClr val="000000"/>
                </a:solidFill>
                <a:latin typeface="Aptos"/>
              </a:rPr>
              <a:t>  -  Network and Information Security Directive 2 - EU baseline for cybersecurity of essential entities.</a:t>
            </a:r>
          </a:p>
          <a:p>
            <a:pPr>
              <a:spcBef>
                <a:spcPts val="200"/>
              </a:spcBef>
              <a:spcAft>
                <a:spcPts val="600"/>
              </a:spcAft>
            </a:pPr>
            <a:r>
              <a:rPr lang="en-US" sz="1600" b="1" noProof="0">
                <a:solidFill>
                  <a:srgbClr val="0F6BFF"/>
                </a:solidFill>
                <a:latin typeface="Aptos"/>
              </a:rPr>
              <a:t>OCI</a:t>
            </a:r>
            <a:r>
              <a:rPr lang="en-US" sz="1400" noProof="0">
                <a:solidFill>
                  <a:srgbClr val="000000"/>
                </a:solidFill>
                <a:latin typeface="Aptos"/>
              </a:rPr>
              <a:t>  -  Open Container Initiative - open standards for container image format and distribution.</a:t>
            </a:r>
          </a:p>
        </p:txBody>
      </p:sp>
      <p:sp>
        <p:nvSpPr>
          <p:cNvPr id="5" name="TextBox 4"/>
          <p:cNvSpPr txBox="1"/>
          <p:nvPr/>
        </p:nvSpPr>
        <p:spPr>
          <a:xfrm>
            <a:off x="9429750" y="4252237"/>
            <a:ext cx="7715250" cy="4380686"/>
          </a:xfrm>
          <a:prstGeom prst="rect">
            <a:avLst/>
          </a:prstGeom>
          <a:noFill/>
        </p:spPr>
        <p:txBody>
          <a:bodyPr wrap="square" lIns="0" tIns="0" rIns="0" bIns="0">
            <a:spAutoFit/>
          </a:bodyPr>
          <a:lstStyle/>
          <a:p>
            <a:pPr>
              <a:spcBef>
                <a:spcPts val="200"/>
              </a:spcBef>
              <a:spcAft>
                <a:spcPts val="600"/>
              </a:spcAft>
            </a:pPr>
            <a:r>
              <a:rPr lang="en-US" sz="1600" b="1" noProof="0" dirty="0">
                <a:solidFill>
                  <a:srgbClr val="0F6BFF"/>
                </a:solidFill>
                <a:latin typeface="Aptos"/>
              </a:rPr>
              <a:t>OCM</a:t>
            </a:r>
            <a:r>
              <a:rPr lang="en-US" sz="1400" noProof="0" dirty="0">
                <a:solidFill>
                  <a:srgbClr val="000000"/>
                </a:solidFill>
                <a:latin typeface="Aptos"/>
              </a:rPr>
              <a:t>  -  Open Component Model - vendor-neutral specification for signed, transportable software components.</a:t>
            </a:r>
          </a:p>
          <a:p>
            <a:pPr>
              <a:spcBef>
                <a:spcPts val="200"/>
              </a:spcBef>
              <a:spcAft>
                <a:spcPts val="600"/>
              </a:spcAft>
            </a:pPr>
            <a:r>
              <a:rPr lang="en-US" sz="1600" b="1" noProof="0" dirty="0">
                <a:solidFill>
                  <a:srgbClr val="0F6BFF"/>
                </a:solidFill>
                <a:latin typeface="Aptos"/>
              </a:rPr>
              <a:t>ODG</a:t>
            </a:r>
            <a:r>
              <a:rPr lang="en-US" sz="1400" noProof="0" dirty="0">
                <a:solidFill>
                  <a:srgbClr val="000000"/>
                </a:solidFill>
                <a:latin typeface="Aptos"/>
              </a:rPr>
              <a:t>  -  Open Delivery Gear - OCM-native compliance automation engine and dashboard.</a:t>
            </a:r>
          </a:p>
          <a:p>
            <a:pPr>
              <a:spcBef>
                <a:spcPts val="200"/>
              </a:spcBef>
              <a:spcAft>
                <a:spcPts val="600"/>
              </a:spcAft>
            </a:pPr>
            <a:r>
              <a:rPr lang="en-US" sz="1600" b="1" noProof="0" dirty="0">
                <a:solidFill>
                  <a:srgbClr val="0F6BFF"/>
                </a:solidFill>
                <a:latin typeface="Aptos"/>
              </a:rPr>
              <a:t>OSS</a:t>
            </a:r>
            <a:r>
              <a:rPr lang="en-US" sz="1400" noProof="0" dirty="0">
                <a:solidFill>
                  <a:srgbClr val="000000"/>
                </a:solidFill>
                <a:latin typeface="Aptos"/>
              </a:rPr>
              <a:t>  -  Open Source Software.</a:t>
            </a:r>
          </a:p>
          <a:p>
            <a:pPr>
              <a:spcBef>
                <a:spcPts val="200"/>
              </a:spcBef>
              <a:spcAft>
                <a:spcPts val="600"/>
              </a:spcAft>
            </a:pPr>
            <a:r>
              <a:rPr lang="en-US" sz="1600" b="1" noProof="0" dirty="0">
                <a:solidFill>
                  <a:srgbClr val="0F6BFF"/>
                </a:solidFill>
                <a:latin typeface="Aptos"/>
              </a:rPr>
              <a:t>PKI</a:t>
            </a:r>
            <a:r>
              <a:rPr lang="en-US" sz="1400" noProof="0" dirty="0">
                <a:solidFill>
                  <a:srgbClr val="000000"/>
                </a:solidFill>
                <a:latin typeface="Aptos"/>
              </a:rPr>
              <a:t>  -  Public Key Infrastructure - framework for managing certificates and signing keys.</a:t>
            </a:r>
          </a:p>
          <a:p>
            <a:pPr>
              <a:spcBef>
                <a:spcPts val="200"/>
              </a:spcBef>
              <a:spcAft>
                <a:spcPts val="600"/>
              </a:spcAft>
            </a:pPr>
            <a:r>
              <a:rPr lang="en-US" sz="1600" b="1" noProof="0" dirty="0">
                <a:solidFill>
                  <a:srgbClr val="0F6BFF"/>
                </a:solidFill>
                <a:latin typeface="Aptos"/>
              </a:rPr>
              <a:t>SBOD</a:t>
            </a:r>
            <a:r>
              <a:rPr lang="en-US" sz="1400" noProof="0" dirty="0">
                <a:solidFill>
                  <a:srgbClr val="000000"/>
                </a:solidFill>
                <a:latin typeface="Aptos"/>
              </a:rPr>
              <a:t>  -  Software Bill of Delivery - the OCM component descriptor, signed and traceable. Containing all artifacts and metadata for delivery and deployment.</a:t>
            </a:r>
          </a:p>
          <a:p>
            <a:pPr>
              <a:spcBef>
                <a:spcPts val="200"/>
              </a:spcBef>
              <a:spcAft>
                <a:spcPts val="600"/>
              </a:spcAft>
            </a:pPr>
            <a:r>
              <a:rPr lang="en-US" sz="1600" b="1" noProof="0" dirty="0">
                <a:solidFill>
                  <a:srgbClr val="0F6BFF"/>
                </a:solidFill>
                <a:latin typeface="Aptos"/>
              </a:rPr>
              <a:t>SBOM</a:t>
            </a:r>
            <a:r>
              <a:rPr lang="en-US" sz="1400" noProof="0" dirty="0">
                <a:solidFill>
                  <a:srgbClr val="000000"/>
                </a:solidFill>
                <a:latin typeface="Aptos"/>
              </a:rPr>
              <a:t>  -  Software Bill of Materials - inventory of components and dependencies inside a software artifact.</a:t>
            </a:r>
          </a:p>
          <a:p>
            <a:pPr>
              <a:spcBef>
                <a:spcPts val="200"/>
              </a:spcBef>
              <a:spcAft>
                <a:spcPts val="600"/>
              </a:spcAft>
            </a:pPr>
            <a:r>
              <a:rPr lang="en-US" sz="1600" b="1" noProof="0" dirty="0">
                <a:solidFill>
                  <a:srgbClr val="0F6BFF"/>
                </a:solidFill>
                <a:latin typeface="Aptos"/>
              </a:rPr>
              <a:t>SecNumCloud</a:t>
            </a:r>
            <a:r>
              <a:rPr lang="en-US" sz="1400" noProof="0" dirty="0">
                <a:solidFill>
                  <a:srgbClr val="000000"/>
                </a:solidFill>
                <a:latin typeface="Aptos"/>
              </a:rPr>
              <a:t>  -  French cloud security qualification scheme operated by ANSSI.</a:t>
            </a:r>
          </a:p>
          <a:p>
            <a:pPr>
              <a:spcBef>
                <a:spcPts val="200"/>
              </a:spcBef>
              <a:spcAft>
                <a:spcPts val="600"/>
              </a:spcAft>
            </a:pPr>
            <a:r>
              <a:rPr lang="en-US" sz="1600" b="1" noProof="0" dirty="0">
                <a:solidFill>
                  <a:srgbClr val="0F6BFF"/>
                </a:solidFill>
                <a:latin typeface="Aptos"/>
              </a:rPr>
              <a:t>Sigstore</a:t>
            </a:r>
            <a:r>
              <a:rPr lang="en-US" sz="1400" noProof="0" dirty="0">
                <a:solidFill>
                  <a:srgbClr val="000000"/>
                </a:solidFill>
                <a:latin typeface="Aptos"/>
              </a:rPr>
              <a:t>  -  Open-source project for keyless software signing using OIDC identities.</a:t>
            </a:r>
          </a:p>
          <a:p>
            <a:pPr>
              <a:spcBef>
                <a:spcPts val="200"/>
              </a:spcBef>
              <a:spcAft>
                <a:spcPts val="600"/>
              </a:spcAft>
            </a:pPr>
            <a:r>
              <a:rPr lang="en-US" sz="1600" b="1" noProof="0" dirty="0">
                <a:solidFill>
                  <a:srgbClr val="0F6BFF"/>
                </a:solidFill>
                <a:latin typeface="Aptos"/>
              </a:rPr>
              <a:t>SPDX</a:t>
            </a:r>
            <a:r>
              <a:rPr lang="en-US" sz="1400" noProof="0" dirty="0">
                <a:solidFill>
                  <a:srgbClr val="000000"/>
                </a:solidFill>
                <a:latin typeface="Aptos"/>
              </a:rPr>
              <a:t>  -  Software Package Data Exchange - ISO/IEC 5962 standard format for SBOM data.</a:t>
            </a:r>
          </a:p>
          <a:p>
            <a:pPr>
              <a:spcBef>
                <a:spcPts val="200"/>
              </a:spcBef>
              <a:spcAft>
                <a:spcPts val="600"/>
              </a:spcAft>
            </a:pPr>
            <a:r>
              <a:rPr lang="en-US" sz="1600" b="1" noProof="0" dirty="0">
                <a:solidFill>
                  <a:srgbClr val="0F6BFF"/>
                </a:solidFill>
                <a:latin typeface="Aptos"/>
              </a:rPr>
              <a:t>SWID</a:t>
            </a:r>
            <a:r>
              <a:rPr lang="en-US" sz="1400" noProof="0" dirty="0">
                <a:solidFill>
                  <a:srgbClr val="000000"/>
                </a:solidFill>
                <a:latin typeface="Aptos"/>
              </a:rPr>
              <a:t>  -  Software Identification Tags - ISO/IEC 19770-2 standard for software inventory.</a:t>
            </a:r>
          </a:p>
          <a:p>
            <a:pPr>
              <a:spcBef>
                <a:spcPts val="200"/>
              </a:spcBef>
              <a:spcAft>
                <a:spcPts val="600"/>
              </a:spcAft>
            </a:pPr>
            <a:r>
              <a:rPr lang="en-US" sz="1600" b="1" noProof="0" dirty="0">
                <a:solidFill>
                  <a:srgbClr val="0F6BFF"/>
                </a:solidFill>
                <a:latin typeface="Aptos"/>
              </a:rPr>
              <a:t>Trivy</a:t>
            </a:r>
            <a:r>
              <a:rPr lang="en-US" sz="1400" noProof="0" dirty="0">
                <a:solidFill>
                  <a:srgbClr val="000000"/>
                </a:solidFill>
                <a:latin typeface="Aptos"/>
              </a:rPr>
              <a:t>  -  Open-source security scanner for containers, IaC, and code (Aqua Security).</a:t>
            </a:r>
          </a:p>
        </p:txBody>
      </p:sp>
    </p:spTree>
    <p:extLst>
      <p:ext uri="{BB962C8B-B14F-4D97-AF65-F5344CB8AC3E}">
        <p14:creationId xmlns:p14="http://schemas.microsoft.com/office/powerpoint/2010/main" val="829344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0" dirty="0"/>
              <a:t>TRADEMARK &amp; LICENSE NOTICES (1/2)</a:t>
            </a:r>
          </a:p>
        </p:txBody>
      </p:sp>
      <p:sp>
        <p:nvSpPr>
          <p:cNvPr id="3" name="Title 2"/>
          <p:cNvSpPr>
            <a:spLocks noGrp="1"/>
          </p:cNvSpPr>
          <p:nvPr>
            <p:ph type="title" idx="2"/>
          </p:nvPr>
        </p:nvSpPr>
        <p:spPr/>
        <p:txBody>
          <a:bodyPr>
            <a:normAutofit fontScale="90000"/>
          </a:bodyPr>
          <a:lstStyle/>
          <a:p>
            <a:r>
              <a:rPr lang="en-US" noProof="0" dirty="0"/>
              <a:t>Logos and trademarks named for technical reference.</a:t>
            </a:r>
          </a:p>
        </p:txBody>
      </p:sp>
      <p:sp>
        <p:nvSpPr>
          <p:cNvPr id="4" name="Text Placeholder 3"/>
          <p:cNvSpPr>
            <a:spLocks noGrp="1"/>
          </p:cNvSpPr>
          <p:nvPr>
            <p:ph type="body" idx="10"/>
          </p:nvPr>
        </p:nvSpPr>
        <p:spPr>
          <a:xfrm>
            <a:off x="1143000" y="5524499"/>
            <a:ext cx="16002000" cy="5013586"/>
          </a:xfrm>
        </p:spPr>
        <p:txBody>
          <a:bodyPr>
            <a:noAutofit/>
          </a:bodyPr>
          <a:lstStyle/>
          <a:p>
            <a:pPr>
              <a:spcBef>
                <a:spcPts val="800"/>
              </a:spcBef>
              <a:spcAft>
                <a:spcPts val="800"/>
              </a:spcAft>
            </a:pPr>
            <a:r>
              <a:rPr lang="en-US" sz="2400" b="1" noProof="0" dirty="0">
                <a:solidFill>
                  <a:srgbClr val="0F6BFF"/>
                </a:solidFill>
              </a:rPr>
              <a:t>▪  </a:t>
            </a:r>
            <a:r>
              <a:rPr lang="en-US" sz="2400" noProof="0" dirty="0">
                <a:solidFill>
                  <a:srgbClr val="000000"/>
                </a:solidFill>
              </a:rPr>
              <a:t>SAP, SAP NS2 - trademarks of SAP SE / SAP National Security Services. Editorial use only; no endorsement implied. sap.com · sapns2.com</a:t>
            </a:r>
          </a:p>
          <a:p>
            <a:pPr>
              <a:spcBef>
                <a:spcPts val="800"/>
              </a:spcBef>
              <a:spcAft>
                <a:spcPts val="800"/>
              </a:spcAft>
            </a:pPr>
            <a:r>
              <a:rPr lang="en-US" sz="2400" b="1" noProof="0" dirty="0">
                <a:solidFill>
                  <a:srgbClr val="0F6BFF"/>
                </a:solidFill>
              </a:rPr>
              <a:t>▪  </a:t>
            </a:r>
            <a:r>
              <a:rPr lang="en-US" sz="2400" noProof="0" dirty="0">
                <a:solidFill>
                  <a:srgbClr val="000000"/>
                </a:solidFill>
              </a:rPr>
              <a:t>BWI - trademark of BWI GmbH (Bundeswehr-IT). Editorial use of the Wikimedia public-domain wordmark; verify against BWI press conditions before external publication. bwi.de</a:t>
            </a:r>
          </a:p>
          <a:p>
            <a:pPr>
              <a:spcBef>
                <a:spcPts val="800"/>
              </a:spcBef>
              <a:spcAft>
                <a:spcPts val="800"/>
              </a:spcAft>
            </a:pPr>
            <a:r>
              <a:rPr lang="en-US" sz="2400" b="1" noProof="0" dirty="0">
                <a:solidFill>
                  <a:srgbClr val="0F6BFF"/>
                </a:solidFill>
              </a:rPr>
              <a:t>▪  </a:t>
            </a:r>
            <a:r>
              <a:rPr lang="en-US" sz="2400" noProof="0" dirty="0">
                <a:solidFill>
                  <a:srgbClr val="000000"/>
                </a:solidFill>
              </a:rPr>
              <a:t>Gardener, Platform Mesh, NeoNephos Foundation - Linux Foundation Europe artwork; usage governed by the Linux Foundation trademark usage guidelines (linuxfoundation.org/legal/trademark-usage). gardener.cloud · platform-mesh.io · neonephos.org</a:t>
            </a:r>
          </a:p>
          <a:p>
            <a:pPr>
              <a:spcBef>
                <a:spcPts val="800"/>
              </a:spcBef>
              <a:spcAft>
                <a:spcPts val="800"/>
              </a:spcAft>
            </a:pPr>
            <a:r>
              <a:rPr lang="en-US" sz="2400" b="1" noProof="0" dirty="0">
                <a:solidFill>
                  <a:srgbClr val="0F6BFF"/>
                </a:solidFill>
              </a:rPr>
              <a:t>▪  </a:t>
            </a:r>
            <a:r>
              <a:rPr lang="en-US" sz="2400" noProof="0" dirty="0">
                <a:solidFill>
                  <a:srgbClr val="000000"/>
                </a:solidFill>
              </a:rPr>
              <a:t>Konfidence - SAP-supported open project; logo from konfidence.cloud. Editorial use only; verify with the Konfidence project before external publication. konfidence.cloud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0" dirty="0"/>
              <a:t>TRADEMARK &amp; LICENSE NOTICES (2/2)</a:t>
            </a:r>
          </a:p>
        </p:txBody>
      </p:sp>
      <p:sp>
        <p:nvSpPr>
          <p:cNvPr id="3" name="Title 2"/>
          <p:cNvSpPr>
            <a:spLocks noGrp="1"/>
          </p:cNvSpPr>
          <p:nvPr>
            <p:ph type="title" idx="2"/>
          </p:nvPr>
        </p:nvSpPr>
        <p:spPr/>
        <p:txBody>
          <a:bodyPr>
            <a:normAutofit fontScale="90000"/>
          </a:bodyPr>
          <a:lstStyle/>
          <a:p>
            <a:r>
              <a:rPr lang="en-US" noProof="0" dirty="0"/>
              <a:t>Logos and trademarks named for technical reference.</a:t>
            </a:r>
          </a:p>
        </p:txBody>
      </p:sp>
      <p:sp>
        <p:nvSpPr>
          <p:cNvPr id="4" name="Text Placeholder 3"/>
          <p:cNvSpPr>
            <a:spLocks noGrp="1"/>
          </p:cNvSpPr>
          <p:nvPr>
            <p:ph type="body" idx="10"/>
          </p:nvPr>
        </p:nvSpPr>
        <p:spPr/>
        <p:txBody>
          <a:bodyPr>
            <a:normAutofit/>
          </a:bodyPr>
          <a:lstStyle/>
          <a:p>
            <a:pPr>
              <a:spcBef>
                <a:spcPts val="800"/>
              </a:spcBef>
              <a:spcAft>
                <a:spcPts val="800"/>
              </a:spcAft>
            </a:pPr>
            <a:r>
              <a:rPr lang="en-US" sz="2400" b="1" noProof="0" dirty="0">
                <a:solidFill>
                  <a:srgbClr val="0F6BFF"/>
                </a:solidFill>
              </a:rPr>
              <a:t>▪  </a:t>
            </a:r>
            <a:r>
              <a:rPr lang="en-US" sz="2400" noProof="0" dirty="0"/>
              <a:t>OpenControlPlane - open-source project at open-control-plane.io. Editorial use only; verify with the project before external publication. open-control-plane.io</a:t>
            </a:r>
            <a:endParaRPr lang="en-US" sz="2400" b="1" noProof="0" dirty="0">
              <a:solidFill>
                <a:srgbClr val="0F6BFF"/>
              </a:solidFill>
            </a:endParaRPr>
          </a:p>
          <a:p>
            <a:pPr>
              <a:spcBef>
                <a:spcPts val="800"/>
              </a:spcBef>
              <a:spcAft>
                <a:spcPts val="800"/>
              </a:spcAft>
            </a:pPr>
            <a:r>
              <a:rPr lang="en-US" sz="2400" b="1" noProof="0" dirty="0">
                <a:solidFill>
                  <a:srgbClr val="0F6BFF"/>
                </a:solidFill>
              </a:rPr>
              <a:t>▪  </a:t>
            </a:r>
            <a:r>
              <a:rPr lang="en-US" sz="2400" noProof="0" dirty="0">
                <a:solidFill>
                  <a:srgbClr val="000000"/>
                </a:solidFill>
              </a:rPr>
              <a:t>Kyma - SAP-originated open-source project at kyma-project.io. Editorial use only. kyma-project.io</a:t>
            </a:r>
          </a:p>
          <a:p>
            <a:pPr>
              <a:spcBef>
                <a:spcPts val="800"/>
              </a:spcBef>
              <a:spcAft>
                <a:spcPts val="800"/>
              </a:spcAft>
            </a:pPr>
            <a:r>
              <a:rPr lang="en-US" sz="2400" b="1" noProof="0" dirty="0">
                <a:solidFill>
                  <a:srgbClr val="0F6BFF"/>
                </a:solidFill>
              </a:rPr>
              <a:t>▪  </a:t>
            </a:r>
            <a:r>
              <a:rPr lang="en-US" sz="2400" noProof="0" dirty="0">
                <a:solidFill>
                  <a:srgbClr val="000000"/>
                </a:solidFill>
              </a:rPr>
              <a:t>Hyperspace, RBSC, CSI, Greenhouse, Steampunk - internal SAP delivery infrastructure named for context; not third-party marks.</a:t>
            </a:r>
          </a:p>
          <a:p>
            <a:pPr>
              <a:spcBef>
                <a:spcPts val="800"/>
              </a:spcBef>
              <a:spcAft>
                <a:spcPts val="800"/>
              </a:spcAft>
            </a:pPr>
            <a:r>
              <a:rPr lang="en-US" sz="2400" b="1" noProof="0" dirty="0">
                <a:solidFill>
                  <a:srgbClr val="0F6BFF"/>
                </a:solidFill>
              </a:rPr>
              <a:t>▪  </a:t>
            </a:r>
            <a:r>
              <a:rPr lang="en-US" sz="2400" noProof="0" dirty="0">
                <a:solidFill>
                  <a:srgbClr val="000000"/>
                </a:solidFill>
              </a:rPr>
              <a:t>Trivy, Grype, Sigstore, Helm, OCI, Kubernetes, kro, Flux, Argo CD - third-party trademarks named for technical reference; ownership remains with their respective projects and organisations.</a:t>
            </a:r>
          </a:p>
          <a:p>
            <a:pPr>
              <a:spcBef>
                <a:spcPts val="800"/>
              </a:spcBef>
              <a:spcAft>
                <a:spcPts val="800"/>
              </a:spcAft>
            </a:pPr>
            <a:endParaRPr lang="en-US" sz="2400" noProof="0" dirty="0">
              <a:solidFill>
                <a:srgbClr val="000000"/>
              </a:solidFill>
            </a:endParaRPr>
          </a:p>
        </p:txBody>
      </p:sp>
    </p:spTree>
  </p:cSld>
  <p:clrMapOvr>
    <a:masterClrMapping/>
  </p:clrMapOvr>
</p:sld>
</file>

<file path=ppt/theme/theme1.xml><?xml version="1.0" encoding="utf-8"?>
<a:theme xmlns:a="http://schemas.openxmlformats.org/drawingml/2006/main" name="OCM">
  <a:themeElements>
    <a:clrScheme name="OCM">
      <a:dk1>
        <a:srgbClr val="000000"/>
      </a:dk1>
      <a:lt1>
        <a:srgbClr val="FFFFFF"/>
      </a:lt1>
      <a:dk2>
        <a:srgbClr val="0A3A99"/>
      </a:dk2>
      <a:lt2>
        <a:srgbClr val="F3F4F6"/>
      </a:lt2>
      <a:accent1>
        <a:srgbClr val="0F6BFF"/>
      </a:accent1>
      <a:accent2>
        <a:srgbClr val="0A3A99"/>
      </a:accent2>
      <a:accent3>
        <a:srgbClr val="5CD6FF"/>
      </a:accent3>
      <a:accent4>
        <a:srgbClr val="6B7280"/>
      </a:accent4>
      <a:accent5>
        <a:srgbClr val="0A1530"/>
      </a:accent5>
      <a:accent6>
        <a:srgbClr val="F3F4F6"/>
      </a:accent6>
      <a:hlink>
        <a:srgbClr val="0F6BFF"/>
      </a:hlink>
      <a:folHlink>
        <a:srgbClr val="0A3A99"/>
      </a:folHlink>
    </a:clrScheme>
    <a:fontScheme name="OCM">
      <a:majorFont>
        <a:latin typeface="Aptos Display"/>
        <a:ea typeface=""/>
        <a:cs typeface=""/>
      </a:majorFont>
      <a:minorFont>
        <a:latin typeface="Apto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40000" dist="20000" dir="5400000" rotWithShape="0">
              <a:srgbClr val="000000">
                <a:alpha val="38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schemeClr>
            </a:gs>
            <a:gs pos="50000">
              <a:schemeClr val="phClr">
                <a:tint val="98000"/>
                <a:satMod val="130000"/>
                <a:shade val="9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17EFA48812873240AA97B5B839318D37" ma:contentTypeVersion="14" ma:contentTypeDescription="Ein neues Dokument erstellen." ma:contentTypeScope="" ma:versionID="4bce6beaeb9c8ec65b9f37b447a7570d">
  <xsd:schema xmlns:xsd="http://www.w3.org/2001/XMLSchema" xmlns:xs="http://www.w3.org/2001/XMLSchema" xmlns:p="http://schemas.microsoft.com/office/2006/metadata/properties" xmlns:ns2="ba6d13f6-f01e-4a65-ae09-5a5653d84bec" xmlns:ns3="05b660bb-c4f4-43c1-874c-d1e089478096" targetNamespace="http://schemas.microsoft.com/office/2006/metadata/properties" ma:root="true" ma:fieldsID="22a9e4bc8febba88b361bb00f6ddf6de" ns2:_="" ns3:_="">
    <xsd:import namespace="ba6d13f6-f01e-4a65-ae09-5a5653d84bec"/>
    <xsd:import namespace="05b660bb-c4f4-43c1-874c-d1e08947809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a6d13f6-f01e-4a65-ae09-5a5653d84b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Bildmarkierungen" ma:readOnly="false" ma:fieldId="{5cf76f15-5ced-4ddc-b409-7134ff3c332f}" ma:taxonomyMulti="true" ma:sspId="c7b3fb9d-ee0a-40a8-bd42-4026b75186d8"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5b660bb-c4f4-43c1-874c-d1e089478096" elementFormDefault="qualified">
    <xsd:import namespace="http://schemas.microsoft.com/office/2006/documentManagement/types"/>
    <xsd:import namespace="http://schemas.microsoft.com/office/infopath/2007/PartnerControls"/>
    <xsd:element name="SharedWithUsers" ma:index="12"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Freigegeben für - Details" ma:internalName="SharedWithDetails" ma:readOnly="true">
      <xsd:simpleType>
        <xsd:restriction base="dms:Note">
          <xsd:maxLength value="255"/>
        </xsd:restriction>
      </xsd:simpleType>
    </xsd:element>
    <xsd:element name="TaxCatchAll" ma:index="20" nillable="true" ma:displayName="Taxonomy Catch All Column" ma:hidden="true" ma:list="{fff8ce3b-15f6-4222-8a04-f02cd1531d9b}" ma:internalName="TaxCatchAll" ma:showField="CatchAllData" ma:web="05b660bb-c4f4-43c1-874c-d1e08947809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a6d13f6-f01e-4a65-ae09-5a5653d84bec">
      <Terms xmlns="http://schemas.microsoft.com/office/infopath/2007/PartnerControls"/>
    </lcf76f155ced4ddcb4097134ff3c332f>
    <TaxCatchAll xmlns="05b660bb-c4f4-43c1-874c-d1e089478096" xsi:nil="true"/>
  </documentManagement>
</p:properties>
</file>

<file path=customXml/itemProps1.xml><?xml version="1.0" encoding="utf-8"?>
<ds:datastoreItem xmlns:ds="http://schemas.openxmlformats.org/officeDocument/2006/customXml" ds:itemID="{FE057ED1-A550-4639-A4B1-8A7B99D84F1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a6d13f6-f01e-4a65-ae09-5a5653d84bec"/>
    <ds:schemaRef ds:uri="05b660bb-c4f4-43c1-874c-d1e08947809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68DC671-9E3F-4B7A-8204-DE3BC12518D2}">
  <ds:schemaRefs>
    <ds:schemaRef ds:uri="http://schemas.microsoft.com/sharepoint/v3/contenttype/forms"/>
  </ds:schemaRefs>
</ds:datastoreItem>
</file>

<file path=customXml/itemProps3.xml><?xml version="1.0" encoding="utf-8"?>
<ds:datastoreItem xmlns:ds="http://schemas.openxmlformats.org/officeDocument/2006/customXml" ds:itemID="{B12F929F-47E3-49F9-A825-16A970069669}">
  <ds:schemaRefs>
    <ds:schemaRef ds:uri="http://schemas.microsoft.com/office/2006/documentManagement/types"/>
    <ds:schemaRef ds:uri="http://schemas.microsoft.com/office/infopath/2007/PartnerControls"/>
    <ds:schemaRef ds:uri="http://schemas.microsoft.com/office/2006/metadata/properties"/>
    <ds:schemaRef ds:uri="http://purl.org/dc/dcmitype/"/>
    <ds:schemaRef ds:uri="http://schemas.openxmlformats.org/package/2006/metadata/core-properties"/>
    <ds:schemaRef ds:uri="http://purl.org/dc/terms/"/>
    <ds:schemaRef ds:uri="05b660bb-c4f4-43c1-874c-d1e089478096"/>
    <ds:schemaRef ds:uri="ba6d13f6-f01e-4a65-ae09-5a5653d84bec"/>
    <ds:schemaRef ds:uri="http://www.w3.org/XML/1998/namespace"/>
    <ds:schemaRef ds:uri="http://purl.org/dc/elements/1.1/"/>
  </ds:schemaRefs>
</ds:datastoreItem>
</file>

<file path=docMetadata/LabelInfo.xml><?xml version="1.0" encoding="utf-8"?>
<clbl:labelList xmlns:clbl="http://schemas.microsoft.com/office/2020/mipLabelMetadata">
  <clbl:label id="{51e9b6e7-e4bc-422b-b136-be52bca82e7c}" enabled="1" method="Privileged" siteId="{42f7676c-f455-423c-82f6-dc2d99791af7}" removed="0"/>
</clbl:labelList>
</file>

<file path=docProps/app.xml><?xml version="1.0" encoding="utf-8"?>
<Properties xmlns="http://schemas.openxmlformats.org/officeDocument/2006/extended-properties" xmlns:vt="http://schemas.openxmlformats.org/officeDocument/2006/docPropsVTypes">
  <TotalTime>0</TotalTime>
  <Words>3852</Words>
  <Application>Microsoft Macintosh PowerPoint</Application>
  <PresentationFormat>Benutzerdefiniert</PresentationFormat>
  <Paragraphs>334</Paragraphs>
  <Slides>17</Slides>
  <Notes>15</Notes>
  <HiddenSlides>2</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17</vt:i4>
      </vt:variant>
    </vt:vector>
  </HeadingPairs>
  <TitlesOfParts>
    <vt:vector size="22" baseType="lpstr">
      <vt:lpstr>Aptos</vt:lpstr>
      <vt:lpstr>Aptos Display</vt:lpstr>
      <vt:lpstr>Arial</vt:lpstr>
      <vt:lpstr>Consolas</vt:lpstr>
      <vt:lpstr>OCM</vt:lpstr>
      <vt:lpstr>Your supply chain has</vt:lpstr>
      <vt:lpstr>What today's delivery model can't see.</vt:lpstr>
      <vt:lpstr>Sovereignty is no longer optional</vt:lpstr>
      <vt:lpstr>Meet OCM. One identity, every boundary.</vt:lpstr>
      <vt:lpstr>SBOM lists. SBOD delivers.</vt:lpstr>
      <vt:lpstr>What the envelope holds.</vt:lpstr>
      <vt:lpstr>Composes around your existing stack.</vt:lpstr>
      <vt:lpstr>Pack · Sign · Transport · Deploy</vt:lpstr>
      <vt:lpstr>Trust, but verify.</vt:lpstr>
      <vt:lpstr>Trust travels with the component.</vt:lpstr>
      <vt:lpstr>Compliance as a system property - not a quarterly retrofit.</vt:lpstr>
      <vt:lpstr>Six outcomes. One model.</vt:lpstr>
      <vt:lpstr>SAP stewards. NeoNephos governs. Production-grade. Sovereign-ready.</vt:lpstr>
      <vt:lpstr>Start delivering with confidence.</vt:lpstr>
      <vt:lpstr>Quick reference for the acronyms used in this deck.</vt:lpstr>
      <vt:lpstr>Logos and trademarks named for technical reference.</vt:lpstr>
      <vt:lpstr>Logos and trademarks named for technical reference.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Morrison, Gerald</cp:lastModifiedBy>
  <cp:revision>1</cp:revision>
  <dcterms:created xsi:type="dcterms:W3CDTF">2013-01-27T09:14:16Z</dcterms:created>
  <dcterms:modified xsi:type="dcterms:W3CDTF">2026-07-01T15:58:22Z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0x01010017EFA48812873240AA97B5B839318D37</vt:lpwstr>
  </property>
  <property fmtid="{D5CDD505-2E9C-101B-9397-08002B2CF9AE}" pid="3" name="MediaServiceImageTags">
    <vt:lpwstr/>
  </property>
</Properties>
</file>