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sldIdLst>
    <p:sldId id="256" r:id="rId5"/>
    <p:sldId id="257" r:id="rId6"/>
    <p:sldId id="278" r:id="rId7"/>
    <p:sldId id="260" r:id="rId8"/>
    <p:sldId id="263" r:id="rId9"/>
    <p:sldId id="264" r:id="rId10"/>
    <p:sldId id="266" r:id="rId11"/>
    <p:sldId id="267" r:id="rId12"/>
    <p:sldId id="269" r:id="rId13"/>
    <p:sldId id="270" r:id="rId14"/>
    <p:sldId id="280" r:id="rId15"/>
    <p:sldId id="272" r:id="rId16"/>
    <p:sldId id="273" r:id="rId17"/>
    <p:sldId id="274" r:id="rId18"/>
    <p:sldId id="279" r:id="rId19"/>
    <p:sldId id="276" r:id="rId20"/>
    <p:sldId id="277" r:id="rId21"/>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2E7718-3AE7-6940-B12A-E99BD404B45F}" v="21" dt="2026-07-02T12:12:32.5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65753"/>
  </p:normalViewPr>
  <p:slideViewPr>
    <p:cSldViewPr snapToGrid="0">
      <p:cViewPr varScale="1">
        <p:scale>
          <a:sx n="51" d="100"/>
          <a:sy n="51" d="100"/>
        </p:scale>
        <p:origin x="2408" y="2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rison, Gerald" userId="S::gerald.morrison@sap.com::7611ca13-cc5f-41ee-a954-b612bc1298db" providerId="AD" clId="Web-{94F45870-02BF-0645-A045-2C3F1F70406B}"/>
    <pc:docChg chg="modSld">
      <pc:chgData name="Morrison, Gerald" userId="S::gerald.morrison@sap.com::7611ca13-cc5f-41ee-a954-b612bc1298db" providerId="AD" clId="Web-{94F45870-02BF-0645-A045-2C3F1F70406B}" dt="2026-06-22T15:34:50.007" v="0" actId="20577"/>
      <pc:docMkLst>
        <pc:docMk/>
      </pc:docMkLst>
      <pc:sldChg chg="modSp">
        <pc:chgData name="Morrison, Gerald" userId="S::gerald.morrison@sap.com::7611ca13-cc5f-41ee-a954-b612bc1298db" providerId="AD" clId="Web-{94F45870-02BF-0645-A045-2C3F1F70406B}" dt="2026-06-22T15:34:50.007" v="0" actId="20577"/>
        <pc:sldMkLst>
          <pc:docMk/>
          <pc:sldMk cId="0" sldId="257"/>
        </pc:sldMkLst>
        <pc:spChg chg="mod">
          <ac:chgData name="Morrison, Gerald" userId="S::gerald.morrison@sap.com::7611ca13-cc5f-41ee-a954-b612bc1298db" providerId="AD" clId="Web-{94F45870-02BF-0645-A045-2C3F1F70406B}" dt="2026-06-22T15:34:50.007" v="0" actId="20577"/>
          <ac:spMkLst>
            <pc:docMk/>
            <pc:sldMk cId="0" sldId="257"/>
            <ac:spMk id="5" creationId="{00000000-0000-0000-0000-000000000000}"/>
          </ac:spMkLst>
        </pc:spChg>
      </pc:sldChg>
    </pc:docChg>
  </pc:docChgLst>
  <pc:docChgLst>
    <pc:chgData clId="Web-{6F454FFE-5CD5-59A2-52D1-49B3763C65B2}"/>
    <pc:docChg chg="modSld">
      <pc:chgData name="" userId="" providerId="" clId="Web-{6F454FFE-5CD5-59A2-52D1-49B3763C65B2}" dt="2026-06-22T14:40:44.362" v="0" actId="20577"/>
      <pc:docMkLst>
        <pc:docMk/>
      </pc:docMkLst>
      <pc:sldChg chg="modSp">
        <pc:chgData name="" userId="" providerId="" clId="Web-{6F454FFE-5CD5-59A2-52D1-49B3763C65B2}" dt="2026-06-22T14:40:44.362" v="0" actId="20577"/>
        <pc:sldMkLst>
          <pc:docMk/>
          <pc:sldMk cId="0" sldId="256"/>
        </pc:sldMkLst>
        <pc:spChg chg="mod">
          <ac:chgData name="" userId="" providerId="" clId="Web-{6F454FFE-5CD5-59A2-52D1-49B3763C65B2}" dt="2026-06-22T14:40:44.362" v="0" actId="20577"/>
          <ac:spMkLst>
            <pc:docMk/>
            <pc:sldMk cId="0" sldId="256"/>
            <ac:spMk id="3" creationId="{00000000-0000-0000-0000-000000000000}"/>
          </ac:spMkLst>
        </pc:spChg>
      </pc:sldChg>
    </pc:docChg>
  </pc:docChgLst>
  <pc:docChgLst>
    <pc:chgData name="Morrison, Gerald" userId="S::gerald.morrison@sap.com::7611ca13-cc5f-41ee-a954-b612bc1298db" providerId="AD" clId="Web-{F5B5FE95-52F0-45C5-DD0E-65F9E45C9B6F}"/>
    <pc:docChg chg="modSld">
      <pc:chgData name="Morrison, Gerald" userId="S::gerald.morrison@sap.com::7611ca13-cc5f-41ee-a954-b612bc1298db" providerId="AD" clId="Web-{F5B5FE95-52F0-45C5-DD0E-65F9E45C9B6F}" dt="2026-06-22T09:48:37.472" v="6" actId="20577"/>
      <pc:docMkLst>
        <pc:docMk/>
      </pc:docMkLst>
      <pc:sldChg chg="modSp">
        <pc:chgData name="Morrison, Gerald" userId="S::gerald.morrison@sap.com::7611ca13-cc5f-41ee-a954-b612bc1298db" providerId="AD" clId="Web-{F5B5FE95-52F0-45C5-DD0E-65F9E45C9B6F}" dt="2026-06-22T09:48:37.472" v="6" actId="20577"/>
        <pc:sldMkLst>
          <pc:docMk/>
          <pc:sldMk cId="0" sldId="256"/>
        </pc:sldMkLst>
        <pc:spChg chg="mod">
          <ac:chgData name="Morrison, Gerald" userId="S::gerald.morrison@sap.com::7611ca13-cc5f-41ee-a954-b612bc1298db" providerId="AD" clId="Web-{F5B5FE95-52F0-45C5-DD0E-65F9E45C9B6F}" dt="2026-06-22T09:48:37.472" v="6" actId="20577"/>
          <ac:spMkLst>
            <pc:docMk/>
            <pc:sldMk cId="0" sldId="256"/>
            <ac:spMk id="3" creationId="{00000000-0000-0000-0000-000000000000}"/>
          </ac:spMkLst>
        </pc:spChg>
        <pc:spChg chg="mod">
          <ac:chgData name="Morrison, Gerald" userId="S::gerald.morrison@sap.com::7611ca13-cc5f-41ee-a954-b612bc1298db" providerId="AD" clId="Web-{F5B5FE95-52F0-45C5-DD0E-65F9E45C9B6F}" dt="2026-06-22T09:48:32.628" v="5" actId="20577"/>
          <ac:spMkLst>
            <pc:docMk/>
            <pc:sldMk cId="0" sldId="256"/>
            <ac:spMk id="4" creationId="{00000000-0000-0000-0000-000000000000}"/>
          </ac:spMkLst>
        </pc:spChg>
      </pc:sldChg>
    </pc:docChg>
  </pc:docChgLst>
  <pc:docChgLst>
    <pc:chgData name="Morrison, Gerald" userId="7611ca13-cc5f-41ee-a954-b612bc1298db" providerId="ADAL" clId="{B47175D1-F1FB-505F-809D-7A5D89969F47}"/>
    <pc:docChg chg="undo redo custSel addSld delSld modSld sldOrd">
      <pc:chgData name="Morrison, Gerald" userId="7611ca13-cc5f-41ee-a954-b612bc1298db" providerId="ADAL" clId="{B47175D1-F1FB-505F-809D-7A5D89969F47}" dt="2026-07-02T12:13:08.406" v="2217" actId="790"/>
      <pc:docMkLst>
        <pc:docMk/>
      </pc:docMkLst>
      <pc:sldChg chg="modSp mod modNotesTx">
        <pc:chgData name="Morrison, Gerald" userId="7611ca13-cc5f-41ee-a954-b612bc1298db" providerId="ADAL" clId="{B47175D1-F1FB-505F-809D-7A5D89969F47}" dt="2026-07-01T15:19:58.870" v="2019" actId="790"/>
        <pc:sldMkLst>
          <pc:docMk/>
          <pc:sldMk cId="0" sldId="256"/>
        </pc:sldMkLst>
        <pc:spChg chg="mod">
          <ac:chgData name="Morrison, Gerald" userId="7611ca13-cc5f-41ee-a954-b612bc1298db" providerId="ADAL" clId="{B47175D1-F1FB-505F-809D-7A5D89969F47}" dt="2026-06-29T10:45:31.498" v="1769" actId="790"/>
          <ac:spMkLst>
            <pc:docMk/>
            <pc:sldMk cId="0" sldId="256"/>
            <ac:spMk id="2" creationId="{00000000-0000-0000-0000-000000000000}"/>
          </ac:spMkLst>
        </pc:spChg>
        <pc:spChg chg="mod">
          <ac:chgData name="Morrison, Gerald" userId="7611ca13-cc5f-41ee-a954-b612bc1298db" providerId="ADAL" clId="{B47175D1-F1FB-505F-809D-7A5D89969F47}" dt="2026-06-29T10:45:31.498" v="1769" actId="790"/>
          <ac:spMkLst>
            <pc:docMk/>
            <pc:sldMk cId="0" sldId="256"/>
            <ac:spMk id="3" creationId="{00000000-0000-0000-0000-000000000000}"/>
          </ac:spMkLst>
        </pc:spChg>
        <pc:spChg chg="mod">
          <ac:chgData name="Morrison, Gerald" userId="7611ca13-cc5f-41ee-a954-b612bc1298db" providerId="ADAL" clId="{B47175D1-F1FB-505F-809D-7A5D89969F47}" dt="2026-07-01T10:26:47.308" v="1992" actId="20577"/>
          <ac:spMkLst>
            <pc:docMk/>
            <pc:sldMk cId="0" sldId="256"/>
            <ac:spMk id="4" creationId="{00000000-0000-0000-0000-000000000000}"/>
          </ac:spMkLst>
        </pc:spChg>
        <pc:spChg chg="mod">
          <ac:chgData name="Morrison, Gerald" userId="7611ca13-cc5f-41ee-a954-b612bc1298db" providerId="ADAL" clId="{B47175D1-F1FB-505F-809D-7A5D89969F47}" dt="2026-07-01T10:27:05.061" v="2003" actId="20577"/>
          <ac:spMkLst>
            <pc:docMk/>
            <pc:sldMk cId="0" sldId="256"/>
            <ac:spMk id="5" creationId="{00000000-0000-0000-0000-000000000000}"/>
          </ac:spMkLst>
        </pc:spChg>
        <pc:picChg chg="mod">
          <ac:chgData name="Morrison, Gerald" userId="7611ca13-cc5f-41ee-a954-b612bc1298db" providerId="ADAL" clId="{B47175D1-F1FB-505F-809D-7A5D89969F47}" dt="2026-06-22T14:28:27.886" v="1670" actId="1076"/>
          <ac:picMkLst>
            <pc:docMk/>
            <pc:sldMk cId="0" sldId="256"/>
            <ac:picMk id="6" creationId="{00000000-0000-0000-0000-000000000000}"/>
          </ac:picMkLst>
        </pc:picChg>
      </pc:sldChg>
      <pc:sldChg chg="modSp mod modNotesTx">
        <pc:chgData name="Morrison, Gerald" userId="7611ca13-cc5f-41ee-a954-b612bc1298db" providerId="ADAL" clId="{B47175D1-F1FB-505F-809D-7A5D89969F47}" dt="2026-07-01T15:20:08.774" v="2020" actId="790"/>
        <pc:sldMkLst>
          <pc:docMk/>
          <pc:sldMk cId="0" sldId="257"/>
        </pc:sldMkLst>
        <pc:spChg chg="mod">
          <ac:chgData name="Morrison, Gerald" userId="7611ca13-cc5f-41ee-a954-b612bc1298db" providerId="ADAL" clId="{B47175D1-F1FB-505F-809D-7A5D89969F47}" dt="2026-06-29T10:45:18.944" v="1768" actId="790"/>
          <ac:spMkLst>
            <pc:docMk/>
            <pc:sldMk cId="0" sldId="257"/>
            <ac:spMk id="2" creationId="{00000000-0000-0000-0000-000000000000}"/>
          </ac:spMkLst>
        </pc:spChg>
        <pc:spChg chg="mod">
          <ac:chgData name="Morrison, Gerald" userId="7611ca13-cc5f-41ee-a954-b612bc1298db" providerId="ADAL" clId="{B47175D1-F1FB-505F-809D-7A5D89969F47}" dt="2026-06-29T10:45:18.944" v="1768" actId="790"/>
          <ac:spMkLst>
            <pc:docMk/>
            <pc:sldMk cId="0" sldId="257"/>
            <ac:spMk id="3" creationId="{00000000-0000-0000-0000-000000000000}"/>
          </ac:spMkLst>
        </pc:spChg>
        <pc:spChg chg="mod">
          <ac:chgData name="Morrison, Gerald" userId="7611ca13-cc5f-41ee-a954-b612bc1298db" providerId="ADAL" clId="{B47175D1-F1FB-505F-809D-7A5D89969F47}" dt="2026-06-29T10:45:18.944" v="1768" actId="790"/>
          <ac:spMkLst>
            <pc:docMk/>
            <pc:sldMk cId="0" sldId="257"/>
            <ac:spMk id="4" creationId="{00000000-0000-0000-0000-000000000000}"/>
          </ac:spMkLst>
        </pc:spChg>
        <pc:spChg chg="mod">
          <ac:chgData name="Morrison, Gerald" userId="7611ca13-cc5f-41ee-a954-b612bc1298db" providerId="ADAL" clId="{B47175D1-F1FB-505F-809D-7A5D89969F47}" dt="2026-06-29T10:45:18.944" v="1768" actId="790"/>
          <ac:spMkLst>
            <pc:docMk/>
            <pc:sldMk cId="0" sldId="257"/>
            <ac:spMk id="5" creationId="{00000000-0000-0000-0000-000000000000}"/>
          </ac:spMkLst>
        </pc:spChg>
        <pc:spChg chg="mod">
          <ac:chgData name="Morrison, Gerald" userId="7611ca13-cc5f-41ee-a954-b612bc1298db" providerId="ADAL" clId="{B47175D1-F1FB-505F-809D-7A5D89969F47}" dt="2026-06-29T10:45:18.944" v="1768" actId="790"/>
          <ac:spMkLst>
            <pc:docMk/>
            <pc:sldMk cId="0" sldId="257"/>
            <ac:spMk id="6" creationId="{00000000-0000-0000-0000-000000000000}"/>
          </ac:spMkLst>
        </pc:spChg>
        <pc:spChg chg="mod">
          <ac:chgData name="Morrison, Gerald" userId="7611ca13-cc5f-41ee-a954-b612bc1298db" providerId="ADAL" clId="{B47175D1-F1FB-505F-809D-7A5D89969F47}" dt="2026-06-29T10:45:18.944" v="1768" actId="790"/>
          <ac:spMkLst>
            <pc:docMk/>
            <pc:sldMk cId="0" sldId="257"/>
            <ac:spMk id="7" creationId="{00000000-0000-0000-0000-000000000000}"/>
          </ac:spMkLst>
        </pc:spChg>
        <pc:spChg chg="mod">
          <ac:chgData name="Morrison, Gerald" userId="7611ca13-cc5f-41ee-a954-b612bc1298db" providerId="ADAL" clId="{B47175D1-F1FB-505F-809D-7A5D89969F47}" dt="2026-06-29T10:45:18.944" v="1768" actId="790"/>
          <ac:spMkLst>
            <pc:docMk/>
            <pc:sldMk cId="0" sldId="257"/>
            <ac:spMk id="8" creationId="{00000000-0000-0000-0000-000000000000}"/>
          </ac:spMkLst>
        </pc:spChg>
        <pc:spChg chg="mod">
          <ac:chgData name="Morrison, Gerald" userId="7611ca13-cc5f-41ee-a954-b612bc1298db" providerId="ADAL" clId="{B47175D1-F1FB-505F-809D-7A5D89969F47}" dt="2026-06-29T10:45:18.944" v="1768" actId="790"/>
          <ac:spMkLst>
            <pc:docMk/>
            <pc:sldMk cId="0" sldId="257"/>
            <ac:spMk id="9" creationId="{00000000-0000-0000-0000-000000000000}"/>
          </ac:spMkLst>
        </pc:spChg>
      </pc:sldChg>
      <pc:sldChg chg="modSp mod modNotesTx">
        <pc:chgData name="Morrison, Gerald" userId="7611ca13-cc5f-41ee-a954-b612bc1298db" providerId="ADAL" clId="{B47175D1-F1FB-505F-809D-7A5D89969F47}" dt="2026-07-01T15:20:37.881" v="2022" actId="790"/>
        <pc:sldMkLst>
          <pc:docMk/>
          <pc:sldMk cId="0" sldId="260"/>
        </pc:sldMkLst>
        <pc:spChg chg="mod">
          <ac:chgData name="Morrison, Gerald" userId="7611ca13-cc5f-41ee-a954-b612bc1298db" providerId="ADAL" clId="{B47175D1-F1FB-505F-809D-7A5D89969F47}" dt="2026-06-29T10:45:18.944" v="1768" actId="790"/>
          <ac:spMkLst>
            <pc:docMk/>
            <pc:sldMk cId="0" sldId="260"/>
            <ac:spMk id="2" creationId="{00000000-0000-0000-0000-000000000000}"/>
          </ac:spMkLst>
        </pc:spChg>
        <pc:spChg chg="mod">
          <ac:chgData name="Morrison, Gerald" userId="7611ca13-cc5f-41ee-a954-b612bc1298db" providerId="ADAL" clId="{B47175D1-F1FB-505F-809D-7A5D89969F47}" dt="2026-06-29T10:45:18.944" v="1768" actId="790"/>
          <ac:spMkLst>
            <pc:docMk/>
            <pc:sldMk cId="0" sldId="260"/>
            <ac:spMk id="3" creationId="{00000000-0000-0000-0000-000000000000}"/>
          </ac:spMkLst>
        </pc:spChg>
        <pc:spChg chg="mod">
          <ac:chgData name="Morrison, Gerald" userId="7611ca13-cc5f-41ee-a954-b612bc1298db" providerId="ADAL" clId="{B47175D1-F1FB-505F-809D-7A5D89969F47}" dt="2026-07-01T10:22:43.483" v="1861" actId="20577"/>
          <ac:spMkLst>
            <pc:docMk/>
            <pc:sldMk cId="0" sldId="260"/>
            <ac:spMk id="4" creationId="{00000000-0000-0000-0000-000000000000}"/>
          </ac:spMkLst>
        </pc:spChg>
      </pc:sldChg>
      <pc:sldChg chg="addSp delSp modSp add del mod ord">
        <pc:chgData name="Morrison, Gerald" userId="7611ca13-cc5f-41ee-a954-b612bc1298db" providerId="ADAL" clId="{B47175D1-F1FB-505F-809D-7A5D89969F47}" dt="2026-07-01T13:09:32.782" v="2012" actId="313"/>
        <pc:sldMkLst>
          <pc:docMk/>
          <pc:sldMk cId="0" sldId="263"/>
        </pc:sldMkLst>
        <pc:spChg chg="mod">
          <ac:chgData name="Morrison, Gerald" userId="7611ca13-cc5f-41ee-a954-b612bc1298db" providerId="ADAL" clId="{B47175D1-F1FB-505F-809D-7A5D89969F47}" dt="2026-07-01T13:09:32.782" v="2012" actId="313"/>
          <ac:spMkLst>
            <pc:docMk/>
            <pc:sldMk cId="0" sldId="263"/>
            <ac:spMk id="2" creationId="{00000000-0000-0000-0000-000000000000}"/>
          </ac:spMkLst>
        </pc:spChg>
        <pc:spChg chg="mod">
          <ac:chgData name="Morrison, Gerald" userId="7611ca13-cc5f-41ee-a954-b612bc1298db" providerId="ADAL" clId="{B47175D1-F1FB-505F-809D-7A5D89969F47}" dt="2026-06-29T10:45:18.944" v="1768" actId="790"/>
          <ac:spMkLst>
            <pc:docMk/>
            <pc:sldMk cId="0" sldId="263"/>
            <ac:spMk id="3" creationId="{00000000-0000-0000-0000-000000000000}"/>
          </ac:spMkLst>
        </pc:spChg>
        <pc:spChg chg="add mod">
          <ac:chgData name="Morrison, Gerald" userId="7611ca13-cc5f-41ee-a954-b612bc1298db" providerId="ADAL" clId="{B47175D1-F1FB-505F-809D-7A5D89969F47}" dt="2026-06-22T12:39:27.447" v="1531" actId="1076"/>
          <ac:spMkLst>
            <pc:docMk/>
            <pc:sldMk cId="0" sldId="263"/>
            <ac:spMk id="4" creationId="{CA097F73-CAA8-BA1E-3036-0D39393913FC}"/>
          </ac:spMkLst>
        </pc:spChg>
        <pc:spChg chg="mod">
          <ac:chgData name="Morrison, Gerald" userId="7611ca13-cc5f-41ee-a954-b612bc1298db" providerId="ADAL" clId="{B47175D1-F1FB-505F-809D-7A5D89969F47}" dt="2026-06-22T10:42:28.989" v="224" actId="790"/>
          <ac:spMkLst>
            <pc:docMk/>
            <pc:sldMk cId="0" sldId="263"/>
            <ac:spMk id="5" creationId="{00000000-0000-0000-0000-000000000000}"/>
          </ac:spMkLst>
        </pc:spChg>
        <pc:spChg chg="mod">
          <ac:chgData name="Morrison, Gerald" userId="7611ca13-cc5f-41ee-a954-b612bc1298db" providerId="ADAL" clId="{B47175D1-F1FB-505F-809D-7A5D89969F47}" dt="2026-06-29T10:45:18.944" v="1768" actId="790"/>
          <ac:spMkLst>
            <pc:docMk/>
            <pc:sldMk cId="0" sldId="263"/>
            <ac:spMk id="6" creationId="{00000000-0000-0000-0000-000000000000}"/>
          </ac:spMkLst>
        </pc:spChg>
        <pc:spChg chg="add mod">
          <ac:chgData name="Morrison, Gerald" userId="7611ca13-cc5f-41ee-a954-b612bc1298db" providerId="ADAL" clId="{B47175D1-F1FB-505F-809D-7A5D89969F47}" dt="2026-06-29T10:45:18.944" v="1768" actId="790"/>
          <ac:spMkLst>
            <pc:docMk/>
            <pc:sldMk cId="0" sldId="263"/>
            <ac:spMk id="7" creationId="{EB912EE8-1961-E720-CC4A-87BAA85FCE57}"/>
          </ac:spMkLst>
        </pc:spChg>
        <pc:spChg chg="mod">
          <ac:chgData name="Morrison, Gerald" userId="7611ca13-cc5f-41ee-a954-b612bc1298db" providerId="ADAL" clId="{B47175D1-F1FB-505F-809D-7A5D89969F47}" dt="2026-06-29T10:45:18.944" v="1768" actId="790"/>
          <ac:spMkLst>
            <pc:docMk/>
            <pc:sldMk cId="0" sldId="263"/>
            <ac:spMk id="26" creationId="{88EAC3C9-8E6A-E342-0AE1-44075853E208}"/>
          </ac:spMkLst>
        </pc:spChg>
        <pc:spChg chg="mod">
          <ac:chgData name="Morrison, Gerald" userId="7611ca13-cc5f-41ee-a954-b612bc1298db" providerId="ADAL" clId="{B47175D1-F1FB-505F-809D-7A5D89969F47}" dt="2026-06-29T10:45:18.944" v="1768" actId="790"/>
          <ac:spMkLst>
            <pc:docMk/>
            <pc:sldMk cId="0" sldId="263"/>
            <ac:spMk id="28" creationId="{71712967-2914-B3EA-3BC4-8EAFE514670E}"/>
          </ac:spMkLst>
        </pc:spChg>
        <pc:spChg chg="mod">
          <ac:chgData name="Morrison, Gerald" userId="7611ca13-cc5f-41ee-a954-b612bc1298db" providerId="ADAL" clId="{B47175D1-F1FB-505F-809D-7A5D89969F47}" dt="2026-06-23T08:35:35.035" v="1715" actId="20577"/>
          <ac:spMkLst>
            <pc:docMk/>
            <pc:sldMk cId="0" sldId="263"/>
            <ac:spMk id="29" creationId="{3D53599D-7D09-09D5-4F09-51156F42EBFF}"/>
          </ac:spMkLst>
        </pc:spChg>
        <pc:spChg chg="mod">
          <ac:chgData name="Morrison, Gerald" userId="7611ca13-cc5f-41ee-a954-b612bc1298db" providerId="ADAL" clId="{B47175D1-F1FB-505F-809D-7A5D89969F47}" dt="2026-06-22T10:43:18.291" v="234" actId="1036"/>
          <ac:spMkLst>
            <pc:docMk/>
            <pc:sldMk cId="0" sldId="263"/>
            <ac:spMk id="32" creationId="{E4C9A205-DF14-D081-8F61-A7E214902032}"/>
          </ac:spMkLst>
        </pc:spChg>
        <pc:spChg chg="mod">
          <ac:chgData name="Morrison, Gerald" userId="7611ca13-cc5f-41ee-a954-b612bc1298db" providerId="ADAL" clId="{B47175D1-F1FB-505F-809D-7A5D89969F47}" dt="2026-06-29T10:45:18.944" v="1768" actId="790"/>
          <ac:spMkLst>
            <pc:docMk/>
            <pc:sldMk cId="0" sldId="263"/>
            <ac:spMk id="38" creationId="{E182FCF4-CAE4-7744-B784-B96EA668D49B}"/>
          </ac:spMkLst>
        </pc:spChg>
        <pc:spChg chg="mod">
          <ac:chgData name="Morrison, Gerald" userId="7611ca13-cc5f-41ee-a954-b612bc1298db" providerId="ADAL" clId="{B47175D1-F1FB-505F-809D-7A5D89969F47}" dt="2026-06-23T08:49:56.812" v="1735" actId="790"/>
          <ac:spMkLst>
            <pc:docMk/>
            <pc:sldMk cId="0" sldId="263"/>
            <ac:spMk id="40" creationId="{591BB228-5ACE-EE76-CB3B-CBA6B78CC481}"/>
          </ac:spMkLst>
        </pc:spChg>
        <pc:spChg chg="mod">
          <ac:chgData name="Morrison, Gerald" userId="7611ca13-cc5f-41ee-a954-b612bc1298db" providerId="ADAL" clId="{B47175D1-F1FB-505F-809D-7A5D89969F47}" dt="2026-06-29T10:45:18.944" v="1768" actId="790"/>
          <ac:spMkLst>
            <pc:docMk/>
            <pc:sldMk cId="0" sldId="263"/>
            <ac:spMk id="42" creationId="{38FF5D8A-E928-2532-17FD-B402A81338DD}"/>
          </ac:spMkLst>
        </pc:spChg>
        <pc:spChg chg="mod">
          <ac:chgData name="Morrison, Gerald" userId="7611ca13-cc5f-41ee-a954-b612bc1298db" providerId="ADAL" clId="{B47175D1-F1FB-505F-809D-7A5D89969F47}" dt="2026-06-29T10:45:18.944" v="1768" actId="790"/>
          <ac:spMkLst>
            <pc:docMk/>
            <pc:sldMk cId="0" sldId="263"/>
            <ac:spMk id="44" creationId="{45639F1D-CF9D-2BFA-3B3D-1DDDF3AD6736}"/>
          </ac:spMkLst>
        </pc:spChg>
        <pc:spChg chg="mod">
          <ac:chgData name="Morrison, Gerald" userId="7611ca13-cc5f-41ee-a954-b612bc1298db" providerId="ADAL" clId="{B47175D1-F1FB-505F-809D-7A5D89969F47}" dt="2026-06-23T08:49:56.812" v="1735" actId="790"/>
          <ac:spMkLst>
            <pc:docMk/>
            <pc:sldMk cId="0" sldId="263"/>
            <ac:spMk id="46" creationId="{570C8BFA-A16C-A43C-7A8F-0A3374B724F5}"/>
          </ac:spMkLst>
        </pc:spChg>
        <pc:spChg chg="mod">
          <ac:chgData name="Morrison, Gerald" userId="7611ca13-cc5f-41ee-a954-b612bc1298db" providerId="ADAL" clId="{B47175D1-F1FB-505F-809D-7A5D89969F47}" dt="2026-06-23T08:49:56.812" v="1735" actId="790"/>
          <ac:spMkLst>
            <pc:docMk/>
            <pc:sldMk cId="0" sldId="263"/>
            <ac:spMk id="47" creationId="{16A28ABF-D2F9-03F5-7884-B8BB543381E9}"/>
          </ac:spMkLst>
        </pc:spChg>
        <pc:spChg chg="mod">
          <ac:chgData name="Morrison, Gerald" userId="7611ca13-cc5f-41ee-a954-b612bc1298db" providerId="ADAL" clId="{B47175D1-F1FB-505F-809D-7A5D89969F47}" dt="2026-06-23T08:49:56.812" v="1735" actId="790"/>
          <ac:spMkLst>
            <pc:docMk/>
            <pc:sldMk cId="0" sldId="263"/>
            <ac:spMk id="49" creationId="{6FFF383A-3DBB-0B4A-8218-7C8B060A1A3C}"/>
          </ac:spMkLst>
        </pc:spChg>
        <pc:spChg chg="mod">
          <ac:chgData name="Morrison, Gerald" userId="7611ca13-cc5f-41ee-a954-b612bc1298db" providerId="ADAL" clId="{B47175D1-F1FB-505F-809D-7A5D89969F47}" dt="2026-06-23T08:49:56.812" v="1735" actId="790"/>
          <ac:spMkLst>
            <pc:docMk/>
            <pc:sldMk cId="0" sldId="263"/>
            <ac:spMk id="50" creationId="{955C320C-A5D9-D8A3-ACF9-C286AF9942C6}"/>
          </ac:spMkLst>
        </pc:spChg>
        <pc:spChg chg="mod">
          <ac:chgData name="Morrison, Gerald" userId="7611ca13-cc5f-41ee-a954-b612bc1298db" providerId="ADAL" clId="{B47175D1-F1FB-505F-809D-7A5D89969F47}" dt="2026-06-29T10:45:18.944" v="1768" actId="790"/>
          <ac:spMkLst>
            <pc:docMk/>
            <pc:sldMk cId="0" sldId="263"/>
            <ac:spMk id="51" creationId="{0D0BC734-CF21-C3A9-AED6-40C1FE205CC4}"/>
          </ac:spMkLst>
        </pc:spChg>
        <pc:spChg chg="mod">
          <ac:chgData name="Morrison, Gerald" userId="7611ca13-cc5f-41ee-a954-b612bc1298db" providerId="ADAL" clId="{B47175D1-F1FB-505F-809D-7A5D89969F47}" dt="2026-06-29T10:45:18.944" v="1768" actId="790"/>
          <ac:spMkLst>
            <pc:docMk/>
            <pc:sldMk cId="0" sldId="263"/>
            <ac:spMk id="52" creationId="{BC1ADF9A-2FAD-2C2E-EB8E-9BB99ACFBC3F}"/>
          </ac:spMkLst>
        </pc:spChg>
        <pc:picChg chg="mod">
          <ac:chgData name="Morrison, Gerald" userId="7611ca13-cc5f-41ee-a954-b612bc1298db" providerId="ADAL" clId="{B47175D1-F1FB-505F-809D-7A5D89969F47}" dt="2026-06-22T10:43:32.285" v="239" actId="1036"/>
          <ac:picMkLst>
            <pc:docMk/>
            <pc:sldMk cId="0" sldId="263"/>
            <ac:picMk id="14" creationId="{00000000-0000-0000-0000-000000000000}"/>
          </ac:picMkLst>
        </pc:picChg>
        <pc:picChg chg="mod">
          <ac:chgData name="Morrison, Gerald" userId="7611ca13-cc5f-41ee-a954-b612bc1298db" providerId="ADAL" clId="{B47175D1-F1FB-505F-809D-7A5D89969F47}" dt="2026-06-22T10:43:18.291" v="234" actId="1036"/>
          <ac:picMkLst>
            <pc:docMk/>
            <pc:sldMk cId="0" sldId="263"/>
            <ac:picMk id="41" creationId="{643DC5D8-4830-A2E7-B4E9-89BA2A8166F5}"/>
          </ac:picMkLst>
        </pc:picChg>
        <pc:picChg chg="mod">
          <ac:chgData name="Morrison, Gerald" userId="7611ca13-cc5f-41ee-a954-b612bc1298db" providerId="ADAL" clId="{B47175D1-F1FB-505F-809D-7A5D89969F47}" dt="2026-06-22T12:33:13.794" v="1510" actId="166"/>
          <ac:picMkLst>
            <pc:docMk/>
            <pc:sldMk cId="0" sldId="263"/>
            <ac:picMk id="45" creationId="{AE4D216B-16D4-E674-CF9F-4CFBD7214CC9}"/>
          </ac:picMkLst>
        </pc:picChg>
        <pc:picChg chg="mod">
          <ac:chgData name="Morrison, Gerald" userId="7611ca13-cc5f-41ee-a954-b612bc1298db" providerId="ADAL" clId="{B47175D1-F1FB-505F-809D-7A5D89969F47}" dt="2026-06-22T10:43:32.285" v="239" actId="1036"/>
          <ac:picMkLst>
            <pc:docMk/>
            <pc:sldMk cId="0" sldId="263"/>
            <ac:picMk id="53" creationId="{085AE414-326E-5792-6023-C64612781D10}"/>
          </ac:picMkLst>
        </pc:picChg>
      </pc:sldChg>
      <pc:sldChg chg="modSp mod modNotesTx">
        <pc:chgData name="Morrison, Gerald" userId="7611ca13-cc5f-41ee-a954-b612bc1298db" providerId="ADAL" clId="{B47175D1-F1FB-505F-809D-7A5D89969F47}" dt="2026-07-01T15:21:21.260" v="2023" actId="790"/>
        <pc:sldMkLst>
          <pc:docMk/>
          <pc:sldMk cId="0" sldId="264"/>
        </pc:sldMkLst>
        <pc:spChg chg="mod">
          <ac:chgData name="Morrison, Gerald" userId="7611ca13-cc5f-41ee-a954-b612bc1298db" providerId="ADAL" clId="{B47175D1-F1FB-505F-809D-7A5D89969F47}" dt="2026-06-29T10:45:18.944" v="1768" actId="790"/>
          <ac:spMkLst>
            <pc:docMk/>
            <pc:sldMk cId="0" sldId="264"/>
            <ac:spMk id="2" creationId="{00000000-0000-0000-0000-000000000000}"/>
          </ac:spMkLst>
        </pc:spChg>
        <pc:spChg chg="mod">
          <ac:chgData name="Morrison, Gerald" userId="7611ca13-cc5f-41ee-a954-b612bc1298db" providerId="ADAL" clId="{B47175D1-F1FB-505F-809D-7A5D89969F47}" dt="2026-06-29T10:45:18.944" v="1768" actId="790"/>
          <ac:spMkLst>
            <pc:docMk/>
            <pc:sldMk cId="0" sldId="264"/>
            <ac:spMk id="3" creationId="{00000000-0000-0000-0000-000000000000}"/>
          </ac:spMkLst>
        </pc:spChg>
        <pc:spChg chg="mod">
          <ac:chgData name="Morrison, Gerald" userId="7611ca13-cc5f-41ee-a954-b612bc1298db" providerId="ADAL" clId="{B47175D1-F1FB-505F-809D-7A5D89969F47}" dt="2026-06-29T10:45:18.944" v="1768" actId="790"/>
          <ac:spMkLst>
            <pc:docMk/>
            <pc:sldMk cId="0" sldId="264"/>
            <ac:spMk id="4" creationId="{00000000-0000-0000-0000-000000000000}"/>
          </ac:spMkLst>
        </pc:spChg>
        <pc:spChg chg="mod">
          <ac:chgData name="Morrison, Gerald" userId="7611ca13-cc5f-41ee-a954-b612bc1298db" providerId="ADAL" clId="{B47175D1-F1FB-505F-809D-7A5D89969F47}" dt="2026-06-29T10:45:18.944" v="1768" actId="790"/>
          <ac:spMkLst>
            <pc:docMk/>
            <pc:sldMk cId="0" sldId="264"/>
            <ac:spMk id="5" creationId="{00000000-0000-0000-0000-000000000000}"/>
          </ac:spMkLst>
        </pc:spChg>
        <pc:spChg chg="mod">
          <ac:chgData name="Morrison, Gerald" userId="7611ca13-cc5f-41ee-a954-b612bc1298db" providerId="ADAL" clId="{B47175D1-F1FB-505F-809D-7A5D89969F47}" dt="2026-06-29T10:45:18.944" v="1768" actId="790"/>
          <ac:spMkLst>
            <pc:docMk/>
            <pc:sldMk cId="0" sldId="264"/>
            <ac:spMk id="6" creationId="{00000000-0000-0000-0000-000000000000}"/>
          </ac:spMkLst>
        </pc:spChg>
        <pc:spChg chg="mod">
          <ac:chgData name="Morrison, Gerald" userId="7611ca13-cc5f-41ee-a954-b612bc1298db" providerId="ADAL" clId="{B47175D1-F1FB-505F-809D-7A5D89969F47}" dt="2026-06-29T10:45:18.944" v="1768" actId="790"/>
          <ac:spMkLst>
            <pc:docMk/>
            <pc:sldMk cId="0" sldId="264"/>
            <ac:spMk id="7" creationId="{00000000-0000-0000-0000-000000000000}"/>
          </ac:spMkLst>
        </pc:spChg>
        <pc:spChg chg="mod">
          <ac:chgData name="Morrison, Gerald" userId="7611ca13-cc5f-41ee-a954-b612bc1298db" providerId="ADAL" clId="{B47175D1-F1FB-505F-809D-7A5D89969F47}" dt="2026-06-29T10:45:18.944" v="1768" actId="790"/>
          <ac:spMkLst>
            <pc:docMk/>
            <pc:sldMk cId="0" sldId="264"/>
            <ac:spMk id="8" creationId="{00000000-0000-0000-0000-000000000000}"/>
          </ac:spMkLst>
        </pc:spChg>
        <pc:spChg chg="mod">
          <ac:chgData name="Morrison, Gerald" userId="7611ca13-cc5f-41ee-a954-b612bc1298db" providerId="ADAL" clId="{B47175D1-F1FB-505F-809D-7A5D89969F47}" dt="2026-06-29T10:45:18.944" v="1768" actId="790"/>
          <ac:spMkLst>
            <pc:docMk/>
            <pc:sldMk cId="0" sldId="264"/>
            <ac:spMk id="9" creationId="{00000000-0000-0000-0000-000000000000}"/>
          </ac:spMkLst>
        </pc:spChg>
      </pc:sldChg>
      <pc:sldChg chg="addSp delSp modSp add del mod modNotesTx">
        <pc:chgData name="Morrison, Gerald" userId="7611ca13-cc5f-41ee-a954-b612bc1298db" providerId="ADAL" clId="{B47175D1-F1FB-505F-809D-7A5D89969F47}" dt="2026-07-01T15:23:13.736" v="2046" actId="790"/>
        <pc:sldMkLst>
          <pc:docMk/>
          <pc:sldMk cId="0" sldId="266"/>
        </pc:sldMkLst>
        <pc:spChg chg="mod">
          <ac:chgData name="Morrison, Gerald" userId="7611ca13-cc5f-41ee-a954-b612bc1298db" providerId="ADAL" clId="{B47175D1-F1FB-505F-809D-7A5D89969F47}" dt="2026-06-29T10:45:18.944" v="1768" actId="790"/>
          <ac:spMkLst>
            <pc:docMk/>
            <pc:sldMk cId="0" sldId="266"/>
            <ac:spMk id="2" creationId="{00000000-0000-0000-0000-000000000000}"/>
          </ac:spMkLst>
        </pc:spChg>
        <pc:spChg chg="mod">
          <ac:chgData name="Morrison, Gerald" userId="7611ca13-cc5f-41ee-a954-b612bc1298db" providerId="ADAL" clId="{B47175D1-F1FB-505F-809D-7A5D89969F47}" dt="2026-06-29T10:45:18.944" v="1768" actId="790"/>
          <ac:spMkLst>
            <pc:docMk/>
            <pc:sldMk cId="0" sldId="266"/>
            <ac:spMk id="3" creationId="{00000000-0000-0000-0000-000000000000}"/>
          </ac:spMkLst>
        </pc:spChg>
        <pc:spChg chg="mod">
          <ac:chgData name="Morrison, Gerald" userId="7611ca13-cc5f-41ee-a954-b612bc1298db" providerId="ADAL" clId="{B47175D1-F1FB-505F-809D-7A5D89969F47}" dt="2026-06-29T10:45:18.944" v="1768" actId="790"/>
          <ac:spMkLst>
            <pc:docMk/>
            <pc:sldMk cId="0" sldId="266"/>
            <ac:spMk id="4" creationId="{00000000-0000-0000-0000-000000000000}"/>
          </ac:spMkLst>
        </pc:spChg>
        <pc:spChg chg="mod">
          <ac:chgData name="Morrison, Gerald" userId="7611ca13-cc5f-41ee-a954-b612bc1298db" providerId="ADAL" clId="{B47175D1-F1FB-505F-809D-7A5D89969F47}" dt="2026-06-22T10:53:20.313" v="324" actId="1037"/>
          <ac:spMkLst>
            <pc:docMk/>
            <pc:sldMk cId="0" sldId="266"/>
            <ac:spMk id="5" creationId="{00000000-0000-0000-0000-000000000000}"/>
          </ac:spMkLst>
        </pc:spChg>
        <pc:spChg chg="mod">
          <ac:chgData name="Morrison, Gerald" userId="7611ca13-cc5f-41ee-a954-b612bc1298db" providerId="ADAL" clId="{B47175D1-F1FB-505F-809D-7A5D89969F47}" dt="2026-06-23T08:49:56.812" v="1735" actId="790"/>
          <ac:spMkLst>
            <pc:docMk/>
            <pc:sldMk cId="0" sldId="266"/>
            <ac:spMk id="7" creationId="{00000000-0000-0000-0000-000000000000}"/>
          </ac:spMkLst>
        </pc:spChg>
        <pc:spChg chg="mod">
          <ac:chgData name="Morrison, Gerald" userId="7611ca13-cc5f-41ee-a954-b612bc1298db" providerId="ADAL" clId="{B47175D1-F1FB-505F-809D-7A5D89969F47}" dt="2026-06-29T10:45:18.944" v="1768" actId="790"/>
          <ac:spMkLst>
            <pc:docMk/>
            <pc:sldMk cId="0" sldId="266"/>
            <ac:spMk id="8" creationId="{00000000-0000-0000-0000-000000000000}"/>
          </ac:spMkLst>
        </pc:spChg>
        <pc:spChg chg="mod">
          <ac:chgData name="Morrison, Gerald" userId="7611ca13-cc5f-41ee-a954-b612bc1298db" providerId="ADAL" clId="{B47175D1-F1FB-505F-809D-7A5D89969F47}" dt="2026-06-29T10:45:18.944" v="1768" actId="790"/>
          <ac:spMkLst>
            <pc:docMk/>
            <pc:sldMk cId="0" sldId="266"/>
            <ac:spMk id="9" creationId="{00000000-0000-0000-0000-000000000000}"/>
          </ac:spMkLst>
        </pc:spChg>
        <pc:spChg chg="mod">
          <ac:chgData name="Morrison, Gerald" userId="7611ca13-cc5f-41ee-a954-b612bc1298db" providerId="ADAL" clId="{B47175D1-F1FB-505F-809D-7A5D89969F47}" dt="2026-06-23T08:49:56.812" v="1735" actId="790"/>
          <ac:spMkLst>
            <pc:docMk/>
            <pc:sldMk cId="0" sldId="266"/>
            <ac:spMk id="10" creationId="{00000000-0000-0000-0000-000000000000}"/>
          </ac:spMkLst>
        </pc:spChg>
        <pc:spChg chg="mod">
          <ac:chgData name="Morrison, Gerald" userId="7611ca13-cc5f-41ee-a954-b612bc1298db" providerId="ADAL" clId="{B47175D1-F1FB-505F-809D-7A5D89969F47}" dt="2026-06-23T08:49:56.812" v="1735" actId="790"/>
          <ac:spMkLst>
            <pc:docMk/>
            <pc:sldMk cId="0" sldId="266"/>
            <ac:spMk id="12" creationId="{00000000-0000-0000-0000-000000000000}"/>
          </ac:spMkLst>
        </pc:spChg>
        <pc:spChg chg="mod">
          <ac:chgData name="Morrison, Gerald" userId="7611ca13-cc5f-41ee-a954-b612bc1298db" providerId="ADAL" clId="{B47175D1-F1FB-505F-809D-7A5D89969F47}" dt="2026-06-23T08:49:56.812" v="1735" actId="790"/>
          <ac:spMkLst>
            <pc:docMk/>
            <pc:sldMk cId="0" sldId="266"/>
            <ac:spMk id="14" creationId="{00000000-0000-0000-0000-000000000000}"/>
          </ac:spMkLst>
        </pc:spChg>
        <pc:spChg chg="mod">
          <ac:chgData name="Morrison, Gerald" userId="7611ca13-cc5f-41ee-a954-b612bc1298db" providerId="ADAL" clId="{B47175D1-F1FB-505F-809D-7A5D89969F47}" dt="2026-06-23T08:49:56.812" v="1735" actId="790"/>
          <ac:spMkLst>
            <pc:docMk/>
            <pc:sldMk cId="0" sldId="266"/>
            <ac:spMk id="17" creationId="{00000000-0000-0000-0000-000000000000}"/>
          </ac:spMkLst>
        </pc:spChg>
        <pc:spChg chg="mod">
          <ac:chgData name="Morrison, Gerald" userId="7611ca13-cc5f-41ee-a954-b612bc1298db" providerId="ADAL" clId="{B47175D1-F1FB-505F-809D-7A5D89969F47}" dt="2026-06-22T10:53:20.313" v="324" actId="1037"/>
          <ac:spMkLst>
            <pc:docMk/>
            <pc:sldMk cId="0" sldId="266"/>
            <ac:spMk id="18" creationId="{00000000-0000-0000-0000-000000000000}"/>
          </ac:spMkLst>
        </pc:spChg>
        <pc:spChg chg="mod">
          <ac:chgData name="Morrison, Gerald" userId="7611ca13-cc5f-41ee-a954-b612bc1298db" providerId="ADAL" clId="{B47175D1-F1FB-505F-809D-7A5D89969F47}" dt="2026-06-29T10:45:18.944" v="1768" actId="790"/>
          <ac:spMkLst>
            <pc:docMk/>
            <pc:sldMk cId="0" sldId="266"/>
            <ac:spMk id="19" creationId="{00000000-0000-0000-0000-000000000000}"/>
          </ac:spMkLst>
        </pc:spChg>
        <pc:spChg chg="mod">
          <ac:chgData name="Morrison, Gerald" userId="7611ca13-cc5f-41ee-a954-b612bc1298db" providerId="ADAL" clId="{B47175D1-F1FB-505F-809D-7A5D89969F47}" dt="2026-06-22T10:53:20.313" v="324" actId="1037"/>
          <ac:spMkLst>
            <pc:docMk/>
            <pc:sldMk cId="0" sldId="266"/>
            <ac:spMk id="20" creationId="{00000000-0000-0000-0000-000000000000}"/>
          </ac:spMkLst>
        </pc:spChg>
        <pc:spChg chg="mod">
          <ac:chgData name="Morrison, Gerald" userId="7611ca13-cc5f-41ee-a954-b612bc1298db" providerId="ADAL" clId="{B47175D1-F1FB-505F-809D-7A5D89969F47}" dt="2026-06-29T10:45:18.944" v="1768" actId="790"/>
          <ac:spMkLst>
            <pc:docMk/>
            <pc:sldMk cId="0" sldId="266"/>
            <ac:spMk id="22" creationId="{00000000-0000-0000-0000-000000000000}"/>
          </ac:spMkLst>
        </pc:spChg>
        <pc:spChg chg="mod">
          <ac:chgData name="Morrison, Gerald" userId="7611ca13-cc5f-41ee-a954-b612bc1298db" providerId="ADAL" clId="{B47175D1-F1FB-505F-809D-7A5D89969F47}" dt="2026-06-29T10:45:18.944" v="1768" actId="790"/>
          <ac:spMkLst>
            <pc:docMk/>
            <pc:sldMk cId="0" sldId="266"/>
            <ac:spMk id="23" creationId="{00000000-0000-0000-0000-000000000000}"/>
          </ac:spMkLst>
        </pc:spChg>
        <pc:spChg chg="mod">
          <ac:chgData name="Morrison, Gerald" userId="7611ca13-cc5f-41ee-a954-b612bc1298db" providerId="ADAL" clId="{B47175D1-F1FB-505F-809D-7A5D89969F47}" dt="2026-06-22T10:53:43.828" v="331" actId="1035"/>
          <ac:spMkLst>
            <pc:docMk/>
            <pc:sldMk cId="0" sldId="266"/>
            <ac:spMk id="32" creationId="{00000000-0000-0000-0000-000000000000}"/>
          </ac:spMkLst>
        </pc:spChg>
        <pc:spChg chg="mod">
          <ac:chgData name="Morrison, Gerald" userId="7611ca13-cc5f-41ee-a954-b612bc1298db" providerId="ADAL" clId="{B47175D1-F1FB-505F-809D-7A5D89969F47}" dt="2026-06-23T08:49:56.812" v="1735" actId="790"/>
          <ac:spMkLst>
            <pc:docMk/>
            <pc:sldMk cId="0" sldId="266"/>
            <ac:spMk id="34" creationId="{00000000-0000-0000-0000-000000000000}"/>
          </ac:spMkLst>
        </pc:spChg>
        <pc:spChg chg="mod">
          <ac:chgData name="Morrison, Gerald" userId="7611ca13-cc5f-41ee-a954-b612bc1298db" providerId="ADAL" clId="{B47175D1-F1FB-505F-809D-7A5D89969F47}" dt="2026-06-22T10:53:43.828" v="331" actId="1035"/>
          <ac:spMkLst>
            <pc:docMk/>
            <pc:sldMk cId="0" sldId="266"/>
            <ac:spMk id="35" creationId="{00000000-0000-0000-0000-000000000000}"/>
          </ac:spMkLst>
        </pc:spChg>
        <pc:spChg chg="add mod">
          <ac:chgData name="Morrison, Gerald" userId="7611ca13-cc5f-41ee-a954-b612bc1298db" providerId="ADAL" clId="{B47175D1-F1FB-505F-809D-7A5D89969F47}" dt="2026-06-22T10:52:12.461" v="311" actId="164"/>
          <ac:spMkLst>
            <pc:docMk/>
            <pc:sldMk cId="0" sldId="266"/>
            <ac:spMk id="38" creationId="{1FCA1E92-68EC-0680-E9E4-23C6F0C292C5}"/>
          </ac:spMkLst>
        </pc:spChg>
        <pc:spChg chg="mod">
          <ac:chgData name="Morrison, Gerald" userId="7611ca13-cc5f-41ee-a954-b612bc1298db" providerId="ADAL" clId="{B47175D1-F1FB-505F-809D-7A5D89969F47}" dt="2026-06-29T10:45:18.944" v="1768" actId="790"/>
          <ac:spMkLst>
            <pc:docMk/>
            <pc:sldMk cId="0" sldId="266"/>
            <ac:spMk id="42" creationId="{81344D99-E655-8F7A-EB1F-6748C602407E}"/>
          </ac:spMkLst>
        </pc:spChg>
        <pc:spChg chg="mod">
          <ac:chgData name="Morrison, Gerald" userId="7611ca13-cc5f-41ee-a954-b612bc1298db" providerId="ADAL" clId="{B47175D1-F1FB-505F-809D-7A5D89969F47}" dt="2026-06-29T10:45:18.944" v="1768" actId="790"/>
          <ac:spMkLst>
            <pc:docMk/>
            <pc:sldMk cId="0" sldId="266"/>
            <ac:spMk id="45" creationId="{02571F0B-70F2-BFBC-9BDA-CADB3AD55FF3}"/>
          </ac:spMkLst>
        </pc:spChg>
        <pc:spChg chg="mod">
          <ac:chgData name="Morrison, Gerald" userId="7611ca13-cc5f-41ee-a954-b612bc1298db" providerId="ADAL" clId="{B47175D1-F1FB-505F-809D-7A5D89969F47}" dt="2026-06-22T10:52:14.889" v="314"/>
          <ac:spMkLst>
            <pc:docMk/>
            <pc:sldMk cId="0" sldId="266"/>
            <ac:spMk id="48" creationId="{74198971-3169-BA4B-D785-07F81ECC6767}"/>
          </ac:spMkLst>
        </pc:spChg>
        <pc:picChg chg="mod">
          <ac:chgData name="Morrison, Gerald" userId="7611ca13-cc5f-41ee-a954-b612bc1298db" providerId="ADAL" clId="{B47175D1-F1FB-505F-809D-7A5D89969F47}" dt="2026-06-22T10:53:43.828" v="331" actId="1035"/>
          <ac:picMkLst>
            <pc:docMk/>
            <pc:sldMk cId="0" sldId="266"/>
            <ac:picMk id="33" creationId="{00000000-0000-0000-0000-000000000000}"/>
          </ac:picMkLst>
        </pc:picChg>
        <pc:cxnChg chg="add mod">
          <ac:chgData name="Morrison, Gerald" userId="7611ca13-cc5f-41ee-a954-b612bc1298db" providerId="ADAL" clId="{B47175D1-F1FB-505F-809D-7A5D89969F47}" dt="2026-06-22T10:52:19.548" v="316" actId="1076"/>
          <ac:cxnSpMkLst>
            <pc:docMk/>
            <pc:sldMk cId="0" sldId="266"/>
            <ac:cxnSpMk id="37" creationId="{F554FAC5-F3C0-CE6F-227F-7A76A56107A8}"/>
          </ac:cxnSpMkLst>
        </pc:cxnChg>
        <pc:cxnChg chg="mod">
          <ac:chgData name="Morrison, Gerald" userId="7611ca13-cc5f-41ee-a954-b612bc1298db" providerId="ADAL" clId="{B47175D1-F1FB-505F-809D-7A5D89969F47}" dt="2026-06-22T10:52:14.289" v="312"/>
          <ac:cxnSpMkLst>
            <pc:docMk/>
            <pc:sldMk cId="0" sldId="266"/>
            <ac:cxnSpMk id="41" creationId="{69B5CF21-AF4B-466C-5778-B6838D832C5E}"/>
          </ac:cxnSpMkLst>
        </pc:cxnChg>
        <pc:cxnChg chg="mod">
          <ac:chgData name="Morrison, Gerald" userId="7611ca13-cc5f-41ee-a954-b612bc1298db" providerId="ADAL" clId="{B47175D1-F1FB-505F-809D-7A5D89969F47}" dt="2026-06-22T10:52:14.727" v="313"/>
          <ac:cxnSpMkLst>
            <pc:docMk/>
            <pc:sldMk cId="0" sldId="266"/>
            <ac:cxnSpMk id="44" creationId="{8E0C70D7-BF51-B9CE-03B2-D31AE5C384AB}"/>
          </ac:cxnSpMkLst>
        </pc:cxnChg>
        <pc:cxnChg chg="mod">
          <ac:chgData name="Morrison, Gerald" userId="7611ca13-cc5f-41ee-a954-b612bc1298db" providerId="ADAL" clId="{B47175D1-F1FB-505F-809D-7A5D89969F47}" dt="2026-06-22T10:52:14.889" v="314"/>
          <ac:cxnSpMkLst>
            <pc:docMk/>
            <pc:sldMk cId="0" sldId="266"/>
            <ac:cxnSpMk id="47" creationId="{85FFE41B-6015-D37F-E864-EE7BB44D55BE}"/>
          </ac:cxnSpMkLst>
        </pc:cxnChg>
      </pc:sldChg>
      <pc:sldChg chg="addSp modSp mod modNotesTx">
        <pc:chgData name="Morrison, Gerald" userId="7611ca13-cc5f-41ee-a954-b612bc1298db" providerId="ADAL" clId="{B47175D1-F1FB-505F-809D-7A5D89969F47}" dt="2026-07-01T15:23:08.690" v="2045" actId="790"/>
        <pc:sldMkLst>
          <pc:docMk/>
          <pc:sldMk cId="0" sldId="267"/>
        </pc:sldMkLst>
        <pc:spChg chg="mod">
          <ac:chgData name="Morrison, Gerald" userId="7611ca13-cc5f-41ee-a954-b612bc1298db" providerId="ADAL" clId="{B47175D1-F1FB-505F-809D-7A5D89969F47}" dt="2026-06-29T10:45:18.944" v="1768" actId="790"/>
          <ac:spMkLst>
            <pc:docMk/>
            <pc:sldMk cId="0" sldId="267"/>
            <ac:spMk id="2" creationId="{00000000-0000-0000-0000-000000000000}"/>
          </ac:spMkLst>
        </pc:spChg>
        <pc:spChg chg="mod">
          <ac:chgData name="Morrison, Gerald" userId="7611ca13-cc5f-41ee-a954-b612bc1298db" providerId="ADAL" clId="{B47175D1-F1FB-505F-809D-7A5D89969F47}" dt="2026-06-29T10:45:18.944" v="1768" actId="790"/>
          <ac:spMkLst>
            <pc:docMk/>
            <pc:sldMk cId="0" sldId="267"/>
            <ac:spMk id="3" creationId="{00000000-0000-0000-0000-000000000000}"/>
          </ac:spMkLst>
        </pc:spChg>
        <pc:spChg chg="mod">
          <ac:chgData name="Morrison, Gerald" userId="7611ca13-cc5f-41ee-a954-b612bc1298db" providerId="ADAL" clId="{B47175D1-F1FB-505F-809D-7A5D89969F47}" dt="2026-07-01T10:22:53.266" v="1865" actId="20577"/>
          <ac:spMkLst>
            <pc:docMk/>
            <pc:sldMk cId="0" sldId="267"/>
            <ac:spMk id="4" creationId="{00000000-0000-0000-0000-000000000000}"/>
          </ac:spMkLst>
        </pc:spChg>
      </pc:sldChg>
      <pc:sldChg chg="addSp delSp modSp add del mod modNotesTx">
        <pc:chgData name="Morrison, Gerald" userId="7611ca13-cc5f-41ee-a954-b612bc1298db" providerId="ADAL" clId="{B47175D1-F1FB-505F-809D-7A5D89969F47}" dt="2026-07-01T15:23:00.464" v="2044" actId="790"/>
        <pc:sldMkLst>
          <pc:docMk/>
          <pc:sldMk cId="0" sldId="269"/>
        </pc:sldMkLst>
        <pc:spChg chg="mod">
          <ac:chgData name="Morrison, Gerald" userId="7611ca13-cc5f-41ee-a954-b612bc1298db" providerId="ADAL" clId="{B47175D1-F1FB-505F-809D-7A5D89969F47}" dt="2026-07-01T13:09:33.965" v="2013" actId="313"/>
          <ac:spMkLst>
            <pc:docMk/>
            <pc:sldMk cId="0" sldId="269"/>
            <ac:spMk id="2" creationId="{00000000-0000-0000-0000-000000000000}"/>
          </ac:spMkLst>
        </pc:spChg>
        <pc:spChg chg="mod">
          <ac:chgData name="Morrison, Gerald" userId="7611ca13-cc5f-41ee-a954-b612bc1298db" providerId="ADAL" clId="{B47175D1-F1FB-505F-809D-7A5D89969F47}" dt="2026-06-22T10:09:23.755" v="22" actId="27636"/>
          <ac:spMkLst>
            <pc:docMk/>
            <pc:sldMk cId="0" sldId="269"/>
            <ac:spMk id="3" creationId="{00000000-0000-0000-0000-000000000000}"/>
          </ac:spMkLst>
        </pc:spChg>
        <pc:spChg chg="mod">
          <ac:chgData name="Morrison, Gerald" userId="7611ca13-cc5f-41ee-a954-b612bc1298db" providerId="ADAL" clId="{B47175D1-F1FB-505F-809D-7A5D89969F47}" dt="2026-06-23T08:49:56.812" v="1735" actId="790"/>
          <ac:spMkLst>
            <pc:docMk/>
            <pc:sldMk cId="0" sldId="269"/>
            <ac:spMk id="4" creationId="{00000000-0000-0000-0000-000000000000}"/>
          </ac:spMkLst>
        </pc:spChg>
        <pc:spChg chg="mod">
          <ac:chgData name="Morrison, Gerald" userId="7611ca13-cc5f-41ee-a954-b612bc1298db" providerId="ADAL" clId="{B47175D1-F1FB-505F-809D-7A5D89969F47}" dt="2026-06-22T11:07:01.467" v="603" actId="1038"/>
          <ac:spMkLst>
            <pc:docMk/>
            <pc:sldMk cId="0" sldId="269"/>
            <ac:spMk id="5" creationId="{00000000-0000-0000-0000-000000000000}"/>
          </ac:spMkLst>
        </pc:spChg>
        <pc:spChg chg="mod">
          <ac:chgData name="Morrison, Gerald" userId="7611ca13-cc5f-41ee-a954-b612bc1298db" providerId="ADAL" clId="{B47175D1-F1FB-505F-809D-7A5D89969F47}" dt="2026-06-29T10:45:18.944" v="1768" actId="790"/>
          <ac:spMkLst>
            <pc:docMk/>
            <pc:sldMk cId="0" sldId="269"/>
            <ac:spMk id="6" creationId="{00000000-0000-0000-0000-000000000000}"/>
          </ac:spMkLst>
        </pc:spChg>
        <pc:spChg chg="mod">
          <ac:chgData name="Morrison, Gerald" userId="7611ca13-cc5f-41ee-a954-b612bc1298db" providerId="ADAL" clId="{B47175D1-F1FB-505F-809D-7A5D89969F47}" dt="2026-06-22T11:07:19.730" v="607" actId="1037"/>
          <ac:spMkLst>
            <pc:docMk/>
            <pc:sldMk cId="0" sldId="269"/>
            <ac:spMk id="8" creationId="{00000000-0000-0000-0000-000000000000}"/>
          </ac:spMkLst>
        </pc:spChg>
        <pc:spChg chg="mod">
          <ac:chgData name="Morrison, Gerald" userId="7611ca13-cc5f-41ee-a954-b612bc1298db" providerId="ADAL" clId="{B47175D1-F1FB-505F-809D-7A5D89969F47}" dt="2026-06-23T08:49:56.812" v="1735" actId="790"/>
          <ac:spMkLst>
            <pc:docMk/>
            <pc:sldMk cId="0" sldId="269"/>
            <ac:spMk id="20" creationId="{00000000-0000-0000-0000-000000000000}"/>
          </ac:spMkLst>
        </pc:spChg>
        <pc:spChg chg="mod">
          <ac:chgData name="Morrison, Gerald" userId="7611ca13-cc5f-41ee-a954-b612bc1298db" providerId="ADAL" clId="{B47175D1-F1FB-505F-809D-7A5D89969F47}" dt="2026-06-22T11:06:41.226" v="582" actId="1038"/>
          <ac:spMkLst>
            <pc:docMk/>
            <pc:sldMk cId="0" sldId="269"/>
            <ac:spMk id="21" creationId="{00000000-0000-0000-0000-000000000000}"/>
          </ac:spMkLst>
        </pc:spChg>
        <pc:spChg chg="mod">
          <ac:chgData name="Morrison, Gerald" userId="7611ca13-cc5f-41ee-a954-b612bc1298db" providerId="ADAL" clId="{B47175D1-F1FB-505F-809D-7A5D89969F47}" dt="2026-06-22T11:06:41.226" v="582" actId="1038"/>
          <ac:spMkLst>
            <pc:docMk/>
            <pc:sldMk cId="0" sldId="269"/>
            <ac:spMk id="22" creationId="{00000000-0000-0000-0000-000000000000}"/>
          </ac:spMkLst>
        </pc:spChg>
        <pc:spChg chg="mod">
          <ac:chgData name="Morrison, Gerald" userId="7611ca13-cc5f-41ee-a954-b612bc1298db" providerId="ADAL" clId="{B47175D1-F1FB-505F-809D-7A5D89969F47}" dt="2026-06-23T08:49:56.812" v="1735" actId="790"/>
          <ac:spMkLst>
            <pc:docMk/>
            <pc:sldMk cId="0" sldId="269"/>
            <ac:spMk id="24" creationId="{00000000-0000-0000-0000-000000000000}"/>
          </ac:spMkLst>
        </pc:spChg>
        <pc:spChg chg="mod">
          <ac:chgData name="Morrison, Gerald" userId="7611ca13-cc5f-41ee-a954-b612bc1298db" providerId="ADAL" clId="{B47175D1-F1FB-505F-809D-7A5D89969F47}" dt="2026-06-22T10:56:54.493" v="395" actId="164"/>
          <ac:spMkLst>
            <pc:docMk/>
            <pc:sldMk cId="0" sldId="269"/>
            <ac:spMk id="25" creationId="{00000000-0000-0000-0000-000000000000}"/>
          </ac:spMkLst>
        </pc:spChg>
        <pc:spChg chg="mod">
          <ac:chgData name="Morrison, Gerald" userId="7611ca13-cc5f-41ee-a954-b612bc1298db" providerId="ADAL" clId="{B47175D1-F1FB-505F-809D-7A5D89969F47}" dt="2026-06-22T10:56:54.493" v="395" actId="164"/>
          <ac:spMkLst>
            <pc:docMk/>
            <pc:sldMk cId="0" sldId="269"/>
            <ac:spMk id="26" creationId="{00000000-0000-0000-0000-000000000000}"/>
          </ac:spMkLst>
        </pc:spChg>
        <pc:spChg chg="mod">
          <ac:chgData name="Morrison, Gerald" userId="7611ca13-cc5f-41ee-a954-b612bc1298db" providerId="ADAL" clId="{B47175D1-F1FB-505F-809D-7A5D89969F47}" dt="2026-06-23T08:49:56.812" v="1735" actId="790"/>
          <ac:spMkLst>
            <pc:docMk/>
            <pc:sldMk cId="0" sldId="269"/>
            <ac:spMk id="27" creationId="{00000000-0000-0000-0000-000000000000}"/>
          </ac:spMkLst>
        </pc:spChg>
        <pc:spChg chg="mod">
          <ac:chgData name="Morrison, Gerald" userId="7611ca13-cc5f-41ee-a954-b612bc1298db" providerId="ADAL" clId="{B47175D1-F1FB-505F-809D-7A5D89969F47}" dt="2026-06-22T10:56:54.493" v="395" actId="164"/>
          <ac:spMkLst>
            <pc:docMk/>
            <pc:sldMk cId="0" sldId="269"/>
            <ac:spMk id="29" creationId="{00000000-0000-0000-0000-000000000000}"/>
          </ac:spMkLst>
        </pc:spChg>
        <pc:spChg chg="mod">
          <ac:chgData name="Morrison, Gerald" userId="7611ca13-cc5f-41ee-a954-b612bc1298db" providerId="ADAL" clId="{B47175D1-F1FB-505F-809D-7A5D89969F47}" dt="2026-06-29T10:45:18.944" v="1768" actId="790"/>
          <ac:spMkLst>
            <pc:docMk/>
            <pc:sldMk cId="0" sldId="269"/>
            <ac:spMk id="31" creationId="{00000000-0000-0000-0000-000000000000}"/>
          </ac:spMkLst>
        </pc:spChg>
        <pc:spChg chg="mod">
          <ac:chgData name="Morrison, Gerald" userId="7611ca13-cc5f-41ee-a954-b612bc1298db" providerId="ADAL" clId="{B47175D1-F1FB-505F-809D-7A5D89969F47}" dt="2026-06-29T10:45:18.944" v="1768" actId="790"/>
          <ac:spMkLst>
            <pc:docMk/>
            <pc:sldMk cId="0" sldId="269"/>
            <ac:spMk id="33" creationId="{00000000-0000-0000-0000-000000000000}"/>
          </ac:spMkLst>
        </pc:spChg>
        <pc:spChg chg="mod">
          <ac:chgData name="Morrison, Gerald" userId="7611ca13-cc5f-41ee-a954-b612bc1298db" providerId="ADAL" clId="{B47175D1-F1FB-505F-809D-7A5D89969F47}" dt="2026-06-22T10:56:43.742" v="394" actId="1035"/>
          <ac:spMkLst>
            <pc:docMk/>
            <pc:sldMk cId="0" sldId="269"/>
            <ac:spMk id="34" creationId="{00000000-0000-0000-0000-000000000000}"/>
          </ac:spMkLst>
        </pc:spChg>
        <pc:spChg chg="mod">
          <ac:chgData name="Morrison, Gerald" userId="7611ca13-cc5f-41ee-a954-b612bc1298db" providerId="ADAL" clId="{B47175D1-F1FB-505F-809D-7A5D89969F47}" dt="2026-06-22T10:56:43.742" v="394" actId="1035"/>
          <ac:spMkLst>
            <pc:docMk/>
            <pc:sldMk cId="0" sldId="269"/>
            <ac:spMk id="36" creationId="{00000000-0000-0000-0000-000000000000}"/>
          </ac:spMkLst>
        </pc:spChg>
        <pc:spChg chg="mod">
          <ac:chgData name="Morrison, Gerald" userId="7611ca13-cc5f-41ee-a954-b612bc1298db" providerId="ADAL" clId="{B47175D1-F1FB-505F-809D-7A5D89969F47}" dt="2026-06-29T10:45:18.944" v="1768" actId="790"/>
          <ac:spMkLst>
            <pc:docMk/>
            <pc:sldMk cId="0" sldId="269"/>
            <ac:spMk id="37" creationId="{00000000-0000-0000-0000-000000000000}"/>
          </ac:spMkLst>
        </pc:spChg>
        <pc:spChg chg="mod">
          <ac:chgData name="Morrison, Gerald" userId="7611ca13-cc5f-41ee-a954-b612bc1298db" providerId="ADAL" clId="{B47175D1-F1FB-505F-809D-7A5D89969F47}" dt="2026-06-23T08:49:56.812" v="1735" actId="790"/>
          <ac:spMkLst>
            <pc:docMk/>
            <pc:sldMk cId="0" sldId="269"/>
            <ac:spMk id="38" creationId="{00000000-0000-0000-0000-000000000000}"/>
          </ac:spMkLst>
        </pc:spChg>
        <pc:spChg chg="mod">
          <ac:chgData name="Morrison, Gerald" userId="7611ca13-cc5f-41ee-a954-b612bc1298db" providerId="ADAL" clId="{B47175D1-F1FB-505F-809D-7A5D89969F47}" dt="2026-06-29T10:45:18.944" v="1768" actId="790"/>
          <ac:spMkLst>
            <pc:docMk/>
            <pc:sldMk cId="0" sldId="269"/>
            <ac:spMk id="39" creationId="{00000000-0000-0000-0000-000000000000}"/>
          </ac:spMkLst>
        </pc:spChg>
        <pc:spChg chg="mod">
          <ac:chgData name="Morrison, Gerald" userId="7611ca13-cc5f-41ee-a954-b612bc1298db" providerId="ADAL" clId="{B47175D1-F1FB-505F-809D-7A5D89969F47}" dt="2026-06-22T10:56:43.742" v="394" actId="1035"/>
          <ac:spMkLst>
            <pc:docMk/>
            <pc:sldMk cId="0" sldId="269"/>
            <ac:spMk id="41" creationId="{00000000-0000-0000-0000-000000000000}"/>
          </ac:spMkLst>
        </pc:spChg>
        <pc:spChg chg="mod">
          <ac:chgData name="Morrison, Gerald" userId="7611ca13-cc5f-41ee-a954-b612bc1298db" providerId="ADAL" clId="{B47175D1-F1FB-505F-809D-7A5D89969F47}" dt="2026-06-23T08:49:56.812" v="1735" actId="790"/>
          <ac:spMkLst>
            <pc:docMk/>
            <pc:sldMk cId="0" sldId="269"/>
            <ac:spMk id="43" creationId="{00000000-0000-0000-0000-000000000000}"/>
          </ac:spMkLst>
        </pc:spChg>
        <pc:spChg chg="mod">
          <ac:chgData name="Morrison, Gerald" userId="7611ca13-cc5f-41ee-a954-b612bc1298db" providerId="ADAL" clId="{B47175D1-F1FB-505F-809D-7A5D89969F47}" dt="2026-06-23T08:49:56.812" v="1735" actId="790"/>
          <ac:spMkLst>
            <pc:docMk/>
            <pc:sldMk cId="0" sldId="269"/>
            <ac:spMk id="44" creationId="{00000000-0000-0000-0000-000000000000}"/>
          </ac:spMkLst>
        </pc:spChg>
        <pc:spChg chg="mod">
          <ac:chgData name="Morrison, Gerald" userId="7611ca13-cc5f-41ee-a954-b612bc1298db" providerId="ADAL" clId="{B47175D1-F1FB-505F-809D-7A5D89969F47}" dt="2026-06-22T10:56:43.742" v="394" actId="1035"/>
          <ac:spMkLst>
            <pc:docMk/>
            <pc:sldMk cId="0" sldId="269"/>
            <ac:spMk id="46" creationId="{00000000-0000-0000-0000-000000000000}"/>
          </ac:spMkLst>
        </pc:spChg>
        <pc:spChg chg="mod">
          <ac:chgData name="Morrison, Gerald" userId="7611ca13-cc5f-41ee-a954-b612bc1298db" providerId="ADAL" clId="{B47175D1-F1FB-505F-809D-7A5D89969F47}" dt="2026-06-22T10:56:43.742" v="394" actId="1035"/>
          <ac:spMkLst>
            <pc:docMk/>
            <pc:sldMk cId="0" sldId="269"/>
            <ac:spMk id="47" creationId="{00000000-0000-0000-0000-000000000000}"/>
          </ac:spMkLst>
        </pc:spChg>
        <pc:spChg chg="mod">
          <ac:chgData name="Morrison, Gerald" userId="7611ca13-cc5f-41ee-a954-b612bc1298db" providerId="ADAL" clId="{B47175D1-F1FB-505F-809D-7A5D89969F47}" dt="2026-06-23T08:49:56.812" v="1735" actId="790"/>
          <ac:spMkLst>
            <pc:docMk/>
            <pc:sldMk cId="0" sldId="269"/>
            <ac:spMk id="48" creationId="{00000000-0000-0000-0000-000000000000}"/>
          </ac:spMkLst>
        </pc:spChg>
        <pc:spChg chg="mod">
          <ac:chgData name="Morrison, Gerald" userId="7611ca13-cc5f-41ee-a954-b612bc1298db" providerId="ADAL" clId="{B47175D1-F1FB-505F-809D-7A5D89969F47}" dt="2026-06-29T10:45:18.944" v="1768" actId="790"/>
          <ac:spMkLst>
            <pc:docMk/>
            <pc:sldMk cId="0" sldId="269"/>
            <ac:spMk id="49" creationId="{00000000-0000-0000-0000-000000000000}"/>
          </ac:spMkLst>
        </pc:spChg>
        <pc:spChg chg="mod">
          <ac:chgData name="Morrison, Gerald" userId="7611ca13-cc5f-41ee-a954-b612bc1298db" providerId="ADAL" clId="{B47175D1-F1FB-505F-809D-7A5D89969F47}" dt="2026-06-23T08:49:56.812" v="1735" actId="790"/>
          <ac:spMkLst>
            <pc:docMk/>
            <pc:sldMk cId="0" sldId="269"/>
            <ac:spMk id="51" creationId="{00000000-0000-0000-0000-000000000000}"/>
          </ac:spMkLst>
        </pc:spChg>
        <pc:spChg chg="mod">
          <ac:chgData name="Morrison, Gerald" userId="7611ca13-cc5f-41ee-a954-b612bc1298db" providerId="ADAL" clId="{B47175D1-F1FB-505F-809D-7A5D89969F47}" dt="2026-06-29T10:45:18.944" v="1768" actId="790"/>
          <ac:spMkLst>
            <pc:docMk/>
            <pc:sldMk cId="0" sldId="269"/>
            <ac:spMk id="52" creationId="{00000000-0000-0000-0000-000000000000}"/>
          </ac:spMkLst>
        </pc:spChg>
        <pc:spChg chg="add mod">
          <ac:chgData name="Morrison, Gerald" userId="7611ca13-cc5f-41ee-a954-b612bc1298db" providerId="ADAL" clId="{B47175D1-F1FB-505F-809D-7A5D89969F47}" dt="2026-06-22T11:04:00.698" v="538" actId="1035"/>
          <ac:spMkLst>
            <pc:docMk/>
            <pc:sldMk cId="0" sldId="269"/>
            <ac:spMk id="58" creationId="{E174AE8D-CE68-13F5-81B0-C77119DA2170}"/>
          </ac:spMkLst>
        </pc:spChg>
        <pc:spChg chg="mod">
          <ac:chgData name="Morrison, Gerald" userId="7611ca13-cc5f-41ee-a954-b612bc1298db" providerId="ADAL" clId="{B47175D1-F1FB-505F-809D-7A5D89969F47}" dt="2026-06-29T10:45:18.944" v="1768" actId="790"/>
          <ac:spMkLst>
            <pc:docMk/>
            <pc:sldMk cId="0" sldId="269"/>
            <ac:spMk id="73" creationId="{D9682F4C-3FAB-8CE6-E773-27F726C56553}"/>
          </ac:spMkLst>
        </pc:spChg>
        <pc:spChg chg="mod">
          <ac:chgData name="Morrison, Gerald" userId="7611ca13-cc5f-41ee-a954-b612bc1298db" providerId="ADAL" clId="{B47175D1-F1FB-505F-809D-7A5D89969F47}" dt="2026-06-22T11:02:38.654" v="513"/>
          <ac:spMkLst>
            <pc:docMk/>
            <pc:sldMk cId="0" sldId="269"/>
            <ac:spMk id="74" creationId="{30738C3F-F063-0076-5370-8A14980CEFF0}"/>
          </ac:spMkLst>
        </pc:spChg>
        <pc:spChg chg="mod">
          <ac:chgData name="Morrison, Gerald" userId="7611ca13-cc5f-41ee-a954-b612bc1298db" providerId="ADAL" clId="{B47175D1-F1FB-505F-809D-7A5D89969F47}" dt="2026-06-23T08:49:56.812" v="1735" actId="790"/>
          <ac:spMkLst>
            <pc:docMk/>
            <pc:sldMk cId="0" sldId="269"/>
            <ac:spMk id="75" creationId="{54A64C39-6CD3-3122-31E4-D9C2156695EF}"/>
          </ac:spMkLst>
        </pc:spChg>
        <pc:spChg chg="mod">
          <ac:chgData name="Morrison, Gerald" userId="7611ca13-cc5f-41ee-a954-b612bc1298db" providerId="ADAL" clId="{B47175D1-F1FB-505F-809D-7A5D89969F47}" dt="2026-06-22T11:02:38.654" v="513"/>
          <ac:spMkLst>
            <pc:docMk/>
            <pc:sldMk cId="0" sldId="269"/>
            <ac:spMk id="77" creationId="{7263D2C7-063C-EC01-DBDE-3CB0E5BC80E6}"/>
          </ac:spMkLst>
        </pc:spChg>
        <pc:spChg chg="mod">
          <ac:chgData name="Morrison, Gerald" userId="7611ca13-cc5f-41ee-a954-b612bc1298db" providerId="ADAL" clId="{B47175D1-F1FB-505F-809D-7A5D89969F47}" dt="2026-06-29T10:45:18.944" v="1768" actId="790"/>
          <ac:spMkLst>
            <pc:docMk/>
            <pc:sldMk cId="0" sldId="269"/>
            <ac:spMk id="79" creationId="{E2464308-D47E-6A43-C237-AB368FF2565A}"/>
          </ac:spMkLst>
        </pc:spChg>
        <pc:spChg chg="mod">
          <ac:chgData name="Morrison, Gerald" userId="7611ca13-cc5f-41ee-a954-b612bc1298db" providerId="ADAL" clId="{B47175D1-F1FB-505F-809D-7A5D89969F47}" dt="2026-06-29T10:45:18.944" v="1768" actId="790"/>
          <ac:spMkLst>
            <pc:docMk/>
            <pc:sldMk cId="0" sldId="269"/>
            <ac:spMk id="81" creationId="{D65D5E71-207C-CCAF-20B9-B23F766BA5EE}"/>
          </ac:spMkLst>
        </pc:spChg>
        <pc:grpChg chg="add mod">
          <ac:chgData name="Morrison, Gerald" userId="7611ca13-cc5f-41ee-a954-b612bc1298db" providerId="ADAL" clId="{B47175D1-F1FB-505F-809D-7A5D89969F47}" dt="2026-06-22T11:03:35.486" v="536" actId="1036"/>
          <ac:grpSpMkLst>
            <pc:docMk/>
            <pc:sldMk cId="0" sldId="269"/>
            <ac:grpSpMk id="59" creationId="{E870126C-4FE6-62C8-F8DF-71CA282C5FA2}"/>
          </ac:grpSpMkLst>
        </pc:grpChg>
        <pc:grpChg chg="add mod">
          <ac:chgData name="Morrison, Gerald" userId="7611ca13-cc5f-41ee-a954-b612bc1298db" providerId="ADAL" clId="{B47175D1-F1FB-505F-809D-7A5D89969F47}" dt="2026-06-22T11:07:01.467" v="603" actId="1038"/>
          <ac:grpSpMkLst>
            <pc:docMk/>
            <pc:sldMk cId="0" sldId="269"/>
            <ac:grpSpMk id="72" creationId="{A2B55B44-E961-2CF6-42FF-BE4A8456D15F}"/>
          </ac:grpSpMkLst>
        </pc:grpChg>
        <pc:grpChg chg="add mod">
          <ac:chgData name="Morrison, Gerald" userId="7611ca13-cc5f-41ee-a954-b612bc1298db" providerId="ADAL" clId="{B47175D1-F1FB-505F-809D-7A5D89969F47}" dt="2026-06-22T11:08:14.704" v="615" actId="1076"/>
          <ac:grpSpMkLst>
            <pc:docMk/>
            <pc:sldMk cId="0" sldId="269"/>
            <ac:grpSpMk id="82" creationId="{85FB4156-AA78-0B90-A7F8-DA48C417A3DF}"/>
          </ac:grpSpMkLst>
        </pc:grpChg>
        <pc:picChg chg="mod">
          <ac:chgData name="Morrison, Gerald" userId="7611ca13-cc5f-41ee-a954-b612bc1298db" providerId="ADAL" clId="{B47175D1-F1FB-505F-809D-7A5D89969F47}" dt="2026-06-22T11:07:01.467" v="603" actId="1038"/>
          <ac:picMkLst>
            <pc:docMk/>
            <pc:sldMk cId="0" sldId="269"/>
            <ac:picMk id="7" creationId="{00000000-0000-0000-0000-000000000000}"/>
          </ac:picMkLst>
        </pc:picChg>
        <pc:picChg chg="mod">
          <ac:chgData name="Morrison, Gerald" userId="7611ca13-cc5f-41ee-a954-b612bc1298db" providerId="ADAL" clId="{B47175D1-F1FB-505F-809D-7A5D89969F47}" dt="2026-06-22T10:56:54.493" v="395" actId="164"/>
          <ac:picMkLst>
            <pc:docMk/>
            <pc:sldMk cId="0" sldId="269"/>
            <ac:picMk id="30" creationId="{00000000-0000-0000-0000-000000000000}"/>
          </ac:picMkLst>
        </pc:picChg>
        <pc:picChg chg="mod">
          <ac:chgData name="Morrison, Gerald" userId="7611ca13-cc5f-41ee-a954-b612bc1298db" providerId="ADAL" clId="{B47175D1-F1FB-505F-809D-7A5D89969F47}" dt="2026-06-22T11:02:38.654" v="513"/>
          <ac:picMkLst>
            <pc:docMk/>
            <pc:sldMk cId="0" sldId="269"/>
            <ac:picMk id="78" creationId="{7983A35E-A693-23E9-BC56-98BE96D9A212}"/>
          </ac:picMkLst>
        </pc:picChg>
        <pc:cxnChg chg="mod">
          <ac:chgData name="Morrison, Gerald" userId="7611ca13-cc5f-41ee-a954-b612bc1298db" providerId="ADAL" clId="{B47175D1-F1FB-505F-809D-7A5D89969F47}" dt="2026-06-22T10:56:54.493" v="395" actId="164"/>
          <ac:cxnSpMkLst>
            <pc:docMk/>
            <pc:sldMk cId="0" sldId="269"/>
            <ac:cxnSpMk id="28" creationId="{00000000-0000-0000-0000-000000000000}"/>
          </ac:cxnSpMkLst>
        </pc:cxnChg>
        <pc:cxnChg chg="mod">
          <ac:chgData name="Morrison, Gerald" userId="7611ca13-cc5f-41ee-a954-b612bc1298db" providerId="ADAL" clId="{B47175D1-F1FB-505F-809D-7A5D89969F47}" dt="2026-06-22T11:11:17.353" v="1128" actId="692"/>
          <ac:cxnSpMkLst>
            <pc:docMk/>
            <pc:sldMk cId="0" sldId="269"/>
            <ac:cxnSpMk id="53" creationId="{00000000-0000-0000-0000-000000000000}"/>
          </ac:cxnSpMkLst>
        </pc:cxnChg>
        <pc:cxnChg chg="mod">
          <ac:chgData name="Morrison, Gerald" userId="7611ca13-cc5f-41ee-a954-b612bc1298db" providerId="ADAL" clId="{B47175D1-F1FB-505F-809D-7A5D89969F47}" dt="2026-06-22T11:02:38.654" v="513"/>
          <ac:cxnSpMkLst>
            <pc:docMk/>
            <pc:sldMk cId="0" sldId="269"/>
            <ac:cxnSpMk id="76" creationId="{9B550C58-1A21-9236-D679-4E040084465A}"/>
          </ac:cxnSpMkLst>
        </pc:cxnChg>
      </pc:sldChg>
      <pc:sldChg chg="modSp mod modNotesTx">
        <pc:chgData name="Morrison, Gerald" userId="7611ca13-cc5f-41ee-a954-b612bc1298db" providerId="ADAL" clId="{B47175D1-F1FB-505F-809D-7A5D89969F47}" dt="2026-07-01T15:24:38.669" v="2161" actId="790"/>
        <pc:sldMkLst>
          <pc:docMk/>
          <pc:sldMk cId="0" sldId="270"/>
        </pc:sldMkLst>
        <pc:spChg chg="mod">
          <ac:chgData name="Morrison, Gerald" userId="7611ca13-cc5f-41ee-a954-b612bc1298db" providerId="ADAL" clId="{B47175D1-F1FB-505F-809D-7A5D89969F47}" dt="2026-06-29T10:45:18.944" v="1768" actId="790"/>
          <ac:spMkLst>
            <pc:docMk/>
            <pc:sldMk cId="0" sldId="270"/>
            <ac:spMk id="2" creationId="{00000000-0000-0000-0000-000000000000}"/>
          </ac:spMkLst>
        </pc:spChg>
        <pc:spChg chg="mod">
          <ac:chgData name="Morrison, Gerald" userId="7611ca13-cc5f-41ee-a954-b612bc1298db" providerId="ADAL" clId="{B47175D1-F1FB-505F-809D-7A5D89969F47}" dt="2026-07-01T13:09:36.628" v="2014" actId="313"/>
          <ac:spMkLst>
            <pc:docMk/>
            <pc:sldMk cId="0" sldId="270"/>
            <ac:spMk id="3" creationId="{00000000-0000-0000-0000-000000000000}"/>
          </ac:spMkLst>
        </pc:spChg>
        <pc:spChg chg="mod">
          <ac:chgData name="Morrison, Gerald" userId="7611ca13-cc5f-41ee-a954-b612bc1298db" providerId="ADAL" clId="{B47175D1-F1FB-505F-809D-7A5D89969F47}" dt="2026-07-01T13:09:13.561" v="2011" actId="20577"/>
          <ac:spMkLst>
            <pc:docMk/>
            <pc:sldMk cId="0" sldId="270"/>
            <ac:spMk id="4" creationId="{00000000-0000-0000-0000-000000000000}"/>
          </ac:spMkLst>
        </pc:spChg>
      </pc:sldChg>
      <pc:sldChg chg="addSp delSp modSp mod modNotesTx">
        <pc:chgData name="Morrison, Gerald" userId="7611ca13-cc5f-41ee-a954-b612bc1298db" providerId="ADAL" clId="{B47175D1-F1FB-505F-809D-7A5D89969F47}" dt="2026-07-02T12:13:08.406" v="2217" actId="790"/>
        <pc:sldMkLst>
          <pc:docMk/>
          <pc:sldMk cId="0" sldId="272"/>
        </pc:sldMkLst>
        <pc:spChg chg="mod">
          <ac:chgData name="Morrison, Gerald" userId="7611ca13-cc5f-41ee-a954-b612bc1298db" providerId="ADAL" clId="{B47175D1-F1FB-505F-809D-7A5D89969F47}" dt="2026-07-01T13:09:37.777" v="2015" actId="313"/>
          <ac:spMkLst>
            <pc:docMk/>
            <pc:sldMk cId="0" sldId="272"/>
            <ac:spMk id="2" creationId="{00000000-0000-0000-0000-000000000000}"/>
          </ac:spMkLst>
        </pc:spChg>
        <pc:spChg chg="mod">
          <ac:chgData name="Morrison, Gerald" userId="7611ca13-cc5f-41ee-a954-b612bc1298db" providerId="ADAL" clId="{B47175D1-F1FB-505F-809D-7A5D89969F47}" dt="2026-06-29T10:45:18.944" v="1768" actId="790"/>
          <ac:spMkLst>
            <pc:docMk/>
            <pc:sldMk cId="0" sldId="272"/>
            <ac:spMk id="3" creationId="{00000000-0000-0000-0000-000000000000}"/>
          </ac:spMkLst>
        </pc:spChg>
        <pc:spChg chg="mod">
          <ac:chgData name="Morrison, Gerald" userId="7611ca13-cc5f-41ee-a954-b612bc1298db" providerId="ADAL" clId="{B47175D1-F1FB-505F-809D-7A5D89969F47}" dt="2026-06-29T10:45:18.944" v="1768" actId="790"/>
          <ac:spMkLst>
            <pc:docMk/>
            <pc:sldMk cId="0" sldId="272"/>
            <ac:spMk id="7" creationId="{00000000-0000-0000-0000-000000000000}"/>
          </ac:spMkLst>
        </pc:spChg>
        <pc:spChg chg="mod">
          <ac:chgData name="Morrison, Gerald" userId="7611ca13-cc5f-41ee-a954-b612bc1298db" providerId="ADAL" clId="{B47175D1-F1FB-505F-809D-7A5D89969F47}" dt="2026-06-29T10:45:18.944" v="1768" actId="790"/>
          <ac:spMkLst>
            <pc:docMk/>
            <pc:sldMk cId="0" sldId="272"/>
            <ac:spMk id="9" creationId="{00000000-0000-0000-0000-000000000000}"/>
          </ac:spMkLst>
        </pc:spChg>
        <pc:spChg chg="mod">
          <ac:chgData name="Morrison, Gerald" userId="7611ca13-cc5f-41ee-a954-b612bc1298db" providerId="ADAL" clId="{B47175D1-F1FB-505F-809D-7A5D89969F47}" dt="2026-06-29T10:45:18.944" v="1768" actId="790"/>
          <ac:spMkLst>
            <pc:docMk/>
            <pc:sldMk cId="0" sldId="272"/>
            <ac:spMk id="16" creationId="{A767F18A-53E9-4995-DB07-5590E6344080}"/>
          </ac:spMkLst>
        </pc:spChg>
        <pc:grpChg chg="add mod">
          <ac:chgData name="Morrison, Gerald" userId="7611ca13-cc5f-41ee-a954-b612bc1298db" providerId="ADAL" clId="{B47175D1-F1FB-505F-809D-7A5D89969F47}" dt="2026-06-24T13:46:47.701" v="1744" actId="1035"/>
          <ac:grpSpMkLst>
            <pc:docMk/>
            <pc:sldMk cId="0" sldId="272"/>
            <ac:grpSpMk id="14" creationId="{20D082BF-DA3F-2809-48D0-107DBCA3F8BB}"/>
          </ac:grpSpMkLst>
        </pc:grpChg>
        <pc:picChg chg="mod">
          <ac:chgData name="Morrison, Gerald" userId="7611ca13-cc5f-41ee-a954-b612bc1298db" providerId="ADAL" clId="{B47175D1-F1FB-505F-809D-7A5D89969F47}" dt="2026-06-24T13:46:14.001" v="1739"/>
          <ac:picMkLst>
            <pc:docMk/>
            <pc:sldMk cId="0" sldId="272"/>
            <ac:picMk id="15" creationId="{7DE60AA8-AFD2-CD57-ABE7-BAF3E61BA33A}"/>
          </ac:picMkLst>
        </pc:picChg>
      </pc:sldChg>
      <pc:sldChg chg="modSp mod modNotesTx">
        <pc:chgData name="Morrison, Gerald" userId="7611ca13-cc5f-41ee-a954-b612bc1298db" providerId="ADAL" clId="{B47175D1-F1FB-505F-809D-7A5D89969F47}" dt="2026-07-02T12:13:02.041" v="2216" actId="790"/>
        <pc:sldMkLst>
          <pc:docMk/>
          <pc:sldMk cId="0" sldId="273"/>
        </pc:sldMkLst>
        <pc:spChg chg="mod">
          <ac:chgData name="Morrison, Gerald" userId="7611ca13-cc5f-41ee-a954-b612bc1298db" providerId="ADAL" clId="{B47175D1-F1FB-505F-809D-7A5D89969F47}" dt="2026-07-01T13:09:39.127" v="2016" actId="313"/>
          <ac:spMkLst>
            <pc:docMk/>
            <pc:sldMk cId="0" sldId="273"/>
            <ac:spMk id="2" creationId="{00000000-0000-0000-0000-000000000000}"/>
          </ac:spMkLst>
        </pc:spChg>
        <pc:spChg chg="mod">
          <ac:chgData name="Morrison, Gerald" userId="7611ca13-cc5f-41ee-a954-b612bc1298db" providerId="ADAL" clId="{B47175D1-F1FB-505F-809D-7A5D89969F47}" dt="2026-06-29T10:45:18.944" v="1768" actId="790"/>
          <ac:spMkLst>
            <pc:docMk/>
            <pc:sldMk cId="0" sldId="273"/>
            <ac:spMk id="3" creationId="{00000000-0000-0000-0000-000000000000}"/>
          </ac:spMkLst>
        </pc:spChg>
        <pc:spChg chg="mod">
          <ac:chgData name="Morrison, Gerald" userId="7611ca13-cc5f-41ee-a954-b612bc1298db" providerId="ADAL" clId="{B47175D1-F1FB-505F-809D-7A5D89969F47}" dt="2026-07-01T10:24:54.009" v="1926" actId="27107"/>
          <ac:spMkLst>
            <pc:docMk/>
            <pc:sldMk cId="0" sldId="273"/>
            <ac:spMk id="4" creationId="{00000000-0000-0000-0000-000000000000}"/>
          </ac:spMkLst>
        </pc:spChg>
      </pc:sldChg>
      <pc:sldChg chg="addSp modSp mod modNotesTx">
        <pc:chgData name="Morrison, Gerald" userId="7611ca13-cc5f-41ee-a954-b612bc1298db" providerId="ADAL" clId="{B47175D1-F1FB-505F-809D-7A5D89969F47}" dt="2026-07-02T12:12:57.308" v="2215" actId="790"/>
        <pc:sldMkLst>
          <pc:docMk/>
          <pc:sldMk cId="0" sldId="274"/>
        </pc:sldMkLst>
        <pc:spChg chg="mod">
          <ac:chgData name="Morrison, Gerald" userId="7611ca13-cc5f-41ee-a954-b612bc1298db" providerId="ADAL" clId="{B47175D1-F1FB-505F-809D-7A5D89969F47}" dt="2026-07-02T12:12:52.008" v="2214" actId="790"/>
          <ac:spMkLst>
            <pc:docMk/>
            <pc:sldMk cId="0" sldId="274"/>
            <ac:spMk id="2" creationId="{00000000-0000-0000-0000-000000000000}"/>
          </ac:spMkLst>
        </pc:spChg>
        <pc:spChg chg="mod">
          <ac:chgData name="Morrison, Gerald" userId="7611ca13-cc5f-41ee-a954-b612bc1298db" providerId="ADAL" clId="{B47175D1-F1FB-505F-809D-7A5D89969F47}" dt="2026-07-02T12:12:52.008" v="2214" actId="790"/>
          <ac:spMkLst>
            <pc:docMk/>
            <pc:sldMk cId="0" sldId="274"/>
            <ac:spMk id="3" creationId="{00000000-0000-0000-0000-000000000000}"/>
          </ac:spMkLst>
        </pc:spChg>
        <pc:picChg chg="add mod">
          <ac:chgData name="Morrison, Gerald" userId="7611ca13-cc5f-41ee-a954-b612bc1298db" providerId="ADAL" clId="{B47175D1-F1FB-505F-809D-7A5D89969F47}" dt="2026-06-30T15:28:56.178" v="1770"/>
          <ac:picMkLst>
            <pc:docMk/>
            <pc:sldMk cId="0" sldId="274"/>
            <ac:picMk id="6" creationId="{AA01D47D-DD13-3740-B6B8-80CFDDD6E0B0}"/>
          </ac:picMkLst>
        </pc:picChg>
      </pc:sldChg>
      <pc:sldChg chg="modSp mod">
        <pc:chgData name="Morrison, Gerald" userId="7611ca13-cc5f-41ee-a954-b612bc1298db" providerId="ADAL" clId="{B47175D1-F1FB-505F-809D-7A5D89969F47}" dt="2026-07-01T10:26:34.956" v="1981" actId="313"/>
        <pc:sldMkLst>
          <pc:docMk/>
          <pc:sldMk cId="0" sldId="276"/>
        </pc:sldMkLst>
        <pc:spChg chg="mod">
          <ac:chgData name="Morrison, Gerald" userId="7611ca13-cc5f-41ee-a954-b612bc1298db" providerId="ADAL" clId="{B47175D1-F1FB-505F-809D-7A5D89969F47}" dt="2026-06-29T10:45:18.944" v="1768" actId="790"/>
          <ac:spMkLst>
            <pc:docMk/>
            <pc:sldMk cId="0" sldId="276"/>
            <ac:spMk id="2" creationId="{00000000-0000-0000-0000-000000000000}"/>
          </ac:spMkLst>
        </pc:spChg>
        <pc:spChg chg="mod">
          <ac:chgData name="Morrison, Gerald" userId="7611ca13-cc5f-41ee-a954-b612bc1298db" providerId="ADAL" clId="{B47175D1-F1FB-505F-809D-7A5D89969F47}" dt="2026-06-29T10:45:18.944" v="1768" actId="790"/>
          <ac:spMkLst>
            <pc:docMk/>
            <pc:sldMk cId="0" sldId="276"/>
            <ac:spMk id="3" creationId="{00000000-0000-0000-0000-000000000000}"/>
          </ac:spMkLst>
        </pc:spChg>
        <pc:spChg chg="mod">
          <ac:chgData name="Morrison, Gerald" userId="7611ca13-cc5f-41ee-a954-b612bc1298db" providerId="ADAL" clId="{B47175D1-F1FB-505F-809D-7A5D89969F47}" dt="2026-07-01T10:26:34.956" v="1981" actId="313"/>
          <ac:spMkLst>
            <pc:docMk/>
            <pc:sldMk cId="0" sldId="276"/>
            <ac:spMk id="4" creationId="{00000000-0000-0000-0000-000000000000}"/>
          </ac:spMkLst>
        </pc:spChg>
      </pc:sldChg>
      <pc:sldChg chg="modSp mod">
        <pc:chgData name="Morrison, Gerald" userId="7611ca13-cc5f-41ee-a954-b612bc1298db" providerId="ADAL" clId="{B47175D1-F1FB-505F-809D-7A5D89969F47}" dt="2026-07-01T10:26:37.537" v="1985" actId="313"/>
        <pc:sldMkLst>
          <pc:docMk/>
          <pc:sldMk cId="0" sldId="277"/>
        </pc:sldMkLst>
        <pc:spChg chg="mod">
          <ac:chgData name="Morrison, Gerald" userId="7611ca13-cc5f-41ee-a954-b612bc1298db" providerId="ADAL" clId="{B47175D1-F1FB-505F-809D-7A5D89969F47}" dt="2026-06-29T10:45:18.944" v="1768" actId="790"/>
          <ac:spMkLst>
            <pc:docMk/>
            <pc:sldMk cId="0" sldId="277"/>
            <ac:spMk id="2" creationId="{00000000-0000-0000-0000-000000000000}"/>
          </ac:spMkLst>
        </pc:spChg>
        <pc:spChg chg="mod">
          <ac:chgData name="Morrison, Gerald" userId="7611ca13-cc5f-41ee-a954-b612bc1298db" providerId="ADAL" clId="{B47175D1-F1FB-505F-809D-7A5D89969F47}" dt="2026-06-29T10:45:18.944" v="1768" actId="790"/>
          <ac:spMkLst>
            <pc:docMk/>
            <pc:sldMk cId="0" sldId="277"/>
            <ac:spMk id="3" creationId="{00000000-0000-0000-0000-000000000000}"/>
          </ac:spMkLst>
        </pc:spChg>
        <pc:spChg chg="mod">
          <ac:chgData name="Morrison, Gerald" userId="7611ca13-cc5f-41ee-a954-b612bc1298db" providerId="ADAL" clId="{B47175D1-F1FB-505F-809D-7A5D89969F47}" dt="2026-07-01T10:26:37.537" v="1985" actId="313"/>
          <ac:spMkLst>
            <pc:docMk/>
            <pc:sldMk cId="0" sldId="277"/>
            <ac:spMk id="4" creationId="{00000000-0000-0000-0000-000000000000}"/>
          </ac:spMkLst>
        </pc:spChg>
      </pc:sldChg>
      <pc:sldChg chg="addSp delSp modSp add mod modNotesTx">
        <pc:chgData name="Morrison, Gerald" userId="7611ca13-cc5f-41ee-a954-b612bc1298db" providerId="ADAL" clId="{B47175D1-F1FB-505F-809D-7A5D89969F47}" dt="2026-07-01T15:20:20.776" v="2021" actId="790"/>
        <pc:sldMkLst>
          <pc:docMk/>
          <pc:sldMk cId="0" sldId="278"/>
        </pc:sldMkLst>
        <pc:spChg chg="mod">
          <ac:chgData name="Morrison, Gerald" userId="7611ca13-cc5f-41ee-a954-b612bc1298db" providerId="ADAL" clId="{B47175D1-F1FB-505F-809D-7A5D89969F47}" dt="2026-06-23T08:49:56.812" v="1735" actId="790"/>
          <ac:spMkLst>
            <pc:docMk/>
            <pc:sldMk cId="0" sldId="278"/>
            <ac:spMk id="2" creationId="{00000000-0000-0000-0000-000000000000}"/>
          </ac:spMkLst>
        </pc:spChg>
        <pc:spChg chg="mod">
          <ac:chgData name="Morrison, Gerald" userId="7611ca13-cc5f-41ee-a954-b612bc1298db" providerId="ADAL" clId="{B47175D1-F1FB-505F-809D-7A5D89969F47}" dt="2026-06-22T10:09:23.711" v="1" actId="27636"/>
          <ac:spMkLst>
            <pc:docMk/>
            <pc:sldMk cId="0" sldId="278"/>
            <ac:spMk id="3" creationId="{00000000-0000-0000-0000-000000000000}"/>
          </ac:spMkLst>
        </pc:spChg>
        <pc:spChg chg="mod">
          <ac:chgData name="Morrison, Gerald" userId="7611ca13-cc5f-41ee-a954-b612bc1298db" providerId="ADAL" clId="{B47175D1-F1FB-505F-809D-7A5D89969F47}" dt="2026-06-29T10:45:18.944" v="1768" actId="790"/>
          <ac:spMkLst>
            <pc:docMk/>
            <pc:sldMk cId="0" sldId="278"/>
            <ac:spMk id="9" creationId="{00000000-0000-0000-0000-000000000000}"/>
          </ac:spMkLst>
        </pc:spChg>
        <pc:spChg chg="mod">
          <ac:chgData name="Morrison, Gerald" userId="7611ca13-cc5f-41ee-a954-b612bc1298db" providerId="ADAL" clId="{B47175D1-F1FB-505F-809D-7A5D89969F47}" dt="2026-06-29T10:45:18.944" v="1768" actId="790"/>
          <ac:spMkLst>
            <pc:docMk/>
            <pc:sldMk cId="0" sldId="278"/>
            <ac:spMk id="10" creationId="{00000000-0000-0000-0000-000000000000}"/>
          </ac:spMkLst>
        </pc:spChg>
        <pc:spChg chg="mod">
          <ac:chgData name="Morrison, Gerald" userId="7611ca13-cc5f-41ee-a954-b612bc1298db" providerId="ADAL" clId="{B47175D1-F1FB-505F-809D-7A5D89969F47}" dt="2026-06-22T12:22:46.688" v="1396" actId="164"/>
          <ac:spMkLst>
            <pc:docMk/>
            <pc:sldMk cId="0" sldId="278"/>
            <ac:spMk id="16" creationId="{00000000-0000-0000-0000-000000000000}"/>
          </ac:spMkLst>
        </pc:spChg>
        <pc:spChg chg="mod">
          <ac:chgData name="Morrison, Gerald" userId="7611ca13-cc5f-41ee-a954-b612bc1298db" providerId="ADAL" clId="{B47175D1-F1FB-505F-809D-7A5D89969F47}" dt="2026-06-22T12:22:46.688" v="1396" actId="164"/>
          <ac:spMkLst>
            <pc:docMk/>
            <pc:sldMk cId="0" sldId="278"/>
            <ac:spMk id="17" creationId="{00000000-0000-0000-0000-000000000000}"/>
          </ac:spMkLst>
        </pc:spChg>
        <pc:spChg chg="mod">
          <ac:chgData name="Morrison, Gerald" userId="7611ca13-cc5f-41ee-a954-b612bc1298db" providerId="ADAL" clId="{B47175D1-F1FB-505F-809D-7A5D89969F47}" dt="2026-06-23T08:49:56.812" v="1735" actId="790"/>
          <ac:spMkLst>
            <pc:docMk/>
            <pc:sldMk cId="0" sldId="278"/>
            <ac:spMk id="19" creationId="{00000000-0000-0000-0000-000000000000}"/>
          </ac:spMkLst>
        </pc:spChg>
        <pc:spChg chg="mod">
          <ac:chgData name="Morrison, Gerald" userId="7611ca13-cc5f-41ee-a954-b612bc1298db" providerId="ADAL" clId="{B47175D1-F1FB-505F-809D-7A5D89969F47}" dt="2026-06-29T10:45:18.944" v="1768" actId="790"/>
          <ac:spMkLst>
            <pc:docMk/>
            <pc:sldMk cId="0" sldId="278"/>
            <ac:spMk id="22" creationId="{00000000-0000-0000-0000-000000000000}"/>
          </ac:spMkLst>
        </pc:spChg>
        <pc:spChg chg="mod">
          <ac:chgData name="Morrison, Gerald" userId="7611ca13-cc5f-41ee-a954-b612bc1298db" providerId="ADAL" clId="{B47175D1-F1FB-505F-809D-7A5D89969F47}" dt="2026-06-22T12:23:08.495" v="1407" actId="14100"/>
          <ac:spMkLst>
            <pc:docMk/>
            <pc:sldMk cId="0" sldId="278"/>
            <ac:spMk id="23" creationId="{00000000-0000-0000-0000-000000000000}"/>
          </ac:spMkLst>
        </pc:spChg>
        <pc:spChg chg="add del">
          <ac:chgData name="Morrison, Gerald" userId="7611ca13-cc5f-41ee-a954-b612bc1298db" providerId="ADAL" clId="{B47175D1-F1FB-505F-809D-7A5D89969F47}" dt="2026-06-22T10:47:12.593" v="280" actId="478"/>
          <ac:spMkLst>
            <pc:docMk/>
            <pc:sldMk cId="0" sldId="278"/>
            <ac:spMk id="28" creationId="{00000000-0000-0000-0000-000000000000}"/>
          </ac:spMkLst>
        </pc:spChg>
        <pc:spChg chg="mod">
          <ac:chgData name="Morrison, Gerald" userId="7611ca13-cc5f-41ee-a954-b612bc1298db" providerId="ADAL" clId="{B47175D1-F1FB-505F-809D-7A5D89969F47}" dt="2026-06-29T10:45:18.944" v="1768" actId="790"/>
          <ac:spMkLst>
            <pc:docMk/>
            <pc:sldMk cId="0" sldId="278"/>
            <ac:spMk id="31" creationId="{00000000-0000-0000-0000-000000000000}"/>
          </ac:spMkLst>
        </pc:spChg>
        <pc:spChg chg="mod">
          <ac:chgData name="Morrison, Gerald" userId="7611ca13-cc5f-41ee-a954-b612bc1298db" providerId="ADAL" clId="{B47175D1-F1FB-505F-809D-7A5D89969F47}" dt="2026-06-23T08:49:56.812" v="1735" actId="790"/>
          <ac:spMkLst>
            <pc:docMk/>
            <pc:sldMk cId="0" sldId="278"/>
            <ac:spMk id="43" creationId="{00000000-0000-0000-0000-000000000000}"/>
          </ac:spMkLst>
        </pc:spChg>
        <pc:spChg chg="mod">
          <ac:chgData name="Morrison, Gerald" userId="7611ca13-cc5f-41ee-a954-b612bc1298db" providerId="ADAL" clId="{B47175D1-F1FB-505F-809D-7A5D89969F47}" dt="2026-06-23T08:49:56.812" v="1735" actId="790"/>
          <ac:spMkLst>
            <pc:docMk/>
            <pc:sldMk cId="0" sldId="278"/>
            <ac:spMk id="45" creationId="{00000000-0000-0000-0000-000000000000}"/>
          </ac:spMkLst>
        </pc:spChg>
        <pc:spChg chg="mod">
          <ac:chgData name="Morrison, Gerald" userId="7611ca13-cc5f-41ee-a954-b612bc1298db" providerId="ADAL" clId="{B47175D1-F1FB-505F-809D-7A5D89969F47}" dt="2026-06-29T10:45:18.944" v="1768" actId="790"/>
          <ac:spMkLst>
            <pc:docMk/>
            <pc:sldMk cId="0" sldId="278"/>
            <ac:spMk id="47" creationId="{00000000-0000-0000-0000-000000000000}"/>
          </ac:spMkLst>
        </pc:spChg>
        <pc:spChg chg="mod">
          <ac:chgData name="Morrison, Gerald" userId="7611ca13-cc5f-41ee-a954-b612bc1298db" providerId="ADAL" clId="{B47175D1-F1FB-505F-809D-7A5D89969F47}" dt="2026-06-23T08:49:56.812" v="1735" actId="790"/>
          <ac:spMkLst>
            <pc:docMk/>
            <pc:sldMk cId="0" sldId="278"/>
            <ac:spMk id="49" creationId="{00000000-0000-0000-0000-000000000000}"/>
          </ac:spMkLst>
        </pc:spChg>
        <pc:spChg chg="mod">
          <ac:chgData name="Morrison, Gerald" userId="7611ca13-cc5f-41ee-a954-b612bc1298db" providerId="ADAL" clId="{B47175D1-F1FB-505F-809D-7A5D89969F47}" dt="2026-06-29T10:45:18.944" v="1768" actId="790"/>
          <ac:spMkLst>
            <pc:docMk/>
            <pc:sldMk cId="0" sldId="278"/>
            <ac:spMk id="51" creationId="{00000000-0000-0000-0000-000000000000}"/>
          </ac:spMkLst>
        </pc:spChg>
        <pc:spChg chg="mod">
          <ac:chgData name="Morrison, Gerald" userId="7611ca13-cc5f-41ee-a954-b612bc1298db" providerId="ADAL" clId="{B47175D1-F1FB-505F-809D-7A5D89969F47}" dt="2026-06-29T10:45:18.944" v="1768" actId="790"/>
          <ac:spMkLst>
            <pc:docMk/>
            <pc:sldMk cId="0" sldId="278"/>
            <ac:spMk id="54" creationId="{00000000-0000-0000-0000-000000000000}"/>
          </ac:spMkLst>
        </pc:spChg>
        <pc:spChg chg="mod">
          <ac:chgData name="Morrison, Gerald" userId="7611ca13-cc5f-41ee-a954-b612bc1298db" providerId="ADAL" clId="{B47175D1-F1FB-505F-809D-7A5D89969F47}" dt="2026-06-29T10:45:18.944" v="1768" actId="790"/>
          <ac:spMkLst>
            <pc:docMk/>
            <pc:sldMk cId="0" sldId="278"/>
            <ac:spMk id="57" creationId="{00000000-0000-0000-0000-000000000000}"/>
          </ac:spMkLst>
        </pc:spChg>
        <pc:spChg chg="mod">
          <ac:chgData name="Morrison, Gerald" userId="7611ca13-cc5f-41ee-a954-b612bc1298db" providerId="ADAL" clId="{B47175D1-F1FB-505F-809D-7A5D89969F47}" dt="2026-06-23T08:49:56.812" v="1735" actId="790"/>
          <ac:spMkLst>
            <pc:docMk/>
            <pc:sldMk cId="0" sldId="278"/>
            <ac:spMk id="64" creationId="{00000000-0000-0000-0000-000000000000}"/>
          </ac:spMkLst>
        </pc:spChg>
        <pc:spChg chg="mod">
          <ac:chgData name="Morrison, Gerald" userId="7611ca13-cc5f-41ee-a954-b612bc1298db" providerId="ADAL" clId="{B47175D1-F1FB-505F-809D-7A5D89969F47}" dt="2026-06-29T10:45:18.944" v="1768" actId="790"/>
          <ac:spMkLst>
            <pc:docMk/>
            <pc:sldMk cId="0" sldId="278"/>
            <ac:spMk id="80" creationId="{00000000-0000-0000-0000-000000000000}"/>
          </ac:spMkLst>
        </pc:spChg>
        <pc:spChg chg="mod">
          <ac:chgData name="Morrison, Gerald" userId="7611ca13-cc5f-41ee-a954-b612bc1298db" providerId="ADAL" clId="{B47175D1-F1FB-505F-809D-7A5D89969F47}" dt="2026-06-23T08:49:56.812" v="1735" actId="790"/>
          <ac:spMkLst>
            <pc:docMk/>
            <pc:sldMk cId="0" sldId="278"/>
            <ac:spMk id="82" creationId="{00000000-0000-0000-0000-000000000000}"/>
          </ac:spMkLst>
        </pc:spChg>
        <pc:spChg chg="mod">
          <ac:chgData name="Morrison, Gerald" userId="7611ca13-cc5f-41ee-a954-b612bc1298db" providerId="ADAL" clId="{B47175D1-F1FB-505F-809D-7A5D89969F47}" dt="2026-06-29T10:45:18.944" v="1768" actId="790"/>
          <ac:spMkLst>
            <pc:docMk/>
            <pc:sldMk cId="0" sldId="278"/>
            <ac:spMk id="94" creationId="{00000000-0000-0000-0000-000000000000}"/>
          </ac:spMkLst>
        </pc:spChg>
        <pc:spChg chg="mod">
          <ac:chgData name="Morrison, Gerald" userId="7611ca13-cc5f-41ee-a954-b612bc1298db" providerId="ADAL" clId="{B47175D1-F1FB-505F-809D-7A5D89969F47}" dt="2026-06-22T12:27:18.053" v="1409"/>
          <ac:spMkLst>
            <pc:docMk/>
            <pc:sldMk cId="0" sldId="278"/>
            <ac:spMk id="106" creationId="{C7C1DA8F-238A-F68A-1BBC-45AD6FB9B0DD}"/>
          </ac:spMkLst>
        </pc:spChg>
        <pc:spChg chg="mod">
          <ac:chgData name="Morrison, Gerald" userId="7611ca13-cc5f-41ee-a954-b612bc1298db" providerId="ADAL" clId="{B47175D1-F1FB-505F-809D-7A5D89969F47}" dt="2026-06-22T12:27:18.053" v="1409"/>
          <ac:spMkLst>
            <pc:docMk/>
            <pc:sldMk cId="0" sldId="278"/>
            <ac:spMk id="108" creationId="{D598919B-4BE4-650E-66DB-51F4D8A7C93B}"/>
          </ac:spMkLst>
        </pc:spChg>
        <pc:spChg chg="mod">
          <ac:chgData name="Morrison, Gerald" userId="7611ca13-cc5f-41ee-a954-b612bc1298db" providerId="ADAL" clId="{B47175D1-F1FB-505F-809D-7A5D89969F47}" dt="2026-06-23T08:49:56.812" v="1735" actId="790"/>
          <ac:spMkLst>
            <pc:docMk/>
            <pc:sldMk cId="0" sldId="278"/>
            <ac:spMk id="109" creationId="{BFAE9ED7-A67A-B4E2-1341-97D2D925319A}"/>
          </ac:spMkLst>
        </pc:spChg>
        <pc:spChg chg="mod">
          <ac:chgData name="Morrison, Gerald" userId="7611ca13-cc5f-41ee-a954-b612bc1298db" providerId="ADAL" clId="{B47175D1-F1FB-505F-809D-7A5D89969F47}" dt="2026-06-22T12:27:18.053" v="1409"/>
          <ac:spMkLst>
            <pc:docMk/>
            <pc:sldMk cId="0" sldId="278"/>
            <ac:spMk id="110" creationId="{B6547F60-EF97-6613-3FCC-92690FFF0EBD}"/>
          </ac:spMkLst>
        </pc:spChg>
        <pc:grpChg chg="add mod">
          <ac:chgData name="Morrison, Gerald" userId="7611ca13-cc5f-41ee-a954-b612bc1298db" providerId="ADAL" clId="{B47175D1-F1FB-505F-809D-7A5D89969F47}" dt="2026-06-22T12:22:53.228" v="1404" actId="1037"/>
          <ac:grpSpMkLst>
            <pc:docMk/>
            <pc:sldMk cId="0" sldId="278"/>
            <ac:grpSpMk id="104" creationId="{88D84D4F-E57C-43A7-249F-D1958640B9D2}"/>
          </ac:grpSpMkLst>
        </pc:grpChg>
        <pc:grpChg chg="add mod">
          <ac:chgData name="Morrison, Gerald" userId="7611ca13-cc5f-41ee-a954-b612bc1298db" providerId="ADAL" clId="{B47175D1-F1FB-505F-809D-7A5D89969F47}" dt="2026-06-22T12:27:18.053" v="1409"/>
          <ac:grpSpMkLst>
            <pc:docMk/>
            <pc:sldMk cId="0" sldId="278"/>
            <ac:grpSpMk id="105" creationId="{7FEA4611-E600-61BB-D2D1-9E9BEEC33EFE}"/>
          </ac:grpSpMkLst>
        </pc:grpChg>
        <pc:grpChg chg="mod">
          <ac:chgData name="Morrison, Gerald" userId="7611ca13-cc5f-41ee-a954-b612bc1298db" providerId="ADAL" clId="{B47175D1-F1FB-505F-809D-7A5D89969F47}" dt="2026-06-22T12:27:18.053" v="1409"/>
          <ac:grpSpMkLst>
            <pc:docMk/>
            <pc:sldMk cId="0" sldId="278"/>
            <ac:grpSpMk id="107" creationId="{80C8C2B0-E3D0-A1A5-D837-6F90806308AD}"/>
          </ac:grpSpMkLst>
        </pc:grpChg>
      </pc:sldChg>
      <pc:sldChg chg="modSp add mod modNotesTx">
        <pc:chgData name="Morrison, Gerald" userId="7611ca13-cc5f-41ee-a954-b612bc1298db" providerId="ADAL" clId="{B47175D1-F1FB-505F-809D-7A5D89969F47}" dt="2026-07-02T12:12:41.842" v="2213" actId="790"/>
        <pc:sldMkLst>
          <pc:docMk/>
          <pc:sldMk cId="0" sldId="279"/>
        </pc:sldMkLst>
        <pc:spChg chg="mod">
          <ac:chgData name="Morrison, Gerald" userId="7611ca13-cc5f-41ee-a954-b612bc1298db" providerId="ADAL" clId="{B47175D1-F1FB-505F-809D-7A5D89969F47}" dt="2026-07-01T13:09:41.401" v="2017" actId="313"/>
          <ac:spMkLst>
            <pc:docMk/>
            <pc:sldMk cId="0" sldId="279"/>
            <ac:spMk id="2" creationId="{00000000-0000-0000-0000-000000000000}"/>
          </ac:spMkLst>
        </pc:spChg>
        <pc:spChg chg="mod">
          <ac:chgData name="Morrison, Gerald" userId="7611ca13-cc5f-41ee-a954-b612bc1298db" providerId="ADAL" clId="{B47175D1-F1FB-505F-809D-7A5D89969F47}" dt="2026-06-29T10:45:18.944" v="1768" actId="790"/>
          <ac:spMkLst>
            <pc:docMk/>
            <pc:sldMk cId="0" sldId="279"/>
            <ac:spMk id="3" creationId="{00000000-0000-0000-0000-000000000000}"/>
          </ac:spMkLst>
        </pc:spChg>
        <pc:spChg chg="mod">
          <ac:chgData name="Morrison, Gerald" userId="7611ca13-cc5f-41ee-a954-b612bc1298db" providerId="ADAL" clId="{B47175D1-F1FB-505F-809D-7A5D89969F47}" dt="2026-07-01T13:09:45.195" v="2018" actId="313"/>
          <ac:spMkLst>
            <pc:docMk/>
            <pc:sldMk cId="0" sldId="279"/>
            <ac:spMk id="4" creationId="{00000000-0000-0000-0000-000000000000}"/>
          </ac:spMkLst>
        </pc:spChg>
        <pc:spChg chg="mod">
          <ac:chgData name="Morrison, Gerald" userId="7611ca13-cc5f-41ee-a954-b612bc1298db" providerId="ADAL" clId="{B47175D1-F1FB-505F-809D-7A5D89969F47}" dt="2026-07-01T10:26:27.524" v="1977" actId="313"/>
          <ac:spMkLst>
            <pc:docMk/>
            <pc:sldMk cId="0" sldId="279"/>
            <ac:spMk id="5" creationId="{00000000-0000-0000-0000-000000000000}"/>
          </ac:spMkLst>
        </pc:spChg>
      </pc:sldChg>
      <pc:sldChg chg="addSp delSp modSp add mod modNotesTx">
        <pc:chgData name="Morrison, Gerald" userId="7611ca13-cc5f-41ee-a954-b612bc1298db" providerId="ADAL" clId="{B47175D1-F1FB-505F-809D-7A5D89969F47}" dt="2026-07-01T15:51:33.566" v="2212" actId="20577"/>
        <pc:sldMkLst>
          <pc:docMk/>
          <pc:sldMk cId="0" sldId="280"/>
        </pc:sldMkLst>
        <pc:spChg chg="mod">
          <ac:chgData name="Morrison, Gerald" userId="7611ca13-cc5f-41ee-a954-b612bc1298db" providerId="ADAL" clId="{B47175D1-F1FB-505F-809D-7A5D89969F47}" dt="2026-07-01T15:31:58.752" v="2169" actId="20577"/>
          <ac:spMkLst>
            <pc:docMk/>
            <pc:sldMk cId="0" sldId="280"/>
            <ac:spMk id="2" creationId="{00000000-0000-0000-0000-000000000000}"/>
          </ac:spMkLst>
        </pc:spChg>
        <pc:spChg chg="mod">
          <ac:chgData name="Morrison, Gerald" userId="7611ca13-cc5f-41ee-a954-b612bc1298db" providerId="ADAL" clId="{B47175D1-F1FB-505F-809D-7A5D89969F47}" dt="2026-06-29T10:45:18.944" v="1768" actId="790"/>
          <ac:spMkLst>
            <pc:docMk/>
            <pc:sldMk cId="0" sldId="280"/>
            <ac:spMk id="3" creationId="{00000000-0000-0000-0000-000000000000}"/>
          </ac:spMkLst>
        </pc:spChg>
        <pc:spChg chg="mod">
          <ac:chgData name="Morrison, Gerald" userId="7611ca13-cc5f-41ee-a954-b612bc1298db" providerId="ADAL" clId="{B47175D1-F1FB-505F-809D-7A5D89969F47}" dt="2026-06-29T10:45:18.944" v="1768" actId="790"/>
          <ac:spMkLst>
            <pc:docMk/>
            <pc:sldMk cId="0" sldId="280"/>
            <ac:spMk id="4" creationId="{00000000-0000-0000-0000-000000000000}"/>
          </ac:spMkLst>
        </pc:spChg>
        <pc:spChg chg="mod">
          <ac:chgData name="Morrison, Gerald" userId="7611ca13-cc5f-41ee-a954-b612bc1298db" providerId="ADAL" clId="{B47175D1-F1FB-505F-809D-7A5D89969F47}" dt="2026-06-29T10:45:18.944" v="1768" actId="790"/>
          <ac:spMkLst>
            <pc:docMk/>
            <pc:sldMk cId="0" sldId="280"/>
            <ac:spMk id="5" creationId="{00000000-0000-0000-0000-000000000000}"/>
          </ac:spMkLst>
        </pc:spChg>
        <pc:spChg chg="mod">
          <ac:chgData name="Morrison, Gerald" userId="7611ca13-cc5f-41ee-a954-b612bc1298db" providerId="ADAL" clId="{B47175D1-F1FB-505F-809D-7A5D89969F47}" dt="2026-06-29T10:45:18.944" v="1768" actId="790"/>
          <ac:spMkLst>
            <pc:docMk/>
            <pc:sldMk cId="0" sldId="280"/>
            <ac:spMk id="6" creationId="{00000000-0000-0000-0000-000000000000}"/>
          </ac:spMkLst>
        </pc:spChg>
        <pc:spChg chg="mod">
          <ac:chgData name="Morrison, Gerald" userId="7611ca13-cc5f-41ee-a954-b612bc1298db" providerId="ADAL" clId="{B47175D1-F1FB-505F-809D-7A5D89969F47}" dt="2026-07-01T10:23:47.939" v="1892" actId="20577"/>
          <ac:spMkLst>
            <pc:docMk/>
            <pc:sldMk cId="0" sldId="280"/>
            <ac:spMk id="7" creationId="{00000000-0000-0000-0000-000000000000}"/>
          </ac:spMkLst>
        </pc:spChg>
        <pc:spChg chg="mod">
          <ac:chgData name="Morrison, Gerald" userId="7611ca13-cc5f-41ee-a954-b612bc1298db" providerId="ADAL" clId="{B47175D1-F1FB-505F-809D-7A5D89969F47}" dt="2026-06-23T08:49:56.812" v="1735" actId="790"/>
          <ac:spMkLst>
            <pc:docMk/>
            <pc:sldMk cId="0" sldId="280"/>
            <ac:spMk id="8" creationId="{00000000-0000-0000-0000-000000000000}"/>
          </ac:spMkLst>
        </pc:spChg>
        <pc:spChg chg="mod">
          <ac:chgData name="Morrison, Gerald" userId="7611ca13-cc5f-41ee-a954-b612bc1298db" providerId="ADAL" clId="{B47175D1-F1FB-505F-809D-7A5D89969F47}" dt="2026-06-23T08:49:56.812" v="1735" actId="790"/>
          <ac:spMkLst>
            <pc:docMk/>
            <pc:sldMk cId="0" sldId="280"/>
            <ac:spMk id="9" creationId="{00000000-0000-0000-0000-000000000000}"/>
          </ac:spMkLst>
        </pc:spChg>
        <pc:spChg chg="mod">
          <ac:chgData name="Morrison, Gerald" userId="7611ca13-cc5f-41ee-a954-b612bc1298db" providerId="ADAL" clId="{B47175D1-F1FB-505F-809D-7A5D89969F47}" dt="2026-06-29T10:45:18.944" v="1768" actId="790"/>
          <ac:spMkLst>
            <pc:docMk/>
            <pc:sldMk cId="0" sldId="280"/>
            <ac:spMk id="10" creationId="{00000000-0000-0000-0000-000000000000}"/>
          </ac:spMkLst>
        </pc:spChg>
        <pc:spChg chg="mod">
          <ac:chgData name="Morrison, Gerald" userId="7611ca13-cc5f-41ee-a954-b612bc1298db" providerId="ADAL" clId="{B47175D1-F1FB-505F-809D-7A5D89969F47}" dt="2026-07-01T10:23:52.281" v="1894" actId="20577"/>
          <ac:spMkLst>
            <pc:docMk/>
            <pc:sldMk cId="0" sldId="280"/>
            <ac:spMk id="11" creationId="{00000000-0000-0000-0000-000000000000}"/>
          </ac:spMkLst>
        </pc:spChg>
        <pc:spChg chg="mod">
          <ac:chgData name="Morrison, Gerald" userId="7611ca13-cc5f-41ee-a954-b612bc1298db" providerId="ADAL" clId="{B47175D1-F1FB-505F-809D-7A5D89969F47}" dt="2026-06-29T10:45:18.944" v="1768" actId="790"/>
          <ac:spMkLst>
            <pc:docMk/>
            <pc:sldMk cId="0" sldId="280"/>
            <ac:spMk id="12" creationId="{00000000-0000-0000-0000-000000000000}"/>
          </ac:spMkLst>
        </pc:spChg>
        <pc:spChg chg="mod">
          <ac:chgData name="Morrison, Gerald" userId="7611ca13-cc5f-41ee-a954-b612bc1298db" providerId="ADAL" clId="{B47175D1-F1FB-505F-809D-7A5D89969F47}" dt="2026-06-29T10:45:18.944" v="1768" actId="790"/>
          <ac:spMkLst>
            <pc:docMk/>
            <pc:sldMk cId="0" sldId="280"/>
            <ac:spMk id="13" creationId="{00000000-0000-0000-0000-000000000000}"/>
          </ac:spMkLst>
        </pc:spChg>
        <pc:spChg chg="mod">
          <ac:chgData name="Morrison, Gerald" userId="7611ca13-cc5f-41ee-a954-b612bc1298db" providerId="ADAL" clId="{B47175D1-F1FB-505F-809D-7A5D89969F47}" dt="2026-06-29T10:45:18.944" v="1768" actId="790"/>
          <ac:spMkLst>
            <pc:docMk/>
            <pc:sldMk cId="0" sldId="280"/>
            <ac:spMk id="14" creationId="{00000000-0000-0000-0000-000000000000}"/>
          </ac:spMkLst>
        </pc:spChg>
        <pc:spChg chg="mod">
          <ac:chgData name="Morrison, Gerald" userId="7611ca13-cc5f-41ee-a954-b612bc1298db" providerId="ADAL" clId="{B47175D1-F1FB-505F-809D-7A5D89969F47}" dt="2026-06-23T08:49:56.812" v="1735" actId="790"/>
          <ac:spMkLst>
            <pc:docMk/>
            <pc:sldMk cId="0" sldId="280"/>
            <ac:spMk id="15" creationId="{00000000-0000-0000-0000-000000000000}"/>
          </ac:spMkLst>
        </pc:spChg>
        <pc:picChg chg="add mod">
          <ac:chgData name="Morrison, Gerald" userId="7611ca13-cc5f-41ee-a954-b612bc1298db" providerId="ADAL" clId="{B47175D1-F1FB-505F-809D-7A5D89969F47}" dt="2026-06-22T12:16:58.924" v="1379" actId="1076"/>
          <ac:picMkLst>
            <pc:docMk/>
            <pc:sldMk cId="0" sldId="280"/>
            <ac:picMk id="22" creationId="{1A3561BE-4ED5-0E73-BAE6-C7BAADAB1157}"/>
          </ac:picMkLst>
        </pc:picChg>
        <pc:picChg chg="add mod">
          <ac:chgData name="Morrison, Gerald" userId="7611ca13-cc5f-41ee-a954-b612bc1298db" providerId="ADAL" clId="{B47175D1-F1FB-505F-809D-7A5D89969F47}" dt="2026-06-22T12:17:11.336" v="1382" actId="1076"/>
          <ac:picMkLst>
            <pc:docMk/>
            <pc:sldMk cId="0" sldId="280"/>
            <ac:picMk id="23" creationId="{B40830F7-17F4-8996-5EFB-09914AD21EF7}"/>
          </ac:picMkLst>
        </pc:picChg>
        <pc:picChg chg="add mod">
          <ac:chgData name="Morrison, Gerald" userId="7611ca13-cc5f-41ee-a954-b612bc1298db" providerId="ADAL" clId="{B47175D1-F1FB-505F-809D-7A5D89969F47}" dt="2026-06-22T12:17:26.761" v="1384"/>
          <ac:picMkLst>
            <pc:docMk/>
            <pc:sldMk cId="0" sldId="280"/>
            <ac:picMk id="24" creationId="{262A34B0-71F9-70C0-FF77-4C44F3E83A47}"/>
          </ac:picMkLst>
        </pc:picChg>
        <pc:picChg chg="add mod">
          <ac:chgData name="Morrison, Gerald" userId="7611ca13-cc5f-41ee-a954-b612bc1298db" providerId="ADAL" clId="{B47175D1-F1FB-505F-809D-7A5D89969F47}" dt="2026-06-22T12:17:46.530" v="1386"/>
          <ac:picMkLst>
            <pc:docMk/>
            <pc:sldMk cId="0" sldId="280"/>
            <ac:picMk id="25" creationId="{DA93FA96-6841-00B0-C880-37E554289485}"/>
          </ac:picMkLst>
        </pc:picChg>
        <pc:picChg chg="add mod">
          <ac:chgData name="Morrison, Gerald" userId="7611ca13-cc5f-41ee-a954-b612bc1298db" providerId="ADAL" clId="{B47175D1-F1FB-505F-809D-7A5D89969F47}" dt="2026-06-22T12:19:34.089" v="1391" actId="1076"/>
          <ac:picMkLst>
            <pc:docMk/>
            <pc:sldMk cId="0" sldId="280"/>
            <ac:picMk id="27" creationId="{B98537BE-B90E-E87E-C6A8-98812A781CA5}"/>
          </ac:picMkLst>
        </pc:picChg>
      </pc:sldChg>
    </pc:docChg>
  </pc:docChgLst>
  <pc:docChgLst>
    <pc:chgData name="Morrison, Gerald" userId="S::gerald.morrison@sap.com::7611ca13-cc5f-41ee-a954-b612bc1298db" providerId="AD" clId="Web-{2F31FAFF-587C-D9AD-4A2D-8CCA3882B514}"/>
    <pc:docChg chg="modSld">
      <pc:chgData name="Morrison, Gerald" userId="S::gerald.morrison@sap.com::7611ca13-cc5f-41ee-a954-b612bc1298db" providerId="AD" clId="Web-{2F31FAFF-587C-D9AD-4A2D-8CCA3882B514}" dt="2026-06-23T16:02:48.497" v="0" actId="20577"/>
      <pc:docMkLst>
        <pc:docMk/>
      </pc:docMkLst>
      <pc:sldChg chg="modSp">
        <pc:chgData name="Morrison, Gerald" userId="S::gerald.morrison@sap.com::7611ca13-cc5f-41ee-a954-b612bc1298db" providerId="AD" clId="Web-{2F31FAFF-587C-D9AD-4A2D-8CCA3882B514}" dt="2026-06-23T16:02:48.497" v="0" actId="20577"/>
        <pc:sldMkLst>
          <pc:docMk/>
          <pc:sldMk cId="0" sldId="274"/>
        </pc:sldMkLst>
        <pc:spChg chg="mod">
          <ac:chgData name="Morrison, Gerald" userId="S::gerald.morrison@sap.com::7611ca13-cc5f-41ee-a954-b612bc1298db" providerId="AD" clId="Web-{2F31FAFF-587C-D9AD-4A2D-8CCA3882B514}" dt="2026-06-23T16:02:48.497" v="0" actId="20577"/>
          <ac:spMkLst>
            <pc:docMk/>
            <pc:sldMk cId="0" sldId="274"/>
            <ac:spMk id="3" creationId="{00000000-0000-0000-0000-000000000000}"/>
          </ac:spMkLst>
        </pc:spChg>
      </pc:sldChg>
    </pc:docChg>
  </pc:docChgLst>
  <pc:docChgLst>
    <pc:chgData name="Morrison, Gerald" userId="S::gerald.morrison@sap.com::7611ca13-cc5f-41ee-a954-b612bc1298db" providerId="AD" clId="Web-{0FE3BEFB-9C73-41CD-F729-A92A8500637F}"/>
    <pc:docChg chg="delSld modSld">
      <pc:chgData name="Morrison, Gerald" userId="S::gerald.morrison@sap.com::7611ca13-cc5f-41ee-a954-b612bc1298db" providerId="AD" clId="Web-{0FE3BEFB-9C73-41CD-F729-A92A8500637F}" dt="2026-06-22T16:12:09.905" v="6" actId="20577"/>
      <pc:docMkLst>
        <pc:docMk/>
      </pc:docMkLst>
      <pc:sldChg chg="modSp">
        <pc:chgData name="Morrison, Gerald" userId="S::gerald.morrison@sap.com::7611ca13-cc5f-41ee-a954-b612bc1298db" providerId="AD" clId="Web-{0FE3BEFB-9C73-41CD-F729-A92A8500637F}" dt="2026-06-22T16:12:09.905" v="6" actId="20577"/>
        <pc:sldMkLst>
          <pc:docMk/>
          <pc:sldMk cId="0" sldId="260"/>
        </pc:sldMkLst>
        <pc:spChg chg="mod">
          <ac:chgData name="Morrison, Gerald" userId="S::gerald.morrison@sap.com::7611ca13-cc5f-41ee-a954-b612bc1298db" providerId="AD" clId="Web-{0FE3BEFB-9C73-41CD-F729-A92A8500637F}" dt="2026-06-22T16:12:09.905" v="6" actId="20577"/>
          <ac:spMkLst>
            <pc:docMk/>
            <pc:sldMk cId="0" sldId="260"/>
            <ac:spMk id="4" creationId="{00000000-0000-0000-0000-000000000000}"/>
          </ac:spMkLst>
        </pc:spChg>
      </pc:sldChg>
      <pc:sldChg chg="modSp">
        <pc:chgData name="Morrison, Gerald" userId="S::gerald.morrison@sap.com::7611ca13-cc5f-41ee-a954-b612bc1298db" providerId="AD" clId="Web-{0FE3BEFB-9C73-41CD-F729-A92A8500637F}" dt="2026-06-22T15:43:16.842" v="2" actId="20577"/>
        <pc:sldMkLst>
          <pc:docMk/>
          <pc:sldMk cId="0" sldId="263"/>
        </pc:sldMkLst>
        <pc:spChg chg="mod">
          <ac:chgData name="Morrison, Gerald" userId="S::gerald.morrison@sap.com::7611ca13-cc5f-41ee-a954-b612bc1298db" providerId="AD" clId="Web-{0FE3BEFB-9C73-41CD-F729-A92A8500637F}" dt="2026-06-22T15:43:16.842" v="2" actId="20577"/>
          <ac:spMkLst>
            <pc:docMk/>
            <pc:sldMk cId="0" sldId="263"/>
            <ac:spMk id="2" creationId="{00000000-0000-0000-0000-000000000000}"/>
          </ac:spMkLst>
        </pc:spChg>
      </pc:sldChg>
    </pc:docChg>
  </pc:docChgLst>
  <pc:docChgLst>
    <pc:chgData name="Morrison, Gerald" userId="S::gerald.morrison@sap.com::7611ca13-cc5f-41ee-a954-b612bc1298db" providerId="AD" clId="Web-{F9A249FA-17C4-8861-127E-E61683292971}"/>
    <pc:docChg chg="modSld">
      <pc:chgData name="Morrison, Gerald" userId="S::gerald.morrison@sap.com::7611ca13-cc5f-41ee-a954-b612bc1298db" providerId="AD" clId="Web-{F9A249FA-17C4-8861-127E-E61683292971}" dt="2026-06-22T14:23:07.050" v="10" actId="20577"/>
      <pc:docMkLst>
        <pc:docMk/>
      </pc:docMkLst>
      <pc:sldChg chg="modSp">
        <pc:chgData name="Morrison, Gerald" userId="S::gerald.morrison@sap.com::7611ca13-cc5f-41ee-a954-b612bc1298db" providerId="AD" clId="Web-{F9A249FA-17C4-8861-127E-E61683292971}" dt="2026-06-22T14:23:07.050" v="10" actId="20577"/>
        <pc:sldMkLst>
          <pc:docMk/>
          <pc:sldMk cId="0" sldId="256"/>
        </pc:sldMkLst>
        <pc:spChg chg="mod">
          <ac:chgData name="Morrison, Gerald" userId="S::gerald.morrison@sap.com::7611ca13-cc5f-41ee-a954-b612bc1298db" providerId="AD" clId="Web-{F9A249FA-17C4-8861-127E-E61683292971}" dt="2026-06-22T14:23:07.050" v="10" actId="20577"/>
          <ac:spMkLst>
            <pc:docMk/>
            <pc:sldMk cId="0" sldId="256"/>
            <ac:spMk id="3" creationId="{00000000-0000-0000-0000-000000000000}"/>
          </ac:spMkLst>
        </pc:spChg>
      </pc:sldChg>
    </pc:docChg>
  </pc:docChgLst>
  <pc:docChgLst>
    <pc:chgData name="Morrison, Gerald" userId="S::gerald.morrison@sap.com::7611ca13-cc5f-41ee-a954-b612bc1298db" providerId="AD" clId="Web-{F22148A6-7684-F6AF-C774-506D7D9E965A}"/>
    <pc:docChg chg="modSld">
      <pc:chgData name="Morrison, Gerald" userId="S::gerald.morrison@sap.com::7611ca13-cc5f-41ee-a954-b612bc1298db" providerId="AD" clId="Web-{F22148A6-7684-F6AF-C774-506D7D9E965A}" dt="2026-06-30T11:19:50.469" v="147" actId="1076"/>
      <pc:docMkLst>
        <pc:docMk/>
      </pc:docMkLst>
      <pc:sldChg chg="delSp modSp">
        <pc:chgData name="Morrison, Gerald" userId="S::gerald.morrison@sap.com::7611ca13-cc5f-41ee-a954-b612bc1298db" providerId="AD" clId="Web-{F22148A6-7684-F6AF-C774-506D7D9E965A}" dt="2026-06-30T11:19:50.469" v="147" actId="1076"/>
        <pc:sldMkLst>
          <pc:docMk/>
          <pc:sldMk cId="0" sldId="272"/>
        </pc:sldMkLst>
        <pc:spChg chg="mod">
          <ac:chgData name="Morrison, Gerald" userId="S::gerald.morrison@sap.com::7611ca13-cc5f-41ee-a954-b612bc1298db" providerId="AD" clId="Web-{F22148A6-7684-F6AF-C774-506D7D9E965A}" dt="2026-06-30T11:19:50.469" v="147" actId="1076"/>
          <ac:spMkLst>
            <pc:docMk/>
            <pc:sldMk cId="0" sldId="272"/>
            <ac:spMk id="7" creationId="{00000000-0000-0000-0000-000000000000}"/>
          </ac:spMkLst>
        </pc:spChg>
        <pc:spChg chg="mod">
          <ac:chgData name="Morrison, Gerald" userId="S::gerald.morrison@sap.com::7611ca13-cc5f-41ee-a954-b612bc1298db" providerId="AD" clId="Web-{F22148A6-7684-F6AF-C774-506D7D9E965A}" dt="2026-06-30T11:19:45.938" v="146" actId="1076"/>
          <ac:spMkLst>
            <pc:docMk/>
            <pc:sldMk cId="0" sldId="272"/>
            <ac:spMk id="9" creationId="{00000000-0000-0000-0000-000000000000}"/>
          </ac:spMkLst>
        </pc:spChg>
        <pc:picChg chg="mod">
          <ac:chgData name="Morrison, Gerald" userId="S::gerald.morrison@sap.com::7611ca13-cc5f-41ee-a954-b612bc1298db" providerId="AD" clId="Web-{F22148A6-7684-F6AF-C774-506D7D9E965A}" dt="2026-06-30T11:19:24.734" v="137" actId="1076"/>
          <ac:picMkLst>
            <pc:docMk/>
            <pc:sldMk cId="0" sldId="272"/>
            <ac:picMk id="4" creationId="{00000000-0000-0000-0000-000000000000}"/>
          </ac:picMkLst>
        </pc:picChg>
        <pc:picChg chg="mod">
          <ac:chgData name="Morrison, Gerald" userId="S::gerald.morrison@sap.com::7611ca13-cc5f-41ee-a954-b612bc1298db" providerId="AD" clId="Web-{F22148A6-7684-F6AF-C774-506D7D9E965A}" dt="2026-06-30T11:19:24.734" v="138" actId="1076"/>
          <ac:picMkLst>
            <pc:docMk/>
            <pc:sldMk cId="0" sldId="272"/>
            <ac:picMk id="6" creationId="{00000000-0000-0000-0000-000000000000}"/>
          </ac:picMkLst>
        </pc:picChg>
        <pc:picChg chg="mod">
          <ac:chgData name="Morrison, Gerald" userId="S::gerald.morrison@sap.com::7611ca13-cc5f-41ee-a954-b612bc1298db" providerId="AD" clId="Web-{F22148A6-7684-F6AF-C774-506D7D9E965A}" dt="2026-06-30T11:19:24.750" v="140" actId="1076"/>
          <ac:picMkLst>
            <pc:docMk/>
            <pc:sldMk cId="0" sldId="272"/>
            <ac:picMk id="8" creationId="{00000000-0000-0000-0000-000000000000}"/>
          </ac:picMkLst>
        </pc:picChg>
        <pc:picChg chg="mod">
          <ac:chgData name="Morrison, Gerald" userId="S::gerald.morrison@sap.com::7611ca13-cc5f-41ee-a954-b612bc1298db" providerId="AD" clId="Web-{F22148A6-7684-F6AF-C774-506D7D9E965A}" dt="2026-06-30T11:19:24.750" v="142" actId="1076"/>
          <ac:picMkLst>
            <pc:docMk/>
            <pc:sldMk cId="0" sldId="272"/>
            <ac:picMk id="10" creationId="{00000000-0000-0000-0000-000000000000}"/>
          </ac:picMkLst>
        </pc:picChg>
      </pc:sldChg>
      <pc:sldChg chg="modSp">
        <pc:chgData name="Morrison, Gerald" userId="S::gerald.morrison@sap.com::7611ca13-cc5f-41ee-a954-b612bc1298db" providerId="AD" clId="Web-{F22148A6-7684-F6AF-C774-506D7D9E965A}" dt="2026-06-30T11:11:42.531" v="72" actId="20577"/>
        <pc:sldMkLst>
          <pc:docMk/>
          <pc:sldMk cId="0" sldId="273"/>
        </pc:sldMkLst>
        <pc:spChg chg="mod">
          <ac:chgData name="Morrison, Gerald" userId="S::gerald.morrison@sap.com::7611ca13-cc5f-41ee-a954-b612bc1298db" providerId="AD" clId="Web-{F22148A6-7684-F6AF-C774-506D7D9E965A}" dt="2026-06-30T11:11:42.531" v="72" actId="20577"/>
          <ac:spMkLst>
            <pc:docMk/>
            <pc:sldMk cId="0" sldId="273"/>
            <ac:spMk id="4" creationId="{00000000-0000-0000-0000-000000000000}"/>
          </ac:spMkLst>
        </pc:spChg>
      </pc:sldChg>
    </pc:docChg>
  </pc:docChgLst>
  <pc:docChgLst>
    <pc:chgData name="Morrison, Gerald" userId="S::gerald.morrison@sap.com::7611ca13-cc5f-41ee-a954-b612bc1298db" providerId="AD" clId="Web-{6F454FFE-5CD5-59A2-52D1-49B3763C65B2}"/>
    <pc:docChg chg="modSld">
      <pc:chgData name="Morrison, Gerald" userId="S::gerald.morrison@sap.com::7611ca13-cc5f-41ee-a954-b612bc1298db" providerId="AD" clId="Web-{6F454FFE-5CD5-59A2-52D1-49B3763C65B2}" dt="2026-06-22T14:44:36.347" v="4" actId="20577"/>
      <pc:docMkLst>
        <pc:docMk/>
      </pc:docMkLst>
      <pc:sldChg chg="modSp">
        <pc:chgData name="Morrison, Gerald" userId="S::gerald.morrison@sap.com::7611ca13-cc5f-41ee-a954-b612bc1298db" providerId="AD" clId="Web-{6F454FFE-5CD5-59A2-52D1-49B3763C65B2}" dt="2026-06-22T14:44:36.347" v="4" actId="20577"/>
        <pc:sldMkLst>
          <pc:docMk/>
          <pc:sldMk cId="0" sldId="256"/>
        </pc:sldMkLst>
        <pc:spChg chg="mod">
          <ac:chgData name="Morrison, Gerald" userId="S::gerald.morrison@sap.com::7611ca13-cc5f-41ee-a954-b612bc1298db" providerId="AD" clId="Web-{6F454FFE-5CD5-59A2-52D1-49B3763C65B2}" dt="2026-06-22T14:44:36.347" v="4" actId="20577"/>
          <ac:spMkLst>
            <pc:docMk/>
            <pc:sldMk cId="0" sldId="256"/>
            <ac:spMk id="3" creationId="{00000000-0000-0000-0000-000000000000}"/>
          </ac:spMkLst>
        </pc:spChg>
      </pc:sldChg>
      <pc:sldChg chg="modSp">
        <pc:chgData name="Morrison, Gerald" userId="S::gerald.morrison@sap.com::7611ca13-cc5f-41ee-a954-b612bc1298db" providerId="AD" clId="Web-{6F454FFE-5CD5-59A2-52D1-49B3763C65B2}" dt="2026-06-22T14:41:50.351" v="2" actId="20577"/>
        <pc:sldMkLst>
          <pc:docMk/>
          <pc:sldMk cId="0" sldId="266"/>
        </pc:sldMkLst>
        <pc:spChg chg="mod">
          <ac:chgData name="Morrison, Gerald" userId="S::gerald.morrison@sap.com::7611ca13-cc5f-41ee-a954-b612bc1298db" providerId="AD" clId="Web-{6F454FFE-5CD5-59A2-52D1-49B3763C65B2}" dt="2026-06-22T14:41:50.351" v="2" actId="20577"/>
          <ac:spMkLst>
            <pc:docMk/>
            <pc:sldMk cId="0" sldId="266"/>
            <ac:spMk id="23" creationId="{00000000-0000-0000-0000-000000000000}"/>
          </ac:spMkLst>
        </pc:spChg>
      </pc:sldChg>
    </pc:docChg>
  </pc:docChgLst>
  <pc:docChgLst>
    <pc:chgData name="Morrison, Gerald" userId="S::gerald.morrison@sap.com::7611ca13-cc5f-41ee-a954-b612bc1298db" providerId="AD" clId="Web-{3B2225DF-20B0-032D-3938-2CBEA2C3EB4C}"/>
    <pc:docChg chg="addSld delSld modSld">
      <pc:chgData name="Morrison, Gerald" userId="S::gerald.morrison@sap.com::7611ca13-cc5f-41ee-a954-b612bc1298db" providerId="AD" clId="Web-{3B2225DF-20B0-032D-3938-2CBEA2C3EB4C}" dt="2026-06-22T14:21:08.485" v="54" actId="20577"/>
      <pc:docMkLst>
        <pc:docMk/>
      </pc:docMkLst>
      <pc:sldChg chg="modSp">
        <pc:chgData name="Morrison, Gerald" userId="S::gerald.morrison@sap.com::7611ca13-cc5f-41ee-a954-b612bc1298db" providerId="AD" clId="Web-{3B2225DF-20B0-032D-3938-2CBEA2C3EB4C}" dt="2026-06-22T14:21:08.485" v="54" actId="20577"/>
        <pc:sldMkLst>
          <pc:docMk/>
          <pc:sldMk cId="0" sldId="256"/>
        </pc:sldMkLst>
        <pc:spChg chg="mod">
          <ac:chgData name="Morrison, Gerald" userId="S::gerald.morrison@sap.com::7611ca13-cc5f-41ee-a954-b612bc1298db" providerId="AD" clId="Web-{3B2225DF-20B0-032D-3938-2CBEA2C3EB4C}" dt="2026-06-22T14:20:01.312" v="30" actId="20577"/>
          <ac:spMkLst>
            <pc:docMk/>
            <pc:sldMk cId="0" sldId="256"/>
            <ac:spMk id="2" creationId="{00000000-0000-0000-0000-000000000000}"/>
          </ac:spMkLst>
        </pc:spChg>
        <pc:spChg chg="mod">
          <ac:chgData name="Morrison, Gerald" userId="S::gerald.morrison@sap.com::7611ca13-cc5f-41ee-a954-b612bc1298db" providerId="AD" clId="Web-{3B2225DF-20B0-032D-3938-2CBEA2C3EB4C}" dt="2026-06-22T14:21:08.485" v="54" actId="20577"/>
          <ac:spMkLst>
            <pc:docMk/>
            <pc:sldMk cId="0" sldId="256"/>
            <ac:spMk id="3" creationId="{00000000-0000-0000-0000-000000000000}"/>
          </ac:spMkLst>
        </pc:spChg>
      </pc:sldChg>
      <pc:sldChg chg="modSp">
        <pc:chgData name="Morrison, Gerald" userId="S::gerald.morrison@sap.com::7611ca13-cc5f-41ee-a954-b612bc1298db" providerId="AD" clId="Web-{3B2225DF-20B0-032D-3938-2CBEA2C3EB4C}" dt="2026-06-22T14:05:28.878" v="15" actId="20577"/>
        <pc:sldMkLst>
          <pc:docMk/>
          <pc:sldMk cId="0" sldId="260"/>
        </pc:sldMkLst>
        <pc:spChg chg="mod">
          <ac:chgData name="Morrison, Gerald" userId="S::gerald.morrison@sap.com::7611ca13-cc5f-41ee-a954-b612bc1298db" providerId="AD" clId="Web-{3B2225DF-20B0-032D-3938-2CBEA2C3EB4C}" dt="2026-06-22T14:05:28.878" v="15" actId="20577"/>
          <ac:spMkLst>
            <pc:docMk/>
            <pc:sldMk cId="0" sldId="260"/>
            <ac:spMk id="4" creationId="{00000000-0000-0000-0000-000000000000}"/>
          </ac:spMkLst>
        </pc:spChg>
      </pc:sldChg>
      <pc:sldChg chg="modSp add del">
        <pc:chgData name="Morrison, Gerald" userId="S::gerald.morrison@sap.com::7611ca13-cc5f-41ee-a954-b612bc1298db" providerId="AD" clId="Web-{3B2225DF-20B0-032D-3938-2CBEA2C3EB4C}" dt="2026-06-22T14:08:51.385" v="25" actId="20577"/>
        <pc:sldMkLst>
          <pc:docMk/>
          <pc:sldMk cId="0" sldId="267"/>
        </pc:sldMkLst>
        <pc:spChg chg="mod">
          <ac:chgData name="Morrison, Gerald" userId="S::gerald.morrison@sap.com::7611ca13-cc5f-41ee-a954-b612bc1298db" providerId="AD" clId="Web-{3B2225DF-20B0-032D-3938-2CBEA2C3EB4C}" dt="2026-06-22T14:08:51.385" v="25" actId="20577"/>
          <ac:spMkLst>
            <pc:docMk/>
            <pc:sldMk cId="0" sldId="267"/>
            <ac:spMk id="4" creationId="{00000000-0000-0000-0000-000000000000}"/>
          </ac:spMkLst>
        </pc:spChg>
      </pc:sldChg>
      <pc:sldChg chg="modSp">
        <pc:chgData name="Morrison, Gerald" userId="S::gerald.morrison@sap.com::7611ca13-cc5f-41ee-a954-b612bc1298db" providerId="AD" clId="Web-{3B2225DF-20B0-032D-3938-2CBEA2C3EB4C}" dt="2026-06-22T14:16:44.415" v="27" actId="20577"/>
        <pc:sldMkLst>
          <pc:docMk/>
          <pc:sldMk cId="0" sldId="270"/>
        </pc:sldMkLst>
        <pc:spChg chg="mod">
          <ac:chgData name="Morrison, Gerald" userId="S::gerald.morrison@sap.com::7611ca13-cc5f-41ee-a954-b612bc1298db" providerId="AD" clId="Web-{3B2225DF-20B0-032D-3938-2CBEA2C3EB4C}" dt="2026-06-22T14:16:44.415" v="27" actId="20577"/>
          <ac:spMkLst>
            <pc:docMk/>
            <pc:sldMk cId="0" sldId="270"/>
            <ac:spMk id="2" creationId="{00000000-0000-0000-0000-000000000000}"/>
          </ac:spMkLst>
        </pc:spChg>
      </pc:sldChg>
      <pc:sldChg chg="modSp">
        <pc:chgData name="Morrison, Gerald" userId="S::gerald.morrison@sap.com::7611ca13-cc5f-41ee-a954-b612bc1298db" providerId="AD" clId="Web-{3B2225DF-20B0-032D-3938-2CBEA2C3EB4C}" dt="2026-06-22T14:01:57.809" v="12" actId="20577"/>
        <pc:sldMkLst>
          <pc:docMk/>
          <pc:sldMk cId="0" sldId="272"/>
        </pc:sldMkLst>
      </pc:sldChg>
    </pc:docChg>
  </pc:docChgLst>
  <pc:docChgLst>
    <pc:chgData name="Morrison, Gerald" userId="S::gerald.morrison@sap.com::7611ca13-cc5f-41ee-a954-b612bc1298db" providerId="AD" clId="Web-{AB39309E-19EF-BAF8-F356-03250DF046F3}"/>
    <pc:docChg chg="modSld">
      <pc:chgData name="Morrison, Gerald" userId="S::gerald.morrison@sap.com::7611ca13-cc5f-41ee-a954-b612bc1298db" providerId="AD" clId="Web-{AB39309E-19EF-BAF8-F356-03250DF046F3}" dt="2026-06-30T15:28:31.089" v="0" actId="14100"/>
      <pc:docMkLst>
        <pc:docMk/>
      </pc:docMkLst>
      <pc:sldChg chg="modSp">
        <pc:chgData name="Morrison, Gerald" userId="S::gerald.morrison@sap.com::7611ca13-cc5f-41ee-a954-b612bc1298db" providerId="AD" clId="Web-{AB39309E-19EF-BAF8-F356-03250DF046F3}" dt="2026-06-30T15:28:31.089" v="0" actId="14100"/>
        <pc:sldMkLst>
          <pc:docMk/>
          <pc:sldMk cId="0" sldId="274"/>
        </pc:sldMkLst>
        <pc:spChg chg="mod">
          <ac:chgData name="Morrison, Gerald" userId="S::gerald.morrison@sap.com::7611ca13-cc5f-41ee-a954-b612bc1298db" providerId="AD" clId="Web-{AB39309E-19EF-BAF8-F356-03250DF046F3}" dt="2026-06-30T15:28:31.089" v="0" actId="14100"/>
          <ac:spMkLst>
            <pc:docMk/>
            <pc:sldMk cId="0" sldId="274"/>
            <ac:spMk id="3" creationId="{00000000-0000-0000-0000-000000000000}"/>
          </ac:spMkLst>
        </pc:spChg>
      </pc:sldChg>
    </pc:docChg>
  </pc:docChgLst>
  <pc:docChgLst>
    <pc:chgData name="Morrison, Gerald" userId="S::gerald.morrison@sap.com::7611ca13-cc5f-41ee-a954-b612bc1298db" providerId="AD" clId="Web-{F5B9B9D2-D016-618A-F04C-F6A2E06539E8}"/>
    <pc:docChg chg="modSld">
      <pc:chgData name="Morrison, Gerald" userId="S::gerald.morrison@sap.com::7611ca13-cc5f-41ee-a954-b612bc1298db" providerId="AD" clId="Web-{F5B9B9D2-D016-618A-F04C-F6A2E06539E8}" dt="2026-06-29T13:17:29.424" v="1" actId="20577"/>
      <pc:docMkLst>
        <pc:docMk/>
      </pc:docMkLst>
      <pc:sldChg chg="modSp">
        <pc:chgData name="Morrison, Gerald" userId="S::gerald.morrison@sap.com::7611ca13-cc5f-41ee-a954-b612bc1298db" providerId="AD" clId="Web-{F5B9B9D2-D016-618A-F04C-F6A2E06539E8}" dt="2026-06-29T13:17:29.424" v="1" actId="20577"/>
        <pc:sldMkLst>
          <pc:docMk/>
          <pc:sldMk cId="0" sldId="257"/>
        </pc:sldMkLst>
        <pc:spChg chg="mod">
          <ac:chgData name="Morrison, Gerald" userId="S::gerald.morrison@sap.com::7611ca13-cc5f-41ee-a954-b612bc1298db" providerId="AD" clId="Web-{F5B9B9D2-D016-618A-F04C-F6A2E06539E8}" dt="2026-06-29T13:17:29.424" v="1" actId="20577"/>
          <ac:spMkLst>
            <pc:docMk/>
            <pc:sldMk cId="0" sldId="257"/>
            <ac:spMk id="5" creationId="{00000000-0000-0000-0000-000000000000}"/>
          </ac:spMkLst>
        </pc:spChg>
      </pc:sldChg>
    </pc:docChg>
  </pc:docChgLst>
  <pc:docChgLst>
    <pc:chgData name="Morrison, Gerald" userId="S::gerald.morrison@sap.com::7611ca13-cc5f-41ee-a954-b612bc1298db" providerId="AD" clId="Web-{8C0979C9-F46E-6696-D867-DA3AC9731926}"/>
    <pc:docChg chg="modSld">
      <pc:chgData name="Morrison, Gerald" userId="S::gerald.morrison@sap.com::7611ca13-cc5f-41ee-a954-b612bc1298db" providerId="AD" clId="Web-{8C0979C9-F46E-6696-D867-DA3AC9731926}" dt="2026-06-29T14:05:42.951" v="1" actId="20577"/>
      <pc:docMkLst>
        <pc:docMk/>
      </pc:docMkLst>
      <pc:sldChg chg="modSp">
        <pc:chgData name="Morrison, Gerald" userId="S::gerald.morrison@sap.com::7611ca13-cc5f-41ee-a954-b612bc1298db" providerId="AD" clId="Web-{8C0979C9-F46E-6696-D867-DA3AC9731926}" dt="2026-06-29T14:05:42.951" v="1" actId="20577"/>
        <pc:sldMkLst>
          <pc:docMk/>
          <pc:sldMk cId="0" sldId="263"/>
        </pc:sldMkLst>
        <pc:spChg chg="mod">
          <ac:chgData name="Morrison, Gerald" userId="S::gerald.morrison@sap.com::7611ca13-cc5f-41ee-a954-b612bc1298db" providerId="AD" clId="Web-{8C0979C9-F46E-6696-D867-DA3AC9731926}" dt="2026-06-29T14:05:42.951" v="1" actId="20577"/>
          <ac:spMkLst>
            <pc:docMk/>
            <pc:sldMk cId="0" sldId="263"/>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92DEC0-C3D7-BE44-9D3C-FF1BA0BB4109}" type="datetimeFigureOut">
              <a:rPr lang="de-DE" smtClean="0"/>
              <a:t>01.07.26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E21D0B-DD9B-2C48-82AE-8297AB0B53FE}" type="slidenum">
              <a:rPr lang="de-DE" smtClean="0"/>
              <a:t>‹Nr.›</a:t>
            </a:fld>
            <a:endParaRPr lang="de-DE"/>
          </a:p>
        </p:txBody>
      </p:sp>
    </p:spTree>
    <p:extLst>
      <p:ext uri="{BB962C8B-B14F-4D97-AF65-F5344CB8AC3E}">
        <p14:creationId xmlns:p14="http://schemas.microsoft.com/office/powerpoint/2010/main" val="3837078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noProof="1">
                <a:solidFill>
                  <a:schemeClr val="tx1"/>
                </a:solidFill>
                <a:effectLst/>
                <a:latin typeface="+mn-lt"/>
                <a:ea typeface="+mn-ea"/>
                <a:cs typeface="+mn-cs"/>
              </a:rPr>
              <a:t>Open with the observation. No preamble.</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"Every line of business at SAP ships its own delivery. Signing. Transport. Sovereign-cloud readiness. Compliance reporting. Each LoB built its own version of all of that. Each one operates it independently."</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Pause. Let it land. If the room nods, you have the next ten minutes.</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"OCM is the shared standard for that work. Open source, governed by NeoNephos, stewarded by SAP. Each LoB still ships its own products. What changes is that they ship on the same model. Same vocabulary. Same signing primitive. Same transport story. Same compliance evidence."</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"Today: why that matters now, where we already are, and what the choice in front of us is."</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Move on.</a:t>
            </a:r>
          </a:p>
          <a:p>
            <a:endParaRPr lang="de-DE" noProof="1"/>
          </a:p>
        </p:txBody>
      </p:sp>
      <p:sp>
        <p:nvSpPr>
          <p:cNvPr id="4" name="Foliennummernplatzhalter 3"/>
          <p:cNvSpPr>
            <a:spLocks noGrp="1"/>
          </p:cNvSpPr>
          <p:nvPr>
            <p:ph type="sldNum" sz="quarter" idx="5"/>
          </p:nvPr>
        </p:nvSpPr>
        <p:spPr/>
        <p:txBody>
          <a:bodyPr/>
          <a:lstStyle/>
          <a:p>
            <a:fld id="{5BE21D0B-DD9B-2C48-82AE-8297AB0B53FE}" type="slidenum">
              <a:rPr lang="de-DE" smtClean="0"/>
              <a:t>1</a:t>
            </a:fld>
            <a:endParaRPr lang="de-DE"/>
          </a:p>
        </p:txBody>
      </p:sp>
    </p:spTree>
    <p:extLst>
      <p:ext uri="{BB962C8B-B14F-4D97-AF65-F5344CB8AC3E}">
        <p14:creationId xmlns:p14="http://schemas.microsoft.com/office/powerpoint/2010/main" val="2233032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noProof="1">
                <a:solidFill>
                  <a:schemeClr val="tx1"/>
                </a:solidFill>
                <a:effectLst/>
                <a:latin typeface="+mn-lt"/>
                <a:ea typeface="+mn-ea"/>
                <a:cs typeface="+mn-cs"/>
              </a:rPr>
              <a:t>Don't read the columns. Frame the choice.</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"The subtitle is the whole pitch in one line: compliance and sovereignty are given. We're not arguing about whether DORA, NIS2, sovereign-cloud delivery are real. They are. Table stakes for the markets we serve. The strategic question is what shape SAP shows up in."</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Column 1, Ecosystem Velocity. "The peer ecosystem is converging. Gardener, Kyma, OpenControlPlane, Konfidence, Platform Mesh. All aligned around the OCM primitive. SAP is currently the biggest contributor, by a comfortable margin. The biggest contributor shapes the standard. That's true today. It'll be true in two years about whoever the biggest contributor is then."</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Column 2, The Window. "The rails are being laid right now. NeoNephos governance is forming. CRA enforcement starts. The sovereign-cloud market is taking shape. Late entrants pay migration cost. Early stewards keep optionality and shape the standard around their use cases."</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Column 3, Disinvestment. "Walking away costs more than staying. Each LoB that builds its own retrofit pays the cost OCM was supposed to amortise. The standard gets shaped without us. Competitors who keep investing get the standard built around their preferences."</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"The choice isn't 'should we adopt OCM'. We already did. The choice is whether we keep the steering position or hand it over."</a:t>
            </a:r>
            <a:br>
              <a:rPr lang="de-DE" sz="1200" kern="1200" noProof="1">
                <a:solidFill>
                  <a:schemeClr val="tx1"/>
                </a:solidFill>
                <a:effectLst/>
                <a:latin typeface="+mn-lt"/>
                <a:ea typeface="+mn-ea"/>
                <a:cs typeface="+mn-cs"/>
              </a:rPr>
            </a:br>
            <a:endParaRPr lang="de-DE" sz="1200" kern="1200" noProof="1">
              <a:solidFill>
                <a:schemeClr val="tx1"/>
              </a:solidFill>
              <a:effectLst/>
              <a:latin typeface="+mn-lt"/>
              <a:ea typeface="+mn-ea"/>
              <a:cs typeface="+mn-cs"/>
            </a:endParaRPr>
          </a:p>
          <a:p>
            <a:endParaRPr lang="de-DE" noProof="1"/>
          </a:p>
        </p:txBody>
      </p:sp>
      <p:sp>
        <p:nvSpPr>
          <p:cNvPr id="4" name="Foliennummernplatzhalter 3"/>
          <p:cNvSpPr>
            <a:spLocks noGrp="1"/>
          </p:cNvSpPr>
          <p:nvPr>
            <p:ph type="sldNum" sz="quarter" idx="5"/>
          </p:nvPr>
        </p:nvSpPr>
        <p:spPr/>
        <p:txBody>
          <a:bodyPr/>
          <a:lstStyle/>
          <a:p>
            <a:fld id="{5BE21D0B-DD9B-2C48-82AE-8297AB0B53FE}" type="slidenum">
              <a:rPr lang="de-DE" smtClean="0"/>
              <a:t>2</a:t>
            </a:fld>
            <a:endParaRPr lang="de-DE"/>
          </a:p>
        </p:txBody>
      </p:sp>
    </p:spTree>
    <p:extLst>
      <p:ext uri="{BB962C8B-B14F-4D97-AF65-F5344CB8AC3E}">
        <p14:creationId xmlns:p14="http://schemas.microsoft.com/office/powerpoint/2010/main" val="454449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noProof="1">
                <a:solidFill>
                  <a:schemeClr val="tx1"/>
                </a:solidFill>
                <a:effectLst/>
                <a:latin typeface="+mn-lt"/>
                <a:ea typeface="+mn-ea"/>
                <a:cs typeface="+mn-cs"/>
              </a:rPr>
              <a:t>Brief. Refresh, not introduction. The audience knows what OCM is.</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"What OCM ties together. Left: every artifact type. Images, charts, npm, binaries, config. Right: every deployment boundary. EU, US, sovereign cloud, customer-owned. Below: every compliance regime. DORA, NIS2, CRA."</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"One identity. Every boundary. That's the model."</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Move on.</a:t>
            </a:r>
          </a:p>
          <a:p>
            <a:endParaRPr lang="de-DE" noProof="1"/>
          </a:p>
        </p:txBody>
      </p:sp>
      <p:sp>
        <p:nvSpPr>
          <p:cNvPr id="4" name="Foliennummernplatzhalter 3"/>
          <p:cNvSpPr>
            <a:spLocks noGrp="1"/>
          </p:cNvSpPr>
          <p:nvPr>
            <p:ph type="sldNum" sz="quarter" idx="5"/>
          </p:nvPr>
        </p:nvSpPr>
        <p:spPr/>
        <p:txBody>
          <a:bodyPr/>
          <a:lstStyle/>
          <a:p>
            <a:fld id="{5BE21D0B-DD9B-2C48-82AE-8297AB0B53FE}" type="slidenum">
              <a:rPr lang="de-DE" smtClean="0"/>
              <a:t>3</a:t>
            </a:fld>
            <a:endParaRPr lang="de-DE"/>
          </a:p>
        </p:txBody>
      </p:sp>
    </p:spTree>
    <p:extLst>
      <p:ext uri="{BB962C8B-B14F-4D97-AF65-F5344CB8AC3E}">
        <p14:creationId xmlns:p14="http://schemas.microsoft.com/office/powerpoint/2010/main" val="440301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noProof="1">
                <a:solidFill>
                  <a:schemeClr val="tx1"/>
                </a:solidFill>
                <a:effectLst/>
                <a:latin typeface="+mn-lt"/>
                <a:ea typeface="+mn-ea"/>
                <a:cs typeface="+mn-cs"/>
              </a:rPr>
              <a:t>Bullets first, diagram on the next slide.</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"There's a category shift. SBOMs were built for inventory. What's-in-the-software. SBODs, Software Bill of Delivery, are built for delivery. What-was-shipped-where-and-how-to-verify. The SBOD contains the SBOM."</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Bullet 4 specifically, the political one. "SBOD is the category SAP defined. Now standardised through NeoNephos. That's the position the disinvestment slide was talking about. A place where SAP is the one defining the vocabulary, and the industry adopts it. That position has value. It's worth protecting."</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"OCM doesn't replace your SBOM tooling. It gives the SBOM an envelope. Signed once, transports intact, audit-ready at every hop."</a:t>
            </a:r>
            <a:br>
              <a:rPr lang="de-DE" sz="1200" kern="1200" noProof="1">
                <a:solidFill>
                  <a:schemeClr val="tx1"/>
                </a:solidFill>
                <a:effectLst/>
                <a:latin typeface="+mn-lt"/>
                <a:ea typeface="+mn-ea"/>
                <a:cs typeface="+mn-cs"/>
              </a:rPr>
            </a:br>
            <a:endParaRPr lang="de-DE" sz="1200" kern="1200" noProof="1">
              <a:solidFill>
                <a:schemeClr val="tx1"/>
              </a:solidFill>
              <a:effectLst/>
              <a:latin typeface="+mn-lt"/>
              <a:ea typeface="+mn-ea"/>
              <a:cs typeface="+mn-cs"/>
            </a:endParaRPr>
          </a:p>
          <a:p>
            <a:endParaRPr lang="de-DE" noProof="1"/>
          </a:p>
        </p:txBody>
      </p:sp>
      <p:sp>
        <p:nvSpPr>
          <p:cNvPr id="4" name="Foliennummernplatzhalter 3"/>
          <p:cNvSpPr>
            <a:spLocks noGrp="1"/>
          </p:cNvSpPr>
          <p:nvPr>
            <p:ph type="sldNum" sz="quarter" idx="5"/>
          </p:nvPr>
        </p:nvSpPr>
        <p:spPr/>
        <p:txBody>
          <a:bodyPr/>
          <a:lstStyle/>
          <a:p>
            <a:fld id="{5BE21D0B-DD9B-2C48-82AE-8297AB0B53FE}" type="slidenum">
              <a:rPr lang="de-DE" smtClean="0"/>
              <a:t>4</a:t>
            </a:fld>
            <a:endParaRPr lang="de-DE"/>
          </a:p>
        </p:txBody>
      </p:sp>
    </p:spTree>
    <p:extLst>
      <p:ext uri="{BB962C8B-B14F-4D97-AF65-F5344CB8AC3E}">
        <p14:creationId xmlns:p14="http://schemas.microsoft.com/office/powerpoint/2010/main" val="4012055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Show </a:t>
            </a:r>
            <a:r>
              <a:rPr lang="de-DE" sz="1200" kern="1200" dirty="0" err="1">
                <a:solidFill>
                  <a:schemeClr val="tx1"/>
                </a:solidFill>
                <a:effectLst/>
                <a:latin typeface="+mn-lt"/>
                <a:ea typeface="+mn-ea"/>
                <a:cs typeface="+mn-cs"/>
              </a:rPr>
              <a:t>the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picture</a:t>
            </a:r>
            <a:r>
              <a:rPr lang="de-DE" sz="1200" kern="1200" dirty="0">
                <a:solidFill>
                  <a:schemeClr val="tx1"/>
                </a:solidFill>
                <a:effectLst/>
                <a:latin typeface="+mn-lt"/>
                <a:ea typeface="+mn-ea"/>
                <a:cs typeface="+mn-cs"/>
              </a:rPr>
              <a:t>. The </a:t>
            </a:r>
            <a:r>
              <a:rPr lang="de-DE" sz="1200" kern="1200" dirty="0" err="1">
                <a:solidFill>
                  <a:schemeClr val="tx1"/>
                </a:solidFill>
                <a:effectLst/>
                <a:latin typeface="+mn-lt"/>
                <a:ea typeface="+mn-ea"/>
                <a:cs typeface="+mn-cs"/>
              </a:rPr>
              <a:t>explanation</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happened</a:t>
            </a:r>
            <a:r>
              <a:rPr lang="de-DE" sz="1200" kern="1200" dirty="0">
                <a:solidFill>
                  <a:schemeClr val="tx1"/>
                </a:solidFill>
                <a:effectLst/>
                <a:latin typeface="+mn-lt"/>
                <a:ea typeface="+mn-ea"/>
                <a:cs typeface="+mn-cs"/>
              </a:rPr>
              <a:t> on </a:t>
            </a:r>
            <a:r>
              <a:rPr lang="de-DE" sz="1200" kern="1200" dirty="0" err="1">
                <a:solidFill>
                  <a:schemeClr val="tx1"/>
                </a:solidFill>
                <a:effectLst/>
                <a:latin typeface="+mn-lt"/>
                <a:ea typeface="+mn-ea"/>
                <a:cs typeface="+mn-cs"/>
              </a:rPr>
              <a:t>the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previous</a:t>
            </a:r>
            <a:r>
              <a:rPr lang="de-DE" sz="1200" kern="1200" dirty="0">
                <a:solidFill>
                  <a:schemeClr val="tx1"/>
                </a:solidFill>
                <a:effectLst/>
                <a:latin typeface="+mn-lt"/>
                <a:ea typeface="+mn-ea"/>
                <a:cs typeface="+mn-cs"/>
              </a:rPr>
              <a:t> slide.</a:t>
            </a:r>
            <a:br>
              <a:rPr lang="de-DE" sz="1200" kern="1200" dirty="0">
                <a:solidFill>
                  <a:schemeClr val="tx1"/>
                </a:solidFill>
                <a:effectLst/>
                <a:latin typeface="+mn-lt"/>
                <a:ea typeface="+mn-ea"/>
                <a:cs typeface="+mn-cs"/>
              </a:rPr>
            </a:br>
            <a:br>
              <a:rPr lang="de-DE" sz="1200" kern="1200" dirty="0">
                <a:solidFill>
                  <a:schemeClr val="tx1"/>
                </a:solidFill>
                <a:effectLst/>
                <a:latin typeface="+mn-lt"/>
                <a:ea typeface="+mn-ea"/>
                <a:cs typeface="+mn-cs"/>
              </a:rPr>
            </a:br>
            <a:r>
              <a:rPr lang="de-DE" sz="1200" kern="1200" dirty="0">
                <a:solidFill>
                  <a:schemeClr val="tx1"/>
                </a:solidFill>
                <a:effectLst/>
                <a:latin typeface="+mn-lt"/>
                <a:ea typeface="+mn-ea"/>
                <a:cs typeface="+mn-cs"/>
              </a:rPr>
              <a:t>"</a:t>
            </a:r>
            <a:r>
              <a:rPr lang="de-DE" sz="1200" kern="1200" dirty="0" err="1">
                <a:solidFill>
                  <a:schemeClr val="tx1"/>
                </a:solidFill>
                <a:effectLst/>
                <a:latin typeface="+mn-lt"/>
                <a:ea typeface="+mn-ea"/>
                <a:cs typeface="+mn-cs"/>
              </a:rPr>
              <a:t>Visually</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the</a:t>
            </a:r>
            <a:r>
              <a:rPr lang="de-DE" sz="1200" kern="1200" dirty="0">
                <a:solidFill>
                  <a:schemeClr val="tx1"/>
                </a:solidFill>
                <a:effectLst/>
                <a:latin typeface="+mn-lt"/>
                <a:ea typeface="+mn-ea"/>
                <a:cs typeface="+mn-cs"/>
              </a:rPr>
              <a:t> SBOD. Container </a:t>
            </a:r>
            <a:r>
              <a:rPr lang="de-DE" sz="1200" kern="1200" dirty="0" err="1">
                <a:solidFill>
                  <a:schemeClr val="tx1"/>
                </a:solidFill>
                <a:effectLst/>
                <a:latin typeface="+mn-lt"/>
                <a:ea typeface="+mn-ea"/>
                <a:cs typeface="+mn-cs"/>
              </a:rPr>
              <a:t>image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chart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manifests</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config</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the</a:t>
            </a:r>
            <a:r>
              <a:rPr lang="de-DE" sz="1200" kern="1200" dirty="0">
                <a:solidFill>
                  <a:schemeClr val="tx1"/>
                </a:solidFill>
                <a:effectLst/>
                <a:latin typeface="+mn-lt"/>
                <a:ea typeface="+mn-ea"/>
                <a:cs typeface="+mn-cs"/>
              </a:rPr>
              <a:t> SBOM </a:t>
            </a:r>
            <a:r>
              <a:rPr lang="de-DE" sz="1200" kern="1200" dirty="0" err="1">
                <a:solidFill>
                  <a:schemeClr val="tx1"/>
                </a:solidFill>
                <a:effectLst/>
                <a:latin typeface="+mn-lt"/>
                <a:ea typeface="+mn-ea"/>
                <a:cs typeface="+mn-cs"/>
              </a:rPr>
              <a:t>itself</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One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signed</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envelope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One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identity</a:t>
            </a:r>
            <a:r>
              <a:rPr lang="de-DE" sz="1200" kern="1200" dirty="0">
                <a:solidFill>
                  <a:schemeClr val="tx1"/>
                </a:solidFill>
                <a:effectLst/>
                <a:latin typeface="+mn-lt"/>
                <a:ea typeface="+mn-ea"/>
                <a:cs typeface="+mn-cs"/>
              </a:rPr>
              <a:t> at </a:t>
            </a:r>
            <a:r>
              <a:rPr lang="de-DE" sz="1200" kern="1200" dirty="0" err="1">
                <a:solidFill>
                  <a:schemeClr val="tx1"/>
                </a:solidFill>
                <a:effectLst/>
                <a:latin typeface="+mn-lt"/>
                <a:ea typeface="+mn-ea"/>
                <a:cs typeface="+mn-cs"/>
              </a:rPr>
              <a:t>the</a:t>
            </a:r>
            <a:r>
              <a:rPr lang="de-DE" sz="1200" kern="1200" dirty="0">
                <a:solidFill>
                  <a:schemeClr val="tx1"/>
                </a:solidFill>
                <a:effectLst/>
                <a:latin typeface="+mn-lt"/>
                <a:ea typeface="+mn-ea"/>
                <a:cs typeface="+mn-cs"/>
              </a:rPr>
              <a:t> top: `github.com/</a:t>
            </a:r>
            <a:r>
              <a:rPr lang="de-DE" sz="1200" kern="1200" dirty="0" err="1">
                <a:solidFill>
                  <a:schemeClr val="tx1"/>
                </a:solidFill>
                <a:effectLst/>
                <a:latin typeface="+mn-lt"/>
                <a:ea typeface="+mn-ea"/>
                <a:cs typeface="+mn-cs"/>
              </a:rPr>
              <a:t>acme</a:t>
            </a:r>
            <a:r>
              <a:rPr lang="de-DE" sz="1200" kern="1200" dirty="0">
                <a:solidFill>
                  <a:schemeClr val="tx1"/>
                </a:solidFill>
                <a:effectLst/>
                <a:latin typeface="+mn-lt"/>
                <a:ea typeface="+mn-ea"/>
                <a:cs typeface="+mn-cs"/>
              </a:rPr>
              <a:t>/webshop:v1.0.0`. </a:t>
            </a:r>
            <a:r>
              <a:rPr lang="de-DE" sz="1200" kern="1200" dirty="0" err="1">
                <a:solidFill>
                  <a:schemeClr val="tx1"/>
                </a:solidFill>
                <a:effectLst/>
                <a:latin typeface="+mn-lt"/>
                <a:ea typeface="+mn-ea"/>
                <a:cs typeface="+mn-cs"/>
              </a:rPr>
              <a:t>Everything</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that</a:t>
            </a:r>
            <a:r>
              <a:rPr lang="de-DE" sz="1200" kern="1200" dirty="0">
                <a:solidFill>
                  <a:schemeClr val="tx1"/>
                </a:solidFill>
                <a:effectLst/>
                <a:latin typeface="+mn-lt"/>
                <a:ea typeface="+mn-ea"/>
                <a:cs typeface="+mn-cs"/>
              </a:rPr>
              <a:t> was </a:t>
            </a:r>
            <a:r>
              <a:rPr lang="de-DE" sz="1200" kern="1200" dirty="0" err="1">
                <a:solidFill>
                  <a:schemeClr val="tx1"/>
                </a:solidFill>
                <a:effectLst/>
                <a:latin typeface="+mn-lt"/>
                <a:ea typeface="+mn-ea"/>
                <a:cs typeface="+mn-cs"/>
              </a:rPr>
              <a:t>delivered</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with</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one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signature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covering</a:t>
            </a:r>
            <a:r>
              <a:rPr lang="de-DE" sz="1200" kern="1200" dirty="0">
                <a:solidFill>
                  <a:schemeClr val="tx1"/>
                </a:solidFill>
                <a:effectLst/>
                <a:latin typeface="+mn-lt"/>
                <a:ea typeface="+mn-ea"/>
                <a:cs typeface="+mn-cs"/>
              </a:rPr>
              <a:t> all </a:t>
            </a:r>
            <a:r>
              <a:rPr lang="de-DE" sz="1200" kern="1200" dirty="0" err="1">
                <a:solidFill>
                  <a:schemeClr val="tx1"/>
                </a:solidFill>
                <a:effectLst/>
                <a:latin typeface="+mn-lt"/>
                <a:ea typeface="+mn-ea"/>
                <a:cs typeface="+mn-cs"/>
              </a:rPr>
              <a:t>of</a:t>
            </a:r>
            <a:r>
              <a:rPr lang="de-DE" sz="1200" kern="1200" dirty="0">
                <a:solidFill>
                  <a:schemeClr val="tx1"/>
                </a:solidFill>
                <a:effectLst/>
                <a:latin typeface="+mn-lt"/>
                <a:ea typeface="+mn-ea"/>
                <a:cs typeface="+mn-cs"/>
              </a:rPr>
              <a:t> it."</a:t>
            </a:r>
            <a:br>
              <a:rPr lang="de-DE" sz="1200" kern="1200" dirty="0">
                <a:solidFill>
                  <a:schemeClr val="tx1"/>
                </a:solidFill>
                <a:effectLst/>
                <a:latin typeface="+mn-lt"/>
                <a:ea typeface="+mn-ea"/>
                <a:cs typeface="+mn-cs"/>
              </a:rPr>
            </a:br>
            <a:br>
              <a:rPr lang="de-DE" sz="1200" kern="1200" dirty="0">
                <a:solidFill>
                  <a:schemeClr val="tx1"/>
                </a:solidFill>
                <a:effectLst/>
                <a:latin typeface="+mn-lt"/>
                <a:ea typeface="+mn-ea"/>
                <a:cs typeface="+mn-cs"/>
              </a:rPr>
            </a:br>
            <a:r>
              <a:rPr lang="de-DE" sz="1200" kern="1200" dirty="0">
                <a:solidFill>
                  <a:schemeClr val="tx1"/>
                </a:solidFill>
                <a:effectLst/>
                <a:latin typeface="+mn-lt"/>
                <a:ea typeface="+mn-ea"/>
                <a:cs typeface="+mn-cs"/>
              </a:rPr>
              <a:t>Pause.</a:t>
            </a:r>
            <a:br>
              <a:rPr lang="de-DE" sz="1200" kern="1200" dirty="0">
                <a:solidFill>
                  <a:schemeClr val="tx1"/>
                </a:solidFill>
                <a:effectLst/>
                <a:latin typeface="+mn-lt"/>
                <a:ea typeface="+mn-ea"/>
                <a:cs typeface="+mn-cs"/>
              </a:rPr>
            </a:br>
            <a:br>
              <a:rPr lang="de-DE" sz="1200" kern="1200" dirty="0">
                <a:solidFill>
                  <a:schemeClr val="tx1"/>
                </a:solidFill>
                <a:effectLst/>
                <a:latin typeface="+mn-lt"/>
                <a:ea typeface="+mn-ea"/>
                <a:cs typeface="+mn-cs"/>
              </a:rPr>
            </a:br>
            <a:r>
              <a:rPr lang="de-DE" sz="1200" kern="1200" dirty="0">
                <a:solidFill>
                  <a:schemeClr val="tx1"/>
                </a:solidFill>
                <a:effectLst/>
                <a:latin typeface="+mn-lt"/>
                <a:ea typeface="+mn-ea"/>
                <a:cs typeface="+mn-cs"/>
              </a:rPr>
              <a:t>"</a:t>
            </a:r>
            <a:r>
              <a:rPr lang="de-DE" sz="1200" kern="1200" dirty="0" err="1">
                <a:solidFill>
                  <a:schemeClr val="tx1"/>
                </a:solidFill>
                <a:effectLst/>
                <a:latin typeface="+mn-lt"/>
                <a:ea typeface="+mn-ea"/>
                <a:cs typeface="+mn-cs"/>
              </a:rPr>
              <a:t>Internally</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this</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picture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is</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what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every</a:t>
            </a:r>
            <a:r>
              <a:rPr lang="de-DE" sz="1200" kern="1200" dirty="0">
                <a:solidFill>
                  <a:schemeClr val="tx1"/>
                </a:solidFill>
                <a:effectLst/>
                <a:latin typeface="+mn-lt"/>
                <a:ea typeface="+mn-ea"/>
                <a:cs typeface="+mn-cs"/>
              </a:rPr>
              <a:t> LoB </a:t>
            </a:r>
            <a:r>
              <a:rPr lang="de-DE" sz="1200" kern="1200" dirty="0" err="1">
                <a:solidFill>
                  <a:schemeClr val="tx1"/>
                </a:solidFill>
                <a:effectLst/>
                <a:latin typeface="+mn-lt"/>
                <a:ea typeface="+mn-ea"/>
                <a:cs typeface="+mn-cs"/>
              </a:rPr>
              <a:t>needs</a:t>
            </a:r>
            <a:r>
              <a:rPr lang="de-DE" sz="1200" kern="1200" dirty="0">
                <a:solidFill>
                  <a:schemeClr val="tx1"/>
                </a:solidFill>
                <a:effectLst/>
                <a:latin typeface="+mn-lt"/>
                <a:ea typeface="+mn-ea"/>
                <a:cs typeface="+mn-cs"/>
              </a:rPr>
              <a:t>. Today, </a:t>
            </a:r>
            <a:r>
              <a:rPr lang="de-DE" sz="1200" kern="1200" dirty="0" err="1">
                <a:solidFill>
                  <a:schemeClr val="tx1"/>
                </a:solidFill>
                <a:effectLst/>
                <a:latin typeface="+mn-lt"/>
                <a:ea typeface="+mn-ea"/>
                <a:cs typeface="+mn-cs"/>
              </a:rPr>
              <a:t>every</a:t>
            </a:r>
            <a:r>
              <a:rPr lang="de-DE" sz="1200" kern="1200" dirty="0">
                <a:solidFill>
                  <a:schemeClr val="tx1"/>
                </a:solidFill>
                <a:effectLst/>
                <a:latin typeface="+mn-lt"/>
                <a:ea typeface="+mn-ea"/>
                <a:cs typeface="+mn-cs"/>
              </a:rPr>
              <a:t> LoB </a:t>
            </a:r>
            <a:r>
              <a:rPr lang="de-DE" sz="1200" kern="1200" dirty="0" err="1">
                <a:solidFill>
                  <a:schemeClr val="tx1"/>
                </a:solidFill>
                <a:effectLst/>
                <a:latin typeface="+mn-lt"/>
                <a:ea typeface="+mn-ea"/>
                <a:cs typeface="+mn-cs"/>
              </a:rPr>
              <a:t>has</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its</a:t>
            </a:r>
            <a:r>
              <a:rPr lang="de-DE" sz="1200" kern="1200" dirty="0">
                <a:solidFill>
                  <a:schemeClr val="tx1"/>
                </a:solidFill>
                <a:effectLst/>
                <a:latin typeface="+mn-lt"/>
                <a:ea typeface="+mn-ea"/>
                <a:cs typeface="+mn-cs"/>
              </a:rPr>
              <a:t> own </a:t>
            </a:r>
            <a:r>
              <a:rPr lang="de-DE" sz="1200" kern="1200" dirty="0" err="1">
                <a:solidFill>
                  <a:schemeClr val="tx1"/>
                </a:solidFill>
                <a:effectLst/>
                <a:latin typeface="+mn-lt"/>
                <a:ea typeface="+mn-ea"/>
                <a:cs typeface="+mn-cs"/>
              </a:rPr>
              <a:t>version</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of</a:t>
            </a:r>
            <a:r>
              <a:rPr lang="de-DE" sz="1200" kern="1200" dirty="0">
                <a:solidFill>
                  <a:schemeClr val="tx1"/>
                </a:solidFill>
                <a:effectLst/>
                <a:latin typeface="+mn-lt"/>
                <a:ea typeface="+mn-ea"/>
                <a:cs typeface="+mn-cs"/>
              </a:rPr>
              <a:t> it. With OCM, </a:t>
            </a:r>
            <a:r>
              <a:rPr lang="de-DE" sz="1200" kern="1200" dirty="0" err="1">
                <a:solidFill>
                  <a:schemeClr val="tx1"/>
                </a:solidFill>
                <a:effectLst/>
                <a:latin typeface="+mn-lt"/>
                <a:ea typeface="+mn-ea"/>
                <a:cs typeface="+mn-cs"/>
              </a:rPr>
              <a:t>they</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share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the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picture</a:t>
            </a:r>
            <a:r>
              <a:rPr lang="de-DE" sz="1200" kern="1200" dirty="0">
                <a:solidFill>
                  <a:schemeClr val="tx1"/>
                </a:solidFill>
                <a:effectLst/>
                <a:latin typeface="+mn-lt"/>
                <a:ea typeface="+mn-ea"/>
                <a:cs typeface="+mn-cs"/>
              </a:rPr>
              <a:t>."</a:t>
            </a:r>
            <a:br>
              <a:rPr lang="de-DE" sz="1200" kern="1200" dirty="0">
                <a:solidFill>
                  <a:schemeClr val="tx1"/>
                </a:solidFill>
                <a:effectLst/>
                <a:latin typeface="+mn-lt"/>
                <a:ea typeface="+mn-ea"/>
                <a:cs typeface="+mn-cs"/>
              </a:rPr>
            </a:br>
            <a:endParaRPr lang="de-DE" sz="1200" kern="1200" dirty="0">
              <a:solidFill>
                <a:schemeClr val="tx1"/>
              </a:solidFill>
              <a:effectLst/>
              <a:latin typeface="+mn-lt"/>
              <a:ea typeface="+mn-ea"/>
              <a:cs typeface="+mn-cs"/>
            </a:endParaRPr>
          </a:p>
          <a:p>
            <a:endParaRPr lang="en-US" dirty="0"/>
          </a:p>
        </p:txBody>
      </p:sp>
      <p:sp>
        <p:nvSpPr>
          <p:cNvPr id="4" name="Foliennummernplatzhalter 3"/>
          <p:cNvSpPr>
            <a:spLocks noGrp="1"/>
          </p:cNvSpPr>
          <p:nvPr>
            <p:ph type="sldNum" sz="quarter" idx="5"/>
          </p:nvPr>
        </p:nvSpPr>
        <p:spPr/>
        <p:txBody>
          <a:bodyPr/>
          <a:lstStyle/>
          <a:p>
            <a:fld id="{5BE21D0B-DD9B-2C48-82AE-8297AB0B53FE}" type="slidenum">
              <a:rPr lang="de-DE" smtClean="0"/>
              <a:t>5</a:t>
            </a:fld>
            <a:endParaRPr lang="de-DE"/>
          </a:p>
        </p:txBody>
      </p:sp>
    </p:spTree>
    <p:extLst>
      <p:ext uri="{BB962C8B-B14F-4D97-AF65-F5344CB8AC3E}">
        <p14:creationId xmlns:p14="http://schemas.microsoft.com/office/powerpoint/2010/main" val="1249268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noProof="1">
                <a:solidFill>
                  <a:schemeClr val="tx1"/>
                </a:solidFill>
                <a:effectLst/>
                <a:latin typeface="+mn-lt"/>
                <a:ea typeface="+mn-ea"/>
                <a:cs typeface="+mn-cs"/>
              </a:rPr>
              <a:t>Internal twist. This isn't competing with what LoBs already have. It's the connective tissue.</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"Whenever I show this internally, the first reaction is 'we already have signing, we already have registries, we already have scanners.' Right. Of course you do. OCM doesn't replace any of that. OCM composes around what each LoB already has."</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Walk the columns. Slide gives setup. You deliver the punchlines.</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"Signing: you sign artifacts. OCM signs the release as a whole. One signature, every digest. When audit shows up, you don't track twelve signatures across twelve artifacts. You track one."</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"Transport: your registries differ. By type, by location, by LoB. OCM moves the release across them all. Same identity. Same signature."</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"Compliance: your scanners see one artifact at a time. OCM correlates findings to the release. Compliance becomes continuous, not a quarterly project each LoB runs separately."</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"What this means for SAP: instead of every LoB owning its own signing-transport-compliance pipeline, every LoB plugs into the same primitive. Investment compounds across LoBs. That's the leverage."</a:t>
            </a:r>
            <a:br>
              <a:rPr lang="de-DE" sz="1200" kern="1200" noProof="1">
                <a:solidFill>
                  <a:schemeClr val="tx1"/>
                </a:solidFill>
                <a:effectLst/>
                <a:latin typeface="+mn-lt"/>
                <a:ea typeface="+mn-ea"/>
                <a:cs typeface="+mn-cs"/>
              </a:rPr>
            </a:br>
            <a:endParaRPr lang="de-DE" sz="1200" kern="1200" noProof="1">
              <a:solidFill>
                <a:schemeClr val="tx1"/>
              </a:solidFill>
              <a:effectLst/>
              <a:latin typeface="+mn-lt"/>
              <a:ea typeface="+mn-ea"/>
              <a:cs typeface="+mn-cs"/>
            </a:endParaRPr>
          </a:p>
          <a:p>
            <a:endParaRPr lang="de-DE" noProof="1"/>
          </a:p>
        </p:txBody>
      </p:sp>
      <p:sp>
        <p:nvSpPr>
          <p:cNvPr id="4" name="Foliennummernplatzhalter 3"/>
          <p:cNvSpPr>
            <a:spLocks noGrp="1"/>
          </p:cNvSpPr>
          <p:nvPr>
            <p:ph type="sldNum" sz="quarter" idx="5"/>
          </p:nvPr>
        </p:nvSpPr>
        <p:spPr/>
        <p:txBody>
          <a:bodyPr/>
          <a:lstStyle/>
          <a:p>
            <a:fld id="{5BE21D0B-DD9B-2C48-82AE-8297AB0B53FE}" type="slidenum">
              <a:rPr lang="de-DE" smtClean="0"/>
              <a:t>6</a:t>
            </a:fld>
            <a:endParaRPr lang="de-DE"/>
          </a:p>
        </p:txBody>
      </p:sp>
    </p:spTree>
    <p:extLst>
      <p:ext uri="{BB962C8B-B14F-4D97-AF65-F5344CB8AC3E}">
        <p14:creationId xmlns:p14="http://schemas.microsoft.com/office/powerpoint/2010/main" val="1864926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noProof="1">
                <a:solidFill>
                  <a:schemeClr val="tx1"/>
                </a:solidFill>
                <a:effectLst/>
                <a:latin typeface="+mn-lt"/>
                <a:ea typeface="+mn-ea"/>
                <a:cs typeface="+mn-cs"/>
              </a:rPr>
              <a:t>"The whole flow on one slide. Four verbs."</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PACK. "Bundle every artifact your software needs into one named, versioned component. One source of truth."</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SIGN. "One signature covers every artifact in the bundle by digest."</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TRANSPORT. "Move the bundle across registry boundaries. Cloud to cloud, region to region, into an air-gapped archive. Without breaking the signature."</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DEPLOY. "At the destination, verify the signature, unpack, deploy. GitOps or OCM K8s controllers, your team's call. No callback upstream."</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"Every LoB at SAP has built some version of this. Some are mature, some are partial, some are still spreadsheets. With OCM, they're all on the same picture. The work to mature one LoB's version helps every other LoB."</a:t>
            </a:r>
            <a:br>
              <a:rPr lang="de-DE" sz="1200" kern="1200" noProof="1">
                <a:solidFill>
                  <a:schemeClr val="tx1"/>
                </a:solidFill>
                <a:effectLst/>
                <a:latin typeface="+mn-lt"/>
                <a:ea typeface="+mn-ea"/>
                <a:cs typeface="+mn-cs"/>
              </a:rPr>
            </a:br>
            <a:endParaRPr lang="de-DE" sz="1200" kern="1200" noProof="1">
              <a:solidFill>
                <a:schemeClr val="tx1"/>
              </a:solidFill>
              <a:effectLst/>
              <a:latin typeface="+mn-lt"/>
              <a:ea typeface="+mn-ea"/>
              <a:cs typeface="+mn-cs"/>
            </a:endParaRPr>
          </a:p>
          <a:p>
            <a:endParaRPr lang="de-DE" noProof="1"/>
          </a:p>
        </p:txBody>
      </p:sp>
      <p:sp>
        <p:nvSpPr>
          <p:cNvPr id="4" name="Foliennummernplatzhalter 3"/>
          <p:cNvSpPr>
            <a:spLocks noGrp="1"/>
          </p:cNvSpPr>
          <p:nvPr>
            <p:ph type="sldNum" sz="quarter" idx="5"/>
          </p:nvPr>
        </p:nvSpPr>
        <p:spPr/>
        <p:txBody>
          <a:bodyPr/>
          <a:lstStyle/>
          <a:p>
            <a:fld id="{61473606-87F5-5942-8082-20AE3C26AFE1}" type="slidenum">
              <a:rPr lang="de-DE" smtClean="0"/>
              <a:t>7</a:t>
            </a:fld>
            <a:endParaRPr lang="de-DE"/>
          </a:p>
        </p:txBody>
      </p:sp>
    </p:spTree>
    <p:extLst>
      <p:ext uri="{BB962C8B-B14F-4D97-AF65-F5344CB8AC3E}">
        <p14:creationId xmlns:p14="http://schemas.microsoft.com/office/powerpoint/2010/main" val="2371221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noProof="1">
                <a:solidFill>
                  <a:schemeClr val="tx1"/>
                </a:solidFill>
                <a:effectLst/>
                <a:latin typeface="+mn-lt"/>
                <a:ea typeface="+mn-ea"/>
                <a:cs typeface="+mn-cs"/>
              </a:rPr>
              <a:t>"Sovereign-ready isn't a checkbox. It's a property of the delivery model. Four things have to be true."</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Identity. "Location-independent. The component carries its name regardless of registry."</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Signatures. "Location-independent. Sign once at source, verify anywhere downstream. No callback upstream."</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Transfer. "Self-contained. Every artifact travels with the component."</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Day-2 ops. "Happen inside the boundary. Subscribe to the component, pull upgrades, scale across regions. Still no callback."</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"Several SAP LoBs are already shipping into sovereign environments today. Those four properties are how they get away with it."</a:t>
            </a:r>
            <a:br>
              <a:rPr lang="de-DE" sz="1200" kern="1200" noProof="1">
                <a:solidFill>
                  <a:schemeClr val="tx1"/>
                </a:solidFill>
                <a:effectLst/>
                <a:latin typeface="+mn-lt"/>
                <a:ea typeface="+mn-ea"/>
                <a:cs typeface="+mn-cs"/>
              </a:rPr>
            </a:br>
            <a:endParaRPr lang="de-DE" sz="1200" kern="1200" noProof="1">
              <a:solidFill>
                <a:schemeClr val="tx1"/>
              </a:solidFill>
              <a:effectLst/>
              <a:latin typeface="+mn-lt"/>
              <a:ea typeface="+mn-ea"/>
              <a:cs typeface="+mn-cs"/>
            </a:endParaRPr>
          </a:p>
          <a:p>
            <a:endParaRPr lang="de-DE" noProof="1"/>
          </a:p>
        </p:txBody>
      </p:sp>
      <p:sp>
        <p:nvSpPr>
          <p:cNvPr id="4" name="Foliennummernplatzhalter 3"/>
          <p:cNvSpPr>
            <a:spLocks noGrp="1"/>
          </p:cNvSpPr>
          <p:nvPr>
            <p:ph type="sldNum" sz="quarter" idx="5"/>
          </p:nvPr>
        </p:nvSpPr>
        <p:spPr/>
        <p:txBody>
          <a:bodyPr/>
          <a:lstStyle/>
          <a:p>
            <a:fld id="{5BE21D0B-DD9B-2C48-82AE-8297AB0B53FE}" type="slidenum">
              <a:rPr lang="de-DE" smtClean="0"/>
              <a:t>8</a:t>
            </a:fld>
            <a:endParaRPr lang="de-DE"/>
          </a:p>
        </p:txBody>
      </p:sp>
    </p:spTree>
    <p:extLst>
      <p:ext uri="{BB962C8B-B14F-4D97-AF65-F5344CB8AC3E}">
        <p14:creationId xmlns:p14="http://schemas.microsoft.com/office/powerpoint/2010/main" val="3953249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noProof="1">
                <a:solidFill>
                  <a:schemeClr val="tx1"/>
                </a:solidFill>
                <a:effectLst/>
                <a:latin typeface="+mn-lt"/>
                <a:ea typeface="+mn-ea"/>
                <a:cs typeface="+mn-cs"/>
              </a:rPr>
              <a:t>Reinforce visually.</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"Source side, left. Pack and sign. Public registry or your dev environment, doesn't matter."</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"Trust boundary, middle. The air gap. The sovereign-cloud edge. The regulated network perimeter."</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"Sovereign target, right. Component lands. Local registry receives it. Verification happens locally. Same signature, same identity. K8s cluster pulls from local. Auditor signs off based on the component's own evidence."</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"Same identity. Same signature. Any location."</a:t>
            </a:r>
          </a:p>
          <a:p>
            <a:endParaRPr lang="de-DE" noProof="1"/>
          </a:p>
        </p:txBody>
      </p:sp>
      <p:sp>
        <p:nvSpPr>
          <p:cNvPr id="4" name="Foliennummernplatzhalter 3"/>
          <p:cNvSpPr>
            <a:spLocks noGrp="1"/>
          </p:cNvSpPr>
          <p:nvPr>
            <p:ph type="sldNum" sz="quarter" idx="5"/>
          </p:nvPr>
        </p:nvSpPr>
        <p:spPr/>
        <p:txBody>
          <a:bodyPr/>
          <a:lstStyle/>
          <a:p>
            <a:fld id="{5BE21D0B-DD9B-2C48-82AE-8297AB0B53FE}" type="slidenum">
              <a:rPr lang="de-DE" smtClean="0"/>
              <a:t>9</a:t>
            </a:fld>
            <a:endParaRPr lang="de-DE"/>
          </a:p>
        </p:txBody>
      </p:sp>
    </p:spTree>
    <p:extLst>
      <p:ext uri="{BB962C8B-B14F-4D97-AF65-F5344CB8AC3E}">
        <p14:creationId xmlns:p14="http://schemas.microsoft.com/office/powerpoint/2010/main" val="30716933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noProof="1">
                <a:solidFill>
                  <a:schemeClr val="tx1"/>
                </a:solidFill>
                <a:effectLst/>
                <a:latin typeface="+mn-lt"/>
                <a:ea typeface="+mn-ea"/>
                <a:cs typeface="+mn-cs"/>
              </a:rPr>
              <a:t>Brief stop. Internally everyone should now know the OCM Gear / ODG. You don't need to introduce it. If you see eybrows raising, stop and explain more on the first bullet point.</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"Open Delivery Gear is the OCM-native compliance engine. ODG dashboard is the entry point. Every component, every finding, one view. Continuous scans run asynchronously, even after release. Findings get rescored against contextual risk. The team only patches what actually matters, not the noise. Every signal correlates by component identity. Auditors get answers, not spreadsheets."</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"Internally: when a CVE drops, the question 'which SAP product is affected' isn't a fire drill across LoBs. It's a query. The OCM coordinate system answers it."</a:t>
            </a:r>
            <a:br>
              <a:rPr lang="de-DE" sz="1200" kern="1200" noProof="1">
                <a:solidFill>
                  <a:schemeClr val="tx1"/>
                </a:solidFill>
                <a:effectLst/>
                <a:latin typeface="+mn-lt"/>
                <a:ea typeface="+mn-ea"/>
                <a:cs typeface="+mn-cs"/>
              </a:rPr>
            </a:br>
            <a:endParaRPr lang="de-DE" sz="1200" kern="1200" noProof="1">
              <a:solidFill>
                <a:schemeClr val="tx1"/>
              </a:solidFill>
              <a:effectLst/>
              <a:latin typeface="+mn-lt"/>
              <a:ea typeface="+mn-ea"/>
              <a:cs typeface="+mn-cs"/>
            </a:endParaRPr>
          </a:p>
          <a:p>
            <a:endParaRPr lang="de-DE" noProof="1"/>
          </a:p>
        </p:txBody>
      </p:sp>
      <p:sp>
        <p:nvSpPr>
          <p:cNvPr id="4" name="Foliennummernplatzhalter 3"/>
          <p:cNvSpPr>
            <a:spLocks noGrp="1"/>
          </p:cNvSpPr>
          <p:nvPr>
            <p:ph type="sldNum" sz="quarter" idx="5"/>
          </p:nvPr>
        </p:nvSpPr>
        <p:spPr/>
        <p:txBody>
          <a:bodyPr/>
          <a:lstStyle/>
          <a:p>
            <a:fld id="{5BE21D0B-DD9B-2C48-82AE-8297AB0B53FE}" type="slidenum">
              <a:rPr lang="de-DE" smtClean="0"/>
              <a:t>10</a:t>
            </a:fld>
            <a:endParaRPr lang="de-DE"/>
          </a:p>
        </p:txBody>
      </p:sp>
    </p:spTree>
    <p:extLst>
      <p:ext uri="{BB962C8B-B14F-4D97-AF65-F5344CB8AC3E}">
        <p14:creationId xmlns:p14="http://schemas.microsoft.com/office/powerpoint/2010/main" val="7148216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kern="1200" noProof="1">
                <a:solidFill>
                  <a:schemeClr val="tx1"/>
                </a:solidFill>
                <a:effectLst/>
                <a:latin typeface="+mn-lt"/>
                <a:ea typeface="+mn-ea"/>
                <a:cs typeface="+mn-cs"/>
              </a:rPr>
              <a:t>Pause. Let them read the six tiles. Two seconds. They will read them whether you talk or not.</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Then one line to frame:</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"Six outcomes. All of them cross-LoB by construction. The point isn't that OCM does six things. The point is that all six come from the same primitive, so the investment compounds."</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Now walk the tiles. One concretising sentence each. NOT THE TILE TITLE AGAIN !!! What the tile title doesn't say.</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Faster sovereign delivery. "Today every LoB negotiates its own air-gap procedure with the customer. With OCM they don't. The customer verifies once, at the destination, the same way for every SAP product."</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Compliance leverage across LoBs. "Right now, when a regulator asks for the security posture of SAP, they get eight different answers from eight LoBs. With OCM, they get one query against one coordinate system. Same regulator, same auditors, dramatically less work."</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Integration after acquisition. "When SAP acquires, the new company almost never ships the way we do. Twelve months of retrofit. With OCM, both sides publish components in the same shape and the integration starts at day one instead of month twelve."</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Cross-LoB security correlation. "Log4Shell dropped on a Friday night. The question 'which SAP product is affected' cost weeks. With OCM that's a query against the coordinate system, answered in an afternoon."</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One source of truth. "If a datacenter has to be rebuilt because of a regional failure or a compliance decision, today it's a manual reconstruction from tickets and Slack. With OCM, one signed descriptor per delivery, and the landscape rebuilds from the descriptor."</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Ecosystem stewardship. "This is where the sponsor question becomes an investment question. SAP funds the standard, the ecosystem shapes around SAP's use cases. Walk away and the standard shapes around whoever fills the seat."</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Land it:</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"Six outcomes. One model. Cross-LoB by construction."</a:t>
            </a:r>
          </a:p>
        </p:txBody>
      </p:sp>
      <p:sp>
        <p:nvSpPr>
          <p:cNvPr id="4" name="Foliennummernplatzhalter 3"/>
          <p:cNvSpPr>
            <a:spLocks noGrp="1"/>
          </p:cNvSpPr>
          <p:nvPr>
            <p:ph type="sldNum" sz="quarter" idx="5"/>
          </p:nvPr>
        </p:nvSpPr>
        <p:spPr/>
        <p:txBody>
          <a:bodyPr/>
          <a:lstStyle/>
          <a:p>
            <a:fld id="{5BE21D0B-DD9B-2C48-82AE-8297AB0B53FE}" type="slidenum">
              <a:rPr lang="de-DE" smtClean="0"/>
              <a:t>11</a:t>
            </a:fld>
            <a:endParaRPr lang="de-DE"/>
          </a:p>
        </p:txBody>
      </p:sp>
    </p:spTree>
    <p:extLst>
      <p:ext uri="{BB962C8B-B14F-4D97-AF65-F5344CB8AC3E}">
        <p14:creationId xmlns:p14="http://schemas.microsoft.com/office/powerpoint/2010/main" val="3104954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noProof="1">
                <a:solidFill>
                  <a:schemeClr val="tx1"/>
                </a:solidFill>
                <a:effectLst/>
                <a:latin typeface="+mn-lt"/>
                <a:ea typeface="+mn-ea"/>
                <a:cs typeface="+mn-cs"/>
              </a:rPr>
              <a:t>Quick tour. Don't dwell.</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"Outside SAP, here's where OCM is shipping. Gardener, in production for over five years, the managed Kubernetes layer. Kyma, the cloud-native runtime. OpenControlPlane, the control-plane framework. Konfidence, reproducible delivery. All aligned with NeoNephos, which now governs the standard."</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"This is the velocity I mentioned at the start. It's real, and it's accelerating."</a:t>
            </a:r>
          </a:p>
          <a:p>
            <a:endParaRPr lang="de-DE" noProof="1"/>
          </a:p>
        </p:txBody>
      </p:sp>
      <p:sp>
        <p:nvSpPr>
          <p:cNvPr id="4" name="Foliennummernplatzhalter 3"/>
          <p:cNvSpPr>
            <a:spLocks noGrp="1"/>
          </p:cNvSpPr>
          <p:nvPr>
            <p:ph type="sldNum" sz="quarter" idx="5"/>
          </p:nvPr>
        </p:nvSpPr>
        <p:spPr/>
        <p:txBody>
          <a:bodyPr/>
          <a:lstStyle/>
          <a:p>
            <a:fld id="{5BE21D0B-DD9B-2C48-82AE-8297AB0B53FE}" type="slidenum">
              <a:rPr lang="de-DE" smtClean="0"/>
              <a:t>12</a:t>
            </a:fld>
            <a:endParaRPr lang="de-DE"/>
          </a:p>
        </p:txBody>
      </p:sp>
    </p:spTree>
    <p:extLst>
      <p:ext uri="{BB962C8B-B14F-4D97-AF65-F5344CB8AC3E}">
        <p14:creationId xmlns:p14="http://schemas.microsoft.com/office/powerpoint/2010/main" val="2642641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noProof="1">
                <a:solidFill>
                  <a:schemeClr val="tx1"/>
                </a:solidFill>
                <a:effectLst/>
                <a:latin typeface="+mn-lt"/>
                <a:ea typeface="+mn-ea"/>
                <a:cs typeface="+mn-cs"/>
              </a:rPr>
              <a:t>Internal evidence. Be specific.</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"Inside SAP: five pieces of delivery infrastructure already on OCM."</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"Hyperspace, internal Dev Portal and product delivery. RBSC, the Release-Based Shipment Channel, customer shipments. CSI, Common Service Infrastructure, the shared internal services platform. Steampunk for ABAP development. Sovereign Services and Delivery, operating SAP products inside sovereign clouds."</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"This isn't theoretical. SAP is already running on it. The question is whether SAP keeps stewarding the standard or hands the steering wheel over."</a:t>
            </a:r>
            <a:br>
              <a:rPr lang="de-DE" sz="1200" kern="1200" noProof="1">
                <a:solidFill>
                  <a:schemeClr val="tx1"/>
                </a:solidFill>
                <a:effectLst/>
                <a:latin typeface="+mn-lt"/>
                <a:ea typeface="+mn-ea"/>
                <a:cs typeface="+mn-cs"/>
              </a:rPr>
            </a:br>
            <a:endParaRPr lang="de-DE" sz="1200" kern="1200" noProof="1">
              <a:solidFill>
                <a:schemeClr val="tx1"/>
              </a:solidFill>
              <a:effectLst/>
              <a:latin typeface="+mn-lt"/>
              <a:ea typeface="+mn-ea"/>
              <a:cs typeface="+mn-cs"/>
            </a:endParaRPr>
          </a:p>
          <a:p>
            <a:endParaRPr lang="de-DE" noProof="1"/>
          </a:p>
        </p:txBody>
      </p:sp>
      <p:sp>
        <p:nvSpPr>
          <p:cNvPr id="4" name="Foliennummernplatzhalter 3"/>
          <p:cNvSpPr>
            <a:spLocks noGrp="1"/>
          </p:cNvSpPr>
          <p:nvPr>
            <p:ph type="sldNum" sz="quarter" idx="5"/>
          </p:nvPr>
        </p:nvSpPr>
        <p:spPr/>
        <p:txBody>
          <a:bodyPr/>
          <a:lstStyle/>
          <a:p>
            <a:fld id="{5BE21D0B-DD9B-2C48-82AE-8297AB0B53FE}" type="slidenum">
              <a:rPr lang="de-DE" smtClean="0"/>
              <a:t>13</a:t>
            </a:fld>
            <a:endParaRPr lang="de-DE"/>
          </a:p>
        </p:txBody>
      </p:sp>
    </p:spTree>
    <p:extLst>
      <p:ext uri="{BB962C8B-B14F-4D97-AF65-F5344CB8AC3E}">
        <p14:creationId xmlns:p14="http://schemas.microsoft.com/office/powerpoint/2010/main" val="37410108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noProof="1">
                <a:solidFill>
                  <a:schemeClr val="tx1"/>
                </a:solidFill>
                <a:effectLst/>
                <a:latin typeface="+mn-lt"/>
                <a:ea typeface="+mn-ea"/>
                <a:cs typeface="+mn-cs"/>
              </a:rPr>
              <a:t>Close with the actual ask. Plain, no posturing.</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"Three asks."</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"Sponsor. Allocate engineering capacity to OCM stewardship in your LoB. Concretely: name a person, name the percentage, write it into the next quarter's plan."</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"Scale. Pack one regulated component as an OCM component this quarter. Pick something that's already going through compliance friction. That's where the early payoff is."</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"Standardize. Bring your LoB into the OCM steering conversation. SAP Slack, channel #sap-tech-ocm. The earlier your LoB's voice is in the room, the more the standard reflects your delivery reality."</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"Sponsor. Scale. Standardize. That's the ask."</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"Thank you."</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Take questions.</a:t>
            </a:r>
          </a:p>
          <a:p>
            <a:endParaRPr lang="de-DE" noProof="1"/>
          </a:p>
        </p:txBody>
      </p:sp>
      <p:sp>
        <p:nvSpPr>
          <p:cNvPr id="4" name="Foliennummernplatzhalter 3"/>
          <p:cNvSpPr>
            <a:spLocks noGrp="1"/>
          </p:cNvSpPr>
          <p:nvPr>
            <p:ph type="sldNum" sz="quarter" idx="5"/>
          </p:nvPr>
        </p:nvSpPr>
        <p:spPr/>
        <p:txBody>
          <a:bodyPr/>
          <a:lstStyle/>
          <a:p>
            <a:fld id="{5BE21D0B-DD9B-2C48-82AE-8297AB0B53FE}" type="slidenum">
              <a:rPr lang="de-DE" smtClean="0"/>
              <a:t>14</a:t>
            </a:fld>
            <a:endParaRPr lang="de-DE"/>
          </a:p>
        </p:txBody>
      </p:sp>
    </p:spTree>
    <p:extLst>
      <p:ext uri="{BB962C8B-B14F-4D97-AF65-F5344CB8AC3E}">
        <p14:creationId xmlns:p14="http://schemas.microsoft.com/office/powerpoint/2010/main" val="15591093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noProof="1">
                <a:solidFill>
                  <a:schemeClr val="tx1"/>
                </a:solidFill>
                <a:effectLst/>
                <a:latin typeface="+mn-lt"/>
                <a:ea typeface="+mn-ea"/>
                <a:cs typeface="+mn-cs"/>
              </a:rPr>
              <a:t>Appendix only. Pull on demand if the audience stalls on a term. Don't narrate.</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Quick spot-checks worth knowing without reading: SBOD is the OCM component descriptor, the category SAP defined and NeoNephos governs. ODG is Open Delivery Gear, the OCM-native compliance engine. DORA, NIS2, CRA are the EU regulatory anchors most sponsors already know. Restate only if asked.</a:t>
            </a:r>
            <a:br>
              <a:rPr lang="de-DE" sz="1200" kern="1200" noProof="1">
                <a:solidFill>
                  <a:schemeClr val="tx1"/>
                </a:solidFill>
                <a:effectLst/>
                <a:latin typeface="+mn-lt"/>
                <a:ea typeface="+mn-ea"/>
                <a:cs typeface="+mn-cs"/>
              </a:rPr>
            </a:br>
            <a:endParaRPr lang="de-DE" sz="1200" kern="1200" noProof="1">
              <a:solidFill>
                <a:schemeClr val="tx1"/>
              </a:solidFill>
              <a:effectLst/>
              <a:latin typeface="+mn-lt"/>
              <a:ea typeface="+mn-ea"/>
              <a:cs typeface="+mn-cs"/>
            </a:endParaRPr>
          </a:p>
          <a:p>
            <a:endParaRPr lang="de-DE" noProof="1"/>
          </a:p>
        </p:txBody>
      </p:sp>
      <p:sp>
        <p:nvSpPr>
          <p:cNvPr id="4" name="Foliennummernplatzhalter 3"/>
          <p:cNvSpPr>
            <a:spLocks noGrp="1"/>
          </p:cNvSpPr>
          <p:nvPr>
            <p:ph type="sldNum" sz="quarter" idx="5"/>
          </p:nvPr>
        </p:nvSpPr>
        <p:spPr/>
        <p:txBody>
          <a:bodyPr/>
          <a:lstStyle/>
          <a:p>
            <a:fld id="{5BE21D0B-DD9B-2C48-82AE-8297AB0B53FE}" type="slidenum">
              <a:rPr lang="de-DE" smtClean="0"/>
              <a:t>15</a:t>
            </a:fld>
            <a:endParaRPr lang="de-DE"/>
          </a:p>
        </p:txBody>
      </p:sp>
    </p:spTree>
    <p:extLst>
      <p:ext uri="{BB962C8B-B14F-4D97-AF65-F5344CB8AC3E}">
        <p14:creationId xmlns:p14="http://schemas.microsoft.com/office/powerpoint/2010/main" val="557854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userDrawn="1">
  <p:cSld name="Hero">
    <p:bg>
      <p:bgPr>
        <a:solidFill>
          <a:srgbClr val="0A1530"/>
        </a:solidFill>
        <a:effectLst/>
      </p:bgPr>
    </p:bg>
    <p:spTree>
      <p:nvGrpSpPr>
        <p:cNvPr id="1" name=""/>
        <p:cNvGrpSpPr/>
        <p:nvPr/>
      </p:nvGrpSpPr>
      <p:grpSpPr>
        <a:xfrm>
          <a:off x="0" y="0"/>
          <a:ext cx="0" cy="0"/>
          <a:chOff x="0" y="0"/>
          <a:chExt cx="0" cy="0"/>
        </a:xfrm>
      </p:grpSpPr>
      <p:sp>
        <p:nvSpPr>
          <p:cNvPr id="10" name="Hero Title Line 1"/>
          <p:cNvSpPr>
            <a:spLocks noGrp="1"/>
          </p:cNvSpPr>
          <p:nvPr>
            <p:ph type="title" idx="1"/>
          </p:nvPr>
        </p:nvSpPr>
        <p:spPr>
          <a:xfrm>
            <a:off x="914400" y="1714500"/>
            <a:ext cx="16192500" cy="1524000"/>
          </a:xfrm>
          <a:prstGeom prst="rect">
            <a:avLst/>
          </a:prstGeom>
        </p:spPr>
        <p:txBody>
          <a:bodyPr wrap="square" lIns="0" tIns="0" rIns="0" bIns="0" rtlCol="0" anchor="t">
            <a:noAutofit/>
          </a:bodyPr>
          <a:lstStyle>
            <a:lvl1pPr marL="0" indent="0" algn="l">
              <a:buNone/>
              <a:defRPr sz="13200" b="1">
                <a:solidFill>
                  <a:srgbClr val="FFFFFF"/>
                </a:solidFill>
                <a:latin typeface="Aptos Display"/>
              </a:defRPr>
            </a:lvl1pPr>
          </a:lstStyle>
          <a:p>
            <a:r>
              <a:rPr lang="en-US"/>
              <a:t>Secure Delivery for</a:t>
            </a:r>
          </a:p>
        </p:txBody>
      </p:sp>
      <p:sp>
        <p:nvSpPr>
          <p:cNvPr id="11" name="Hero Title Line 2"/>
          <p:cNvSpPr>
            <a:spLocks noGrp="1"/>
          </p:cNvSpPr>
          <p:nvPr>
            <p:ph type="body" idx="2"/>
          </p:nvPr>
        </p:nvSpPr>
        <p:spPr>
          <a:xfrm>
            <a:off x="914400" y="3286125"/>
            <a:ext cx="16192500" cy="1524000"/>
          </a:xfrm>
          <a:prstGeom prst="rect">
            <a:avLst/>
          </a:prstGeom>
        </p:spPr>
        <p:txBody>
          <a:bodyPr wrap="square" lIns="0" tIns="0" rIns="0" bIns="0" rtlCol="0" anchor="t">
            <a:noAutofit/>
          </a:bodyPr>
          <a:lstStyle>
            <a:lvl1pPr marL="0" indent="0" algn="l">
              <a:buNone/>
              <a:defRPr sz="13200" b="1">
                <a:solidFill>
                  <a:srgbClr val="5CD6FF"/>
                </a:solidFill>
                <a:latin typeface="Aptos Display"/>
              </a:defRPr>
            </a:lvl1pPr>
          </a:lstStyle>
          <a:p>
            <a:r>
              <a:rPr lang="en-US"/>
              <a:t>Sovereign Clouds</a:t>
            </a:r>
          </a:p>
        </p:txBody>
      </p:sp>
      <p:sp>
        <p:nvSpPr>
          <p:cNvPr id="12" name="Hero Subtitle"/>
          <p:cNvSpPr>
            <a:spLocks noGrp="1"/>
          </p:cNvSpPr>
          <p:nvPr>
            <p:ph type="body" idx="3"/>
          </p:nvPr>
        </p:nvSpPr>
        <p:spPr>
          <a:xfrm>
            <a:off x="914400" y="5334000"/>
            <a:ext cx="16192500" cy="857250"/>
          </a:xfrm>
          <a:prstGeom prst="rect">
            <a:avLst/>
          </a:prstGeom>
        </p:spPr>
        <p:txBody>
          <a:bodyPr wrap="square" lIns="0" tIns="0" rIns="0" bIns="0" rtlCol="0" anchor="t">
            <a:noAutofit/>
          </a:bodyPr>
          <a:lstStyle>
            <a:lvl1pPr marL="0" indent="0" algn="l">
              <a:lnSpc>
                <a:spcPct val="114999"/>
              </a:lnSpc>
              <a:buNone/>
              <a:defRPr sz="3500">
                <a:solidFill>
                  <a:srgbClr val="5CD6FF"/>
                </a:solidFill>
                <a:latin typeface="Aptos"/>
              </a:defRPr>
            </a:lvl1pPr>
          </a:lstStyle>
          <a:p>
            <a:r>
              <a:rPr lang="en-US"/>
              <a:t>Subtitle — one sentence describing the deck.</a:t>
            </a:r>
          </a:p>
        </p:txBody>
      </p:sp>
      <p:sp>
        <p:nvSpPr>
          <p:cNvPr id="13" name="Hero Org Line"/>
          <p:cNvSpPr>
            <a:spLocks noGrp="1"/>
          </p:cNvSpPr>
          <p:nvPr>
            <p:ph type="body" idx="4"/>
          </p:nvPr>
        </p:nvSpPr>
        <p:spPr>
          <a:xfrm>
            <a:off x="914400" y="6572250"/>
            <a:ext cx="16192500" cy="571500"/>
          </a:xfrm>
          <a:prstGeom prst="rect">
            <a:avLst/>
          </a:prstGeom>
        </p:spPr>
        <p:txBody>
          <a:bodyPr wrap="square" lIns="0" tIns="0" rIns="0" bIns="0" rtlCol="0" anchor="t">
            <a:noAutofit/>
          </a:bodyPr>
          <a:lstStyle>
            <a:lvl1pPr marL="0" indent="0" algn="l">
              <a:buNone/>
              <a:defRPr sz="2800">
                <a:solidFill>
                  <a:srgbClr val="FFFFFF"/>
                </a:solidFill>
                <a:latin typeface="Aptos"/>
              </a:defRPr>
            </a:lvl1pPr>
          </a:lstStyle>
          <a:p>
            <a:r>
              <a:rPr lang="en-US"/>
              <a:t>Open Component Model — open source, NeoNephos Foundation.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userDrawn="1">
  <p:cSld name="CTA">
    <p:bg>
      <p:bgPr>
        <a:solidFill>
          <a:srgbClr val="0A1530"/>
        </a:solidFill>
        <a:effectLst/>
      </p:bgPr>
    </p:bg>
    <p:spTree>
      <p:nvGrpSpPr>
        <p:cNvPr id="1" name=""/>
        <p:cNvGrpSpPr/>
        <p:nvPr/>
      </p:nvGrpSpPr>
      <p:grpSpPr>
        <a:xfrm>
          <a:off x="0" y="0"/>
          <a:ext cx="0" cy="0"/>
          <a:chOff x="0" y="0"/>
          <a:chExt cx="0" cy="0"/>
        </a:xfrm>
      </p:grpSpPr>
      <p:sp>
        <p:nvSpPr>
          <p:cNvPr id="10" name="CTA Title"/>
          <p:cNvSpPr>
            <a:spLocks noGrp="1"/>
          </p:cNvSpPr>
          <p:nvPr>
            <p:ph type="title" idx="1"/>
          </p:nvPr>
        </p:nvSpPr>
        <p:spPr>
          <a:xfrm>
            <a:off x="914400" y="3048000"/>
            <a:ext cx="16192500" cy="952500"/>
          </a:xfrm>
          <a:prstGeom prst="rect">
            <a:avLst/>
          </a:prstGeom>
        </p:spPr>
        <p:txBody>
          <a:bodyPr wrap="square" lIns="0" tIns="0" rIns="0" bIns="0" rtlCol="0" anchor="t"/>
          <a:lstStyle>
            <a:lvl1pPr marL="0" indent="0" algn="l">
              <a:buNone/>
              <a:defRPr sz="6400" b="1">
                <a:solidFill>
                  <a:srgbClr val="FFFFFF"/>
                </a:solidFill>
                <a:latin typeface="Aptos Display"/>
              </a:defRPr>
            </a:lvl1pPr>
          </a:lstStyle>
          <a:p>
            <a:r>
              <a:rPr lang="en-US"/>
              <a:t>Call to action</a:t>
            </a:r>
          </a:p>
        </p:txBody>
      </p:sp>
      <p:sp>
        <p:nvSpPr>
          <p:cNvPr id="11" name="CTA Body"/>
          <p:cNvSpPr>
            <a:spLocks noGrp="1"/>
          </p:cNvSpPr>
          <p:nvPr>
            <p:ph type="body" idx="2"/>
          </p:nvPr>
        </p:nvSpPr>
        <p:spPr>
          <a:xfrm>
            <a:off x="914400" y="4381500"/>
            <a:ext cx="16192500" cy="3810000"/>
          </a:xfrm>
          <a:prstGeom prst="rect">
            <a:avLst/>
          </a:prstGeom>
        </p:spPr>
        <p:txBody>
          <a:bodyPr wrap="square" lIns="0" tIns="0" rIns="0" bIns="0" rtlCol="0" anchor="t"/>
          <a:lstStyle>
            <a:lvl1pPr marL="0" indent="0" algn="l">
              <a:buNone/>
              <a:defRPr sz="2500">
                <a:solidFill>
                  <a:srgbClr val="FFFFFF"/>
                </a:solidFill>
                <a:latin typeface="Aptos"/>
              </a:defRPr>
            </a:lvl1pPr>
          </a:lstStyle>
          <a:p>
            <a:r>
              <a:rPr lang="en-US"/>
              <a:t>Three-line CTA bullets go here.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userDrawn="1">
  <p:cSld name="Content / 3-Column">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Col1 Rule"/>
          <p:cNvSpPr/>
          <p:nvPr/>
        </p:nvSpPr>
        <p:spPr>
          <a:xfrm>
            <a:off x="1143000" y="4953000"/>
            <a:ext cx="4972050" cy="38100"/>
          </a:xfrm>
          <a:prstGeom prst="rect">
            <a:avLst/>
          </a:prstGeom>
          <a:solidFill>
            <a:srgbClr val="0F6BFF"/>
          </a:solidFill>
          <a:ln>
            <a:noFill/>
          </a:ln>
        </p:spPr>
        <p:txBody>
          <a:bodyPr rtlCol="0" anchor="ctr"/>
          <a:lstStyle/>
          <a:p>
            <a:endParaRPr lang="en-US"/>
          </a:p>
        </p:txBody>
      </p:sp>
      <p:sp>
        <p:nvSpPr>
          <p:cNvPr id="13" name="Col1 Header"/>
          <p:cNvSpPr>
            <a:spLocks noGrp="1"/>
          </p:cNvSpPr>
          <p:nvPr>
            <p:ph type="body" idx="10"/>
          </p:nvPr>
        </p:nvSpPr>
        <p:spPr>
          <a:xfrm>
            <a:off x="1143000" y="51054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1 HEADER</a:t>
            </a:r>
          </a:p>
        </p:txBody>
      </p:sp>
      <p:sp>
        <p:nvSpPr>
          <p:cNvPr id="14" name="Col1 Body"/>
          <p:cNvSpPr>
            <a:spLocks noGrp="1"/>
          </p:cNvSpPr>
          <p:nvPr>
            <p:ph type="body" idx="11"/>
          </p:nvPr>
        </p:nvSpPr>
        <p:spPr>
          <a:xfrm>
            <a:off x="1143000" y="5753100"/>
            <a:ext cx="497205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1 body. Replace with one or two short sentences.</a:t>
            </a:r>
          </a:p>
        </p:txBody>
      </p:sp>
      <p:sp>
        <p:nvSpPr>
          <p:cNvPr id="15" name="Col2 Rule"/>
          <p:cNvSpPr/>
          <p:nvPr/>
        </p:nvSpPr>
        <p:spPr>
          <a:xfrm>
            <a:off x="6648450" y="4953000"/>
            <a:ext cx="4972050" cy="38100"/>
          </a:xfrm>
          <a:prstGeom prst="rect">
            <a:avLst/>
          </a:prstGeom>
          <a:solidFill>
            <a:srgbClr val="0F6BFF"/>
          </a:solidFill>
          <a:ln>
            <a:noFill/>
          </a:ln>
        </p:spPr>
        <p:txBody>
          <a:bodyPr rtlCol="0" anchor="ctr"/>
          <a:lstStyle/>
          <a:p>
            <a:endParaRPr lang="en-US"/>
          </a:p>
        </p:txBody>
      </p:sp>
      <p:sp>
        <p:nvSpPr>
          <p:cNvPr id="16" name="Col2 Header"/>
          <p:cNvSpPr>
            <a:spLocks noGrp="1"/>
          </p:cNvSpPr>
          <p:nvPr>
            <p:ph type="body" idx="12"/>
          </p:nvPr>
        </p:nvSpPr>
        <p:spPr>
          <a:xfrm>
            <a:off x="6648450" y="51054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2 HEADER</a:t>
            </a:r>
          </a:p>
        </p:txBody>
      </p:sp>
      <p:sp>
        <p:nvSpPr>
          <p:cNvPr id="17" name="Col2 Body"/>
          <p:cNvSpPr>
            <a:spLocks noGrp="1"/>
          </p:cNvSpPr>
          <p:nvPr>
            <p:ph type="body" idx="13"/>
          </p:nvPr>
        </p:nvSpPr>
        <p:spPr>
          <a:xfrm>
            <a:off x="6648450" y="5753100"/>
            <a:ext cx="497205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2 body. Replace with one or two short sentences.</a:t>
            </a:r>
          </a:p>
        </p:txBody>
      </p:sp>
      <p:sp>
        <p:nvSpPr>
          <p:cNvPr id="18" name="Col3 Rule"/>
          <p:cNvSpPr/>
          <p:nvPr/>
        </p:nvSpPr>
        <p:spPr>
          <a:xfrm>
            <a:off x="12153900" y="4953000"/>
            <a:ext cx="4972050" cy="38100"/>
          </a:xfrm>
          <a:prstGeom prst="rect">
            <a:avLst/>
          </a:prstGeom>
          <a:solidFill>
            <a:srgbClr val="0F6BFF"/>
          </a:solidFill>
          <a:ln>
            <a:noFill/>
          </a:ln>
        </p:spPr>
        <p:txBody>
          <a:bodyPr rtlCol="0" anchor="ctr"/>
          <a:lstStyle/>
          <a:p>
            <a:endParaRPr lang="en-US"/>
          </a:p>
        </p:txBody>
      </p:sp>
      <p:sp>
        <p:nvSpPr>
          <p:cNvPr id="19" name="Col3 Header"/>
          <p:cNvSpPr>
            <a:spLocks noGrp="1"/>
          </p:cNvSpPr>
          <p:nvPr>
            <p:ph type="body" idx="14"/>
          </p:nvPr>
        </p:nvSpPr>
        <p:spPr>
          <a:xfrm>
            <a:off x="12153900" y="51054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3 HEADER</a:t>
            </a:r>
          </a:p>
        </p:txBody>
      </p:sp>
      <p:sp>
        <p:nvSpPr>
          <p:cNvPr id="20" name="Col3 Body"/>
          <p:cNvSpPr>
            <a:spLocks noGrp="1"/>
          </p:cNvSpPr>
          <p:nvPr>
            <p:ph type="body" idx="15"/>
          </p:nvPr>
        </p:nvSpPr>
        <p:spPr>
          <a:xfrm>
            <a:off x="12153900" y="5753100"/>
            <a:ext cx="497205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3 body. Replace with one or two short sentences.</a:t>
            </a:r>
          </a:p>
        </p:txBody>
      </p:sp>
      <p:sp>
        <p:nvSpPr>
          <p:cNvPr id="21"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userDrawn="1">
  <p:cSld name="Content / Diagram">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7143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1219200"/>
            <a:ext cx="16002000" cy="762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Diagram"/>
          <p:cNvSpPr>
            <a:spLocks noGrp="1"/>
          </p:cNvSpPr>
          <p:nvPr>
            <p:ph type="pic" idx="10"/>
          </p:nvPr>
        </p:nvSpPr>
        <p:spPr>
          <a:xfrm>
            <a:off x="571500" y="2286000"/>
            <a:ext cx="17145000" cy="7429500"/>
          </a:xfrm>
          <a:prstGeom prst="rect">
            <a:avLst/>
          </a:prstGeom>
        </p:spPr>
        <p:txBody>
          <a:bodyPr rtlCol="0" anchor="ctr"/>
          <a:lstStyle/>
          <a:p>
            <a:endParaRPr lang="en-US"/>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userDrawn="1">
  <p:cSld name="Content / Tiles">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Tile1 Bg"/>
          <p:cNvSpPr/>
          <p:nvPr/>
        </p:nvSpPr>
        <p:spPr>
          <a:xfrm>
            <a:off x="1143000" y="4953000"/>
            <a:ext cx="5181600" cy="2190750"/>
          </a:xfrm>
          <a:prstGeom prst="rect">
            <a:avLst/>
          </a:prstGeom>
          <a:solidFill>
            <a:srgbClr val="F3F4F6"/>
          </a:solidFill>
          <a:ln>
            <a:noFill/>
          </a:ln>
        </p:spPr>
        <p:txBody>
          <a:bodyPr rtlCol="0" anchor="ctr"/>
          <a:lstStyle/>
          <a:p>
            <a:endParaRPr lang="en-US"/>
          </a:p>
        </p:txBody>
      </p:sp>
      <p:sp>
        <p:nvSpPr>
          <p:cNvPr id="13" name="Tile1 Rule"/>
          <p:cNvSpPr/>
          <p:nvPr/>
        </p:nvSpPr>
        <p:spPr>
          <a:xfrm>
            <a:off x="1143000" y="4953000"/>
            <a:ext cx="5181600" cy="28575"/>
          </a:xfrm>
          <a:prstGeom prst="rect">
            <a:avLst/>
          </a:prstGeom>
          <a:solidFill>
            <a:srgbClr val="0F6BFF"/>
          </a:solidFill>
          <a:ln>
            <a:noFill/>
          </a:ln>
        </p:spPr>
        <p:txBody>
          <a:bodyPr rtlCol="0" anchor="ctr"/>
          <a:lstStyle/>
          <a:p>
            <a:endParaRPr lang="en-US"/>
          </a:p>
        </p:txBody>
      </p:sp>
      <p:sp>
        <p:nvSpPr>
          <p:cNvPr id="14" name="Tile1 Label"/>
          <p:cNvSpPr>
            <a:spLocks noGrp="1"/>
          </p:cNvSpPr>
          <p:nvPr>
            <p:ph type="body" idx="20"/>
          </p:nvPr>
        </p:nvSpPr>
        <p:spPr>
          <a:xfrm>
            <a:off x="1981200" y="518160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1 label</a:t>
            </a:r>
          </a:p>
        </p:txBody>
      </p:sp>
      <p:sp>
        <p:nvSpPr>
          <p:cNvPr id="15" name="Tile1 Body"/>
          <p:cNvSpPr>
            <a:spLocks noGrp="1"/>
          </p:cNvSpPr>
          <p:nvPr>
            <p:ph type="body" idx="21"/>
          </p:nvPr>
        </p:nvSpPr>
        <p:spPr>
          <a:xfrm>
            <a:off x="1371600" y="586740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16" name="Tile2 Bg"/>
          <p:cNvSpPr/>
          <p:nvPr/>
        </p:nvSpPr>
        <p:spPr>
          <a:xfrm>
            <a:off x="6553200" y="4953000"/>
            <a:ext cx="5181600" cy="2190750"/>
          </a:xfrm>
          <a:prstGeom prst="rect">
            <a:avLst/>
          </a:prstGeom>
          <a:solidFill>
            <a:srgbClr val="F3F4F6"/>
          </a:solidFill>
          <a:ln>
            <a:noFill/>
          </a:ln>
        </p:spPr>
        <p:txBody>
          <a:bodyPr rtlCol="0" anchor="ctr"/>
          <a:lstStyle/>
          <a:p>
            <a:endParaRPr lang="en-US"/>
          </a:p>
        </p:txBody>
      </p:sp>
      <p:sp>
        <p:nvSpPr>
          <p:cNvPr id="17" name="Tile2 Rule"/>
          <p:cNvSpPr/>
          <p:nvPr/>
        </p:nvSpPr>
        <p:spPr>
          <a:xfrm>
            <a:off x="6553200" y="4953000"/>
            <a:ext cx="5181600" cy="28575"/>
          </a:xfrm>
          <a:prstGeom prst="rect">
            <a:avLst/>
          </a:prstGeom>
          <a:solidFill>
            <a:srgbClr val="0F6BFF"/>
          </a:solidFill>
          <a:ln>
            <a:noFill/>
          </a:ln>
        </p:spPr>
        <p:txBody>
          <a:bodyPr rtlCol="0" anchor="ctr"/>
          <a:lstStyle/>
          <a:p>
            <a:endParaRPr lang="en-US"/>
          </a:p>
        </p:txBody>
      </p:sp>
      <p:sp>
        <p:nvSpPr>
          <p:cNvPr id="18" name="Tile2 Label"/>
          <p:cNvSpPr>
            <a:spLocks noGrp="1"/>
          </p:cNvSpPr>
          <p:nvPr>
            <p:ph type="body" idx="22"/>
          </p:nvPr>
        </p:nvSpPr>
        <p:spPr>
          <a:xfrm>
            <a:off x="7391400" y="518160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2 label</a:t>
            </a:r>
          </a:p>
        </p:txBody>
      </p:sp>
      <p:sp>
        <p:nvSpPr>
          <p:cNvPr id="19" name="Tile2 Body"/>
          <p:cNvSpPr>
            <a:spLocks noGrp="1"/>
          </p:cNvSpPr>
          <p:nvPr>
            <p:ph type="body" idx="23"/>
          </p:nvPr>
        </p:nvSpPr>
        <p:spPr>
          <a:xfrm>
            <a:off x="6781800" y="586740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20" name="Tile3 Bg"/>
          <p:cNvSpPr/>
          <p:nvPr/>
        </p:nvSpPr>
        <p:spPr>
          <a:xfrm>
            <a:off x="11963400" y="4953000"/>
            <a:ext cx="5181600" cy="2190750"/>
          </a:xfrm>
          <a:prstGeom prst="rect">
            <a:avLst/>
          </a:prstGeom>
          <a:solidFill>
            <a:srgbClr val="F3F4F6"/>
          </a:solidFill>
          <a:ln>
            <a:noFill/>
          </a:ln>
        </p:spPr>
        <p:txBody>
          <a:bodyPr rtlCol="0" anchor="ctr"/>
          <a:lstStyle/>
          <a:p>
            <a:endParaRPr lang="en-US"/>
          </a:p>
        </p:txBody>
      </p:sp>
      <p:sp>
        <p:nvSpPr>
          <p:cNvPr id="21" name="Tile3 Rule"/>
          <p:cNvSpPr/>
          <p:nvPr/>
        </p:nvSpPr>
        <p:spPr>
          <a:xfrm>
            <a:off x="11963400" y="4953000"/>
            <a:ext cx="5181600" cy="28575"/>
          </a:xfrm>
          <a:prstGeom prst="rect">
            <a:avLst/>
          </a:prstGeom>
          <a:solidFill>
            <a:srgbClr val="0F6BFF"/>
          </a:solidFill>
          <a:ln>
            <a:noFill/>
          </a:ln>
        </p:spPr>
        <p:txBody>
          <a:bodyPr rtlCol="0" anchor="ctr"/>
          <a:lstStyle/>
          <a:p>
            <a:endParaRPr lang="en-US"/>
          </a:p>
        </p:txBody>
      </p:sp>
      <p:sp>
        <p:nvSpPr>
          <p:cNvPr id="22" name="Tile3 Label"/>
          <p:cNvSpPr>
            <a:spLocks noGrp="1"/>
          </p:cNvSpPr>
          <p:nvPr>
            <p:ph type="body" idx="24"/>
          </p:nvPr>
        </p:nvSpPr>
        <p:spPr>
          <a:xfrm>
            <a:off x="12801600" y="518160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3 label</a:t>
            </a:r>
          </a:p>
        </p:txBody>
      </p:sp>
      <p:sp>
        <p:nvSpPr>
          <p:cNvPr id="23" name="Tile3 Body"/>
          <p:cNvSpPr>
            <a:spLocks noGrp="1"/>
          </p:cNvSpPr>
          <p:nvPr>
            <p:ph type="body" idx="25"/>
          </p:nvPr>
        </p:nvSpPr>
        <p:spPr>
          <a:xfrm>
            <a:off x="12192000" y="586740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24" name="Tile4 Bg"/>
          <p:cNvSpPr/>
          <p:nvPr/>
        </p:nvSpPr>
        <p:spPr>
          <a:xfrm>
            <a:off x="1143000" y="7372350"/>
            <a:ext cx="5181600" cy="2190750"/>
          </a:xfrm>
          <a:prstGeom prst="rect">
            <a:avLst/>
          </a:prstGeom>
          <a:solidFill>
            <a:srgbClr val="F3F4F6"/>
          </a:solidFill>
          <a:ln>
            <a:noFill/>
          </a:ln>
        </p:spPr>
        <p:txBody>
          <a:bodyPr rtlCol="0" anchor="ctr"/>
          <a:lstStyle/>
          <a:p>
            <a:endParaRPr lang="en-US"/>
          </a:p>
        </p:txBody>
      </p:sp>
      <p:sp>
        <p:nvSpPr>
          <p:cNvPr id="25" name="Tile4 Rule"/>
          <p:cNvSpPr/>
          <p:nvPr/>
        </p:nvSpPr>
        <p:spPr>
          <a:xfrm>
            <a:off x="1143000" y="7372350"/>
            <a:ext cx="5181600" cy="28575"/>
          </a:xfrm>
          <a:prstGeom prst="rect">
            <a:avLst/>
          </a:prstGeom>
          <a:solidFill>
            <a:srgbClr val="0F6BFF"/>
          </a:solidFill>
          <a:ln>
            <a:noFill/>
          </a:ln>
        </p:spPr>
        <p:txBody>
          <a:bodyPr rtlCol="0" anchor="ctr"/>
          <a:lstStyle/>
          <a:p>
            <a:endParaRPr lang="en-US"/>
          </a:p>
        </p:txBody>
      </p:sp>
      <p:sp>
        <p:nvSpPr>
          <p:cNvPr id="26" name="Tile4 Label"/>
          <p:cNvSpPr>
            <a:spLocks noGrp="1"/>
          </p:cNvSpPr>
          <p:nvPr>
            <p:ph type="body" idx="26"/>
          </p:nvPr>
        </p:nvSpPr>
        <p:spPr>
          <a:xfrm>
            <a:off x="1981200" y="760095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4 label</a:t>
            </a:r>
          </a:p>
        </p:txBody>
      </p:sp>
      <p:sp>
        <p:nvSpPr>
          <p:cNvPr id="27" name="Tile4 Body"/>
          <p:cNvSpPr>
            <a:spLocks noGrp="1"/>
          </p:cNvSpPr>
          <p:nvPr>
            <p:ph type="body" idx="27"/>
          </p:nvPr>
        </p:nvSpPr>
        <p:spPr>
          <a:xfrm>
            <a:off x="1371600" y="828675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28" name="Tile5 Bg"/>
          <p:cNvSpPr/>
          <p:nvPr/>
        </p:nvSpPr>
        <p:spPr>
          <a:xfrm>
            <a:off x="6553200" y="7372350"/>
            <a:ext cx="5181600" cy="2190750"/>
          </a:xfrm>
          <a:prstGeom prst="rect">
            <a:avLst/>
          </a:prstGeom>
          <a:solidFill>
            <a:srgbClr val="F3F4F6"/>
          </a:solidFill>
          <a:ln>
            <a:noFill/>
          </a:ln>
        </p:spPr>
        <p:txBody>
          <a:bodyPr rtlCol="0" anchor="ctr"/>
          <a:lstStyle/>
          <a:p>
            <a:endParaRPr lang="en-US"/>
          </a:p>
        </p:txBody>
      </p:sp>
      <p:sp>
        <p:nvSpPr>
          <p:cNvPr id="29" name="Tile5 Rule"/>
          <p:cNvSpPr/>
          <p:nvPr/>
        </p:nvSpPr>
        <p:spPr>
          <a:xfrm>
            <a:off x="6553200" y="7372350"/>
            <a:ext cx="5181600" cy="28575"/>
          </a:xfrm>
          <a:prstGeom prst="rect">
            <a:avLst/>
          </a:prstGeom>
          <a:solidFill>
            <a:srgbClr val="0F6BFF"/>
          </a:solidFill>
          <a:ln>
            <a:noFill/>
          </a:ln>
        </p:spPr>
        <p:txBody>
          <a:bodyPr rtlCol="0" anchor="ctr"/>
          <a:lstStyle/>
          <a:p>
            <a:endParaRPr lang="en-US"/>
          </a:p>
        </p:txBody>
      </p:sp>
      <p:sp>
        <p:nvSpPr>
          <p:cNvPr id="30" name="Tile5 Label"/>
          <p:cNvSpPr>
            <a:spLocks noGrp="1"/>
          </p:cNvSpPr>
          <p:nvPr>
            <p:ph type="body" idx="28"/>
          </p:nvPr>
        </p:nvSpPr>
        <p:spPr>
          <a:xfrm>
            <a:off x="7391400" y="760095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5 label</a:t>
            </a:r>
          </a:p>
        </p:txBody>
      </p:sp>
      <p:sp>
        <p:nvSpPr>
          <p:cNvPr id="31" name="Tile5 Body"/>
          <p:cNvSpPr>
            <a:spLocks noGrp="1"/>
          </p:cNvSpPr>
          <p:nvPr>
            <p:ph type="body" idx="29"/>
          </p:nvPr>
        </p:nvSpPr>
        <p:spPr>
          <a:xfrm>
            <a:off x="6781800" y="828675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32" name="Tile6 Bg"/>
          <p:cNvSpPr/>
          <p:nvPr/>
        </p:nvSpPr>
        <p:spPr>
          <a:xfrm>
            <a:off x="11963400" y="7372350"/>
            <a:ext cx="5181600" cy="2190750"/>
          </a:xfrm>
          <a:prstGeom prst="rect">
            <a:avLst/>
          </a:prstGeom>
          <a:solidFill>
            <a:srgbClr val="F3F4F6"/>
          </a:solidFill>
          <a:ln>
            <a:noFill/>
          </a:ln>
        </p:spPr>
        <p:txBody>
          <a:bodyPr rtlCol="0" anchor="ctr"/>
          <a:lstStyle/>
          <a:p>
            <a:endParaRPr lang="en-US"/>
          </a:p>
        </p:txBody>
      </p:sp>
      <p:sp>
        <p:nvSpPr>
          <p:cNvPr id="33" name="Tile6 Rule"/>
          <p:cNvSpPr/>
          <p:nvPr/>
        </p:nvSpPr>
        <p:spPr>
          <a:xfrm>
            <a:off x="11963400" y="7372350"/>
            <a:ext cx="5181600" cy="28575"/>
          </a:xfrm>
          <a:prstGeom prst="rect">
            <a:avLst/>
          </a:prstGeom>
          <a:solidFill>
            <a:srgbClr val="0F6BFF"/>
          </a:solidFill>
          <a:ln>
            <a:noFill/>
          </a:ln>
        </p:spPr>
        <p:txBody>
          <a:bodyPr rtlCol="0" anchor="ctr"/>
          <a:lstStyle/>
          <a:p>
            <a:endParaRPr lang="en-US"/>
          </a:p>
        </p:txBody>
      </p:sp>
      <p:sp>
        <p:nvSpPr>
          <p:cNvPr id="34" name="Tile6 Label"/>
          <p:cNvSpPr>
            <a:spLocks noGrp="1"/>
          </p:cNvSpPr>
          <p:nvPr>
            <p:ph type="body" idx="30"/>
          </p:nvPr>
        </p:nvSpPr>
        <p:spPr>
          <a:xfrm>
            <a:off x="12801600" y="760095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6 label</a:t>
            </a:r>
          </a:p>
        </p:txBody>
      </p:sp>
      <p:sp>
        <p:nvSpPr>
          <p:cNvPr id="35" name="Tile6 Body"/>
          <p:cNvSpPr>
            <a:spLocks noGrp="1"/>
          </p:cNvSpPr>
          <p:nvPr>
            <p:ph type="body" idx="31"/>
          </p:nvPr>
        </p:nvSpPr>
        <p:spPr>
          <a:xfrm>
            <a:off x="12192000" y="828675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36"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userDrawn="1">
  <p:cSld name="Content / 2-Column">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Left Body"/>
          <p:cNvSpPr>
            <a:spLocks noGrp="1"/>
          </p:cNvSpPr>
          <p:nvPr>
            <p:ph type="body" idx="10"/>
          </p:nvPr>
        </p:nvSpPr>
        <p:spPr>
          <a:xfrm>
            <a:off x="1143000" y="4953000"/>
            <a:ext cx="781050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Left column body.</a:t>
            </a:r>
          </a:p>
        </p:txBody>
      </p:sp>
      <p:sp>
        <p:nvSpPr>
          <p:cNvPr id="13" name="Right Body"/>
          <p:cNvSpPr>
            <a:spLocks noGrp="1"/>
          </p:cNvSpPr>
          <p:nvPr>
            <p:ph type="body" idx="11"/>
          </p:nvPr>
        </p:nvSpPr>
        <p:spPr>
          <a:xfrm>
            <a:off x="9334500" y="4953000"/>
            <a:ext cx="781050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Right column body.</a:t>
            </a:r>
          </a:p>
        </p:txBody>
      </p:sp>
      <p:sp>
        <p:nvSpPr>
          <p:cNvPr id="14"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userDrawn="1">
  <p:cSld name="Section Divider">
    <p:bg>
      <p:bgPr>
        <a:solidFill>
          <a:srgbClr val="0F6BFF"/>
        </a:solidFill>
        <a:effectLst/>
      </p:bgPr>
    </p:bg>
    <p:spTree>
      <p:nvGrpSpPr>
        <p:cNvPr id="1" name=""/>
        <p:cNvGrpSpPr/>
        <p:nvPr/>
      </p:nvGrpSpPr>
      <p:grpSpPr>
        <a:xfrm>
          <a:off x="0" y="0"/>
          <a:ext cx="0" cy="0"/>
          <a:chOff x="0" y="0"/>
          <a:chExt cx="0" cy="0"/>
        </a:xfrm>
      </p:grpSpPr>
      <p:sp>
        <p:nvSpPr>
          <p:cNvPr id="10" name="Section Title"/>
          <p:cNvSpPr>
            <a:spLocks noGrp="1"/>
          </p:cNvSpPr>
          <p:nvPr>
            <p:ph type="title" idx="1"/>
          </p:nvPr>
        </p:nvSpPr>
        <p:spPr>
          <a:xfrm>
            <a:off x="762000" y="4381500"/>
            <a:ext cx="16764000" cy="1905000"/>
          </a:xfrm>
          <a:prstGeom prst="rect">
            <a:avLst/>
          </a:prstGeom>
        </p:spPr>
        <p:txBody>
          <a:bodyPr wrap="square" lIns="0" tIns="0" rIns="0" bIns="0" rtlCol="0" anchor="ctr"/>
          <a:lstStyle>
            <a:lvl1pPr marL="0" indent="0" algn="ctr">
              <a:buNone/>
              <a:defRPr sz="8300" b="1">
                <a:solidFill>
                  <a:srgbClr val="FFFFFF"/>
                </a:solidFill>
                <a:latin typeface="Aptos Display"/>
              </a:defRPr>
            </a:lvl1pPr>
          </a:lstStyle>
          <a:p>
            <a:r>
              <a:rPr lang="en-US"/>
              <a:t>Section</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userDrawn="1">
  <p:cSld name="Plain">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Body"/>
          <p:cNvSpPr>
            <a:spLocks noGrp="1"/>
          </p:cNvSpPr>
          <p:nvPr>
            <p:ph type="body" idx="10"/>
          </p:nvPr>
        </p:nvSpPr>
        <p:spPr>
          <a:xfrm>
            <a:off x="1143000" y="5524500"/>
            <a:ext cx="16002000" cy="38100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Body text.</a:t>
            </a:r>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userDrawn="1">
  <p:cSld name="Plain / Compact">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Body"/>
          <p:cNvSpPr>
            <a:spLocks noGrp="1"/>
          </p:cNvSpPr>
          <p:nvPr>
            <p:ph type="body" idx="10"/>
          </p:nvPr>
        </p:nvSpPr>
        <p:spPr>
          <a:xfrm>
            <a:off x="1143000" y="4953000"/>
            <a:ext cx="1600200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Body text.</a:t>
            </a:r>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s://gardener.cloud" TargetMode="External"/><Relationship Id="rId7" Type="http://schemas.openxmlformats.org/officeDocument/2006/relationships/hyperlink" Target="https://open-control-plane.io" TargetMode="External"/><Relationship Id="rId12"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23.png"/><Relationship Id="rId11" Type="http://schemas.openxmlformats.org/officeDocument/2006/relationships/hyperlink" Target="https://neonephos.org" TargetMode="External"/><Relationship Id="rId5" Type="http://schemas.openxmlformats.org/officeDocument/2006/relationships/hyperlink" Target="https://kyma-project.io" TargetMode="External"/><Relationship Id="rId10"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hyperlink" Target="https://konfidence.cloud"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7.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OCM-Banner.png"/>
          <p:cNvPicPr>
            <a:picLocks noChangeAspect="1"/>
          </p:cNvPicPr>
          <p:nvPr/>
        </p:nvPicPr>
        <p:blipFill>
          <a:blip r:embed="rId3"/>
          <a:stretch>
            <a:fillRect/>
          </a:stretch>
        </p:blipFill>
        <p:spPr>
          <a:xfrm>
            <a:off x="0" y="0"/>
            <a:ext cx="18288000" cy="10287000"/>
          </a:xfrm>
          <a:prstGeom prst="rect">
            <a:avLst/>
          </a:prstGeom>
        </p:spPr>
      </p:pic>
      <p:sp>
        <p:nvSpPr>
          <p:cNvPr id="2" name="Title 1"/>
          <p:cNvSpPr>
            <a:spLocks noGrp="1"/>
          </p:cNvSpPr>
          <p:nvPr>
            <p:ph type="title" idx="1"/>
          </p:nvPr>
        </p:nvSpPr>
        <p:spPr>
          <a:xfrm>
            <a:off x="914399" y="1714500"/>
            <a:ext cx="17180169" cy="1524000"/>
          </a:xfrm>
        </p:spPr>
        <p:txBody>
          <a:bodyPr/>
          <a:lstStyle/>
          <a:p>
            <a:r>
              <a:rPr lang="en-US" sz="11500" noProof="0" dirty="0"/>
              <a:t>Every LoB ships</a:t>
            </a:r>
            <a:endParaRPr lang="en-US" sz="11500" noProof="0" dirty="0">
              <a:solidFill>
                <a:srgbClr val="FFFFFF"/>
              </a:solidFill>
            </a:endParaRPr>
          </a:p>
        </p:txBody>
      </p:sp>
      <p:sp>
        <p:nvSpPr>
          <p:cNvPr id="3" name="Text Placeholder 2"/>
          <p:cNvSpPr>
            <a:spLocks noGrp="1"/>
          </p:cNvSpPr>
          <p:nvPr>
            <p:ph type="body" idx="2"/>
          </p:nvPr>
        </p:nvSpPr>
        <p:spPr>
          <a:xfrm>
            <a:off x="914400" y="3253469"/>
            <a:ext cx="17417142" cy="1556656"/>
          </a:xfrm>
        </p:spPr>
        <p:txBody>
          <a:bodyPr/>
          <a:lstStyle/>
          <a:p>
            <a:r>
              <a:rPr lang="en-US" sz="11500" noProof="0" dirty="0">
                <a:gradFill flip="none">
                  <a:gsLst>
                    <a:gs pos="0">
                      <a:srgbClr val="FFFFFF"/>
                    </a:gs>
                    <a:gs pos="35000">
                      <a:srgbClr val="5CD6FF"/>
                    </a:gs>
                    <a:gs pos="75000">
                      <a:srgbClr val="0F6BFF"/>
                    </a:gs>
                  </a:gsLst>
                  <a:lin ang="0" scaled="1"/>
                </a:gradFill>
              </a:rPr>
              <a:t>Separately, every time.</a:t>
            </a:r>
          </a:p>
        </p:txBody>
      </p:sp>
      <p:sp>
        <p:nvSpPr>
          <p:cNvPr id="4" name="Text Placeholder 3"/>
          <p:cNvSpPr>
            <a:spLocks noGrp="1"/>
          </p:cNvSpPr>
          <p:nvPr>
            <p:ph type="body" idx="3"/>
          </p:nvPr>
        </p:nvSpPr>
        <p:spPr/>
        <p:txBody>
          <a:bodyPr/>
          <a:lstStyle/>
          <a:p>
            <a:r>
              <a:rPr lang="en-US" noProof="0" dirty="0"/>
              <a:t>OCM is the shared standard. Each LoB still ships. </a:t>
            </a:r>
            <a:r>
              <a:rPr lang="en-US" dirty="0"/>
              <a:t>O</a:t>
            </a:r>
            <a:r>
              <a:rPr lang="en-US" noProof="0" dirty="0"/>
              <a:t>n the same model.</a:t>
            </a:r>
            <a:endParaRPr lang="en-US" noProof="0" dirty="0">
              <a:solidFill>
                <a:srgbClr val="5CD6FF"/>
              </a:solidFill>
            </a:endParaRPr>
          </a:p>
        </p:txBody>
      </p:sp>
      <p:sp>
        <p:nvSpPr>
          <p:cNvPr id="5" name="Text Placeholder 4"/>
          <p:cNvSpPr>
            <a:spLocks noGrp="1"/>
          </p:cNvSpPr>
          <p:nvPr>
            <p:ph type="body" idx="4"/>
          </p:nvPr>
        </p:nvSpPr>
        <p:spPr/>
        <p:txBody>
          <a:bodyPr/>
          <a:lstStyle/>
          <a:p>
            <a:r>
              <a:rPr lang="en-US" noProof="0" dirty="0">
                <a:solidFill>
                  <a:srgbClr val="FFFFFF"/>
                </a:solidFill>
              </a:rPr>
              <a:t>Open Component Model. Open source</a:t>
            </a:r>
            <a:r>
              <a:rPr lang="en-US" dirty="0"/>
              <a:t>. </a:t>
            </a:r>
            <a:r>
              <a:rPr lang="en-US" noProof="0" dirty="0">
                <a:solidFill>
                  <a:srgbClr val="FFFFFF"/>
                </a:solidFill>
              </a:rPr>
              <a:t>NeoNephos Foundation. Stewarded by SAP.</a:t>
            </a:r>
          </a:p>
        </p:txBody>
      </p:sp>
      <p:pic>
        <p:nvPicPr>
          <p:cNvPr id="7" name="Picture 6" descr="ocm-horizontal-white_400.png"/>
          <p:cNvPicPr>
            <a:picLocks noChangeAspect="1"/>
          </p:cNvPicPr>
          <p:nvPr/>
        </p:nvPicPr>
        <p:blipFill>
          <a:blip r:embed="rId4"/>
          <a:stretch>
            <a:fillRect/>
          </a:stretch>
        </p:blipFill>
        <p:spPr>
          <a:xfrm>
            <a:off x="914400" y="9029700"/>
            <a:ext cx="1905000" cy="723900"/>
          </a:xfrm>
          <a:prstGeom prst="rect">
            <a:avLst/>
          </a:prstGeom>
        </p:spPr>
      </p:pic>
      <p:pic>
        <p:nvPicPr>
          <p:cNvPr id="8" name="Picture 7" descr="neonephos-foundation-horizontal-white_400.png"/>
          <p:cNvPicPr>
            <a:picLocks noChangeAspect="1"/>
          </p:cNvPicPr>
          <p:nvPr/>
        </p:nvPicPr>
        <p:blipFill>
          <a:blip r:embed="rId5"/>
          <a:stretch>
            <a:fillRect/>
          </a:stretch>
        </p:blipFill>
        <p:spPr>
          <a:xfrm>
            <a:off x="14833600" y="9258300"/>
            <a:ext cx="2540000" cy="495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a:t>WHY NOW</a:t>
            </a:r>
          </a:p>
        </p:txBody>
      </p:sp>
      <p:sp>
        <p:nvSpPr>
          <p:cNvPr id="3" name="Title 2"/>
          <p:cNvSpPr>
            <a:spLocks noGrp="1"/>
          </p:cNvSpPr>
          <p:nvPr>
            <p:ph type="title" idx="2"/>
          </p:nvPr>
        </p:nvSpPr>
        <p:spPr/>
        <p:txBody>
          <a:bodyPr>
            <a:normAutofit fontScale="90000"/>
          </a:bodyPr>
          <a:lstStyle/>
          <a:p>
            <a:r>
              <a:rPr lang="en-US" noProof="0"/>
              <a:t>Compliance and sovereignty are given.</a:t>
            </a:r>
          </a:p>
          <a:p>
            <a:r>
              <a:rPr lang="en-US" noProof="0"/>
              <a:t>Our strategic position is a choice.</a:t>
            </a:r>
          </a:p>
        </p:txBody>
      </p:sp>
      <p:sp>
        <p:nvSpPr>
          <p:cNvPr id="4" name="Text Placeholder 3"/>
          <p:cNvSpPr>
            <a:spLocks noGrp="1"/>
          </p:cNvSpPr>
          <p:nvPr>
            <p:ph type="body" idx="10"/>
          </p:nvPr>
        </p:nvSpPr>
        <p:spPr/>
        <p:txBody>
          <a:bodyPr/>
          <a:lstStyle/>
          <a:p>
            <a:r>
              <a:rPr lang="en-US" noProof="0"/>
              <a:t>ECOSYSTEM VELOCITY</a:t>
            </a:r>
          </a:p>
        </p:txBody>
      </p:sp>
      <p:sp>
        <p:nvSpPr>
          <p:cNvPr id="5" name="Text Placeholder 4"/>
          <p:cNvSpPr>
            <a:spLocks noGrp="1"/>
          </p:cNvSpPr>
          <p:nvPr>
            <p:ph type="body" idx="11"/>
          </p:nvPr>
        </p:nvSpPr>
        <p:spPr/>
        <p:txBody>
          <a:bodyPr/>
          <a:lstStyle/>
          <a:p>
            <a:r>
              <a:rPr lang="en-US" noProof="0"/>
              <a:t>The peer ecosystem is converging.</a:t>
            </a:r>
            <a:br>
              <a:rPr lang="en-US" noProof="0"/>
            </a:br>
            <a:r>
              <a:rPr lang="en-US" noProof="0"/>
              <a:t>The biggest contributor shapes the standard.</a:t>
            </a:r>
          </a:p>
          <a:p>
            <a:endParaRPr lang="en-US" noProof="0"/>
          </a:p>
        </p:txBody>
      </p:sp>
      <p:sp>
        <p:nvSpPr>
          <p:cNvPr id="6" name="Text Placeholder 5"/>
          <p:cNvSpPr>
            <a:spLocks noGrp="1"/>
          </p:cNvSpPr>
          <p:nvPr>
            <p:ph type="body" idx="12"/>
          </p:nvPr>
        </p:nvSpPr>
        <p:spPr/>
        <p:txBody>
          <a:bodyPr/>
          <a:lstStyle/>
          <a:p>
            <a:r>
              <a:rPr lang="en-US" noProof="0"/>
              <a:t>THE WINDOW</a:t>
            </a:r>
          </a:p>
        </p:txBody>
      </p:sp>
      <p:sp>
        <p:nvSpPr>
          <p:cNvPr id="7" name="Text Placeholder 6"/>
          <p:cNvSpPr>
            <a:spLocks noGrp="1"/>
          </p:cNvSpPr>
          <p:nvPr>
            <p:ph type="body" idx="13"/>
          </p:nvPr>
        </p:nvSpPr>
        <p:spPr/>
        <p:txBody>
          <a:bodyPr/>
          <a:lstStyle/>
          <a:p>
            <a:r>
              <a:rPr lang="en-US" noProof="0"/>
              <a:t>The rails are being laid now.</a:t>
            </a:r>
          </a:p>
          <a:p>
            <a:r>
              <a:rPr lang="en-US" noProof="0"/>
              <a:t>Late entrants pay migration cost.</a:t>
            </a:r>
          </a:p>
        </p:txBody>
      </p:sp>
      <p:sp>
        <p:nvSpPr>
          <p:cNvPr id="8" name="Text Placeholder 7"/>
          <p:cNvSpPr>
            <a:spLocks noGrp="1"/>
          </p:cNvSpPr>
          <p:nvPr>
            <p:ph type="body" idx="14"/>
          </p:nvPr>
        </p:nvSpPr>
        <p:spPr/>
        <p:txBody>
          <a:bodyPr/>
          <a:lstStyle/>
          <a:p>
            <a:r>
              <a:rPr lang="en-US" noProof="0"/>
              <a:t>DISINVESTMENT COST</a:t>
            </a:r>
          </a:p>
        </p:txBody>
      </p:sp>
      <p:sp>
        <p:nvSpPr>
          <p:cNvPr id="9" name="Text Placeholder 8"/>
          <p:cNvSpPr>
            <a:spLocks noGrp="1"/>
          </p:cNvSpPr>
          <p:nvPr>
            <p:ph type="body" idx="15"/>
          </p:nvPr>
        </p:nvSpPr>
        <p:spPr>
          <a:xfrm>
            <a:off x="12153899" y="5753100"/>
            <a:ext cx="5160065" cy="4381500"/>
          </a:xfrm>
        </p:spPr>
        <p:txBody>
          <a:bodyPr/>
          <a:lstStyle/>
          <a:p>
            <a:r>
              <a:rPr lang="en-US" noProof="0"/>
              <a:t>Walking away costs more than staying.</a:t>
            </a:r>
          </a:p>
          <a:p>
            <a:r>
              <a:rPr lang="en-US" noProof="0"/>
              <a:t>The standard gets shaped without us.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ounded Rectangle 27"/>
          <p:cNvSpPr/>
          <p:nvPr/>
        </p:nvSpPr>
        <p:spPr>
          <a:xfrm>
            <a:off x="14005946" y="6671763"/>
            <a:ext cx="1806218" cy="744149"/>
          </a:xfrm>
          <a:prstGeom prst="roundRect">
            <a:avLst>
              <a:gd name="adj" fmla="val 125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 name="Text Placeholder 1"/>
          <p:cNvSpPr>
            <a:spLocks noGrp="1"/>
          </p:cNvSpPr>
          <p:nvPr>
            <p:ph type="body" idx="1"/>
          </p:nvPr>
        </p:nvSpPr>
        <p:spPr/>
        <p:txBody>
          <a:bodyPr>
            <a:normAutofit lnSpcReduction="10000"/>
          </a:bodyPr>
          <a:lstStyle/>
          <a:p>
            <a:r>
              <a:rPr lang="en-US" noProof="0"/>
              <a:t>THE ANSWER</a:t>
            </a:r>
          </a:p>
        </p:txBody>
      </p:sp>
      <p:sp>
        <p:nvSpPr>
          <p:cNvPr id="3" name="Title 2"/>
          <p:cNvSpPr>
            <a:spLocks noGrp="1"/>
          </p:cNvSpPr>
          <p:nvPr>
            <p:ph type="title" idx="2"/>
          </p:nvPr>
        </p:nvSpPr>
        <p:spPr>
          <a:xfrm>
            <a:off x="1143000" y="1236785"/>
            <a:ext cx="16002000" cy="762000"/>
          </a:xfrm>
        </p:spPr>
        <p:txBody>
          <a:bodyPr>
            <a:normAutofit fontScale="90000"/>
          </a:bodyPr>
          <a:lstStyle/>
          <a:p>
            <a:r>
              <a:rPr lang="en-US" noProof="0"/>
              <a:t>Meet OCM. One identity, every boundary.</a:t>
            </a:r>
          </a:p>
        </p:txBody>
      </p:sp>
      <p:sp>
        <p:nvSpPr>
          <p:cNvPr id="4" name="TextBox 3"/>
          <p:cNvSpPr txBox="1"/>
          <p:nvPr/>
        </p:nvSpPr>
        <p:spPr>
          <a:xfrm>
            <a:off x="2716023" y="3817692"/>
            <a:ext cx="2133600" cy="200055"/>
          </a:xfrm>
          <a:prstGeom prst="rect">
            <a:avLst/>
          </a:prstGeom>
          <a:noFill/>
        </p:spPr>
        <p:txBody>
          <a:bodyPr wrap="square" lIns="0" tIns="0" rIns="0" bIns="0">
            <a:spAutoFit/>
          </a:bodyPr>
          <a:lstStyle/>
          <a:p>
            <a:r>
              <a:rPr lang="en-US" sz="1300" b="1" i="0" cap="all" spc="140" noProof="0">
                <a:solidFill>
                  <a:srgbClr val="6B7280"/>
                </a:solidFill>
                <a:latin typeface="Aptos"/>
              </a:rPr>
              <a:t>EVERY ARTIFACT TYPE</a:t>
            </a:r>
          </a:p>
        </p:txBody>
      </p:sp>
      <p:cxnSp>
        <p:nvCxnSpPr>
          <p:cNvPr id="5" name="Connector 4"/>
          <p:cNvCxnSpPr/>
          <p:nvPr/>
        </p:nvCxnSpPr>
        <p:spPr>
          <a:xfrm>
            <a:off x="2909454" y="4041564"/>
            <a:ext cx="1753466" cy="0"/>
          </a:xfrm>
          <a:prstGeom prst="line">
            <a:avLst/>
          </a:prstGeom>
          <a:ln w="25977">
            <a:solidFill>
              <a:srgbClr val="257DD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909454" y="4246384"/>
            <a:ext cx="1558636" cy="428625"/>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TextBox 6"/>
          <p:cNvSpPr txBox="1"/>
          <p:nvPr/>
        </p:nvSpPr>
        <p:spPr>
          <a:xfrm>
            <a:off x="2909454" y="4246384"/>
            <a:ext cx="1558636" cy="428625"/>
          </a:xfrm>
          <a:prstGeom prst="rect">
            <a:avLst/>
          </a:prstGeom>
          <a:noFill/>
        </p:spPr>
        <p:txBody>
          <a:bodyPr wrap="square" lIns="0" tIns="0" rIns="0" bIns="0" anchor="ctr">
            <a:spAutoFit/>
          </a:bodyPr>
          <a:lstStyle/>
          <a:p>
            <a:pPr algn="ctr"/>
            <a:r>
              <a:rPr lang="en-US" sz="1600" b="1" i="0" noProof="0">
                <a:solidFill>
                  <a:srgbClr val="1D65B4"/>
                </a:solidFill>
                <a:latin typeface="Aptos"/>
              </a:rPr>
              <a:t>OCI</a:t>
            </a:r>
          </a:p>
        </p:txBody>
      </p:sp>
      <p:sp>
        <p:nvSpPr>
          <p:cNvPr id="8" name="Rounded Rectangle 7"/>
          <p:cNvSpPr/>
          <p:nvPr/>
        </p:nvSpPr>
        <p:spPr>
          <a:xfrm>
            <a:off x="2909454" y="4772424"/>
            <a:ext cx="1558636" cy="428625"/>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TextBox 8"/>
          <p:cNvSpPr txBox="1"/>
          <p:nvPr/>
        </p:nvSpPr>
        <p:spPr>
          <a:xfrm>
            <a:off x="2909454" y="4772424"/>
            <a:ext cx="1558636" cy="428625"/>
          </a:xfrm>
          <a:prstGeom prst="rect">
            <a:avLst/>
          </a:prstGeom>
          <a:noFill/>
        </p:spPr>
        <p:txBody>
          <a:bodyPr wrap="square" lIns="0" tIns="0" rIns="0" bIns="0" anchor="ctr">
            <a:spAutoFit/>
          </a:bodyPr>
          <a:lstStyle/>
          <a:p>
            <a:pPr algn="ctr"/>
            <a:r>
              <a:rPr lang="en-US" sz="1600" b="1" i="0" noProof="0">
                <a:solidFill>
                  <a:srgbClr val="1D65B4"/>
                </a:solidFill>
                <a:latin typeface="Aptos"/>
              </a:rPr>
              <a:t>Helm</a:t>
            </a:r>
          </a:p>
        </p:txBody>
      </p:sp>
      <p:sp>
        <p:nvSpPr>
          <p:cNvPr id="10" name="Rounded Rectangle 9"/>
          <p:cNvSpPr/>
          <p:nvPr/>
        </p:nvSpPr>
        <p:spPr>
          <a:xfrm>
            <a:off x="2909454" y="5298464"/>
            <a:ext cx="1558636" cy="428625"/>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TextBox 10"/>
          <p:cNvSpPr txBox="1"/>
          <p:nvPr/>
        </p:nvSpPr>
        <p:spPr>
          <a:xfrm>
            <a:off x="2909454" y="5298464"/>
            <a:ext cx="1558636" cy="428625"/>
          </a:xfrm>
          <a:prstGeom prst="rect">
            <a:avLst/>
          </a:prstGeom>
          <a:noFill/>
        </p:spPr>
        <p:txBody>
          <a:bodyPr wrap="square" lIns="0" tIns="0" rIns="0" bIns="0" anchor="ctr">
            <a:spAutoFit/>
          </a:bodyPr>
          <a:lstStyle/>
          <a:p>
            <a:pPr algn="ctr"/>
            <a:r>
              <a:rPr lang="en-US" sz="1600" b="1" i="0" noProof="0">
                <a:solidFill>
                  <a:srgbClr val="1D65B4"/>
                </a:solidFill>
                <a:latin typeface="Aptos"/>
              </a:rPr>
              <a:t>npm</a:t>
            </a:r>
          </a:p>
        </p:txBody>
      </p:sp>
      <p:sp>
        <p:nvSpPr>
          <p:cNvPr id="12" name="Rounded Rectangle 11"/>
          <p:cNvSpPr/>
          <p:nvPr/>
        </p:nvSpPr>
        <p:spPr>
          <a:xfrm>
            <a:off x="2909454" y="5824504"/>
            <a:ext cx="1558636" cy="428625"/>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 name="TextBox 12"/>
          <p:cNvSpPr txBox="1"/>
          <p:nvPr/>
        </p:nvSpPr>
        <p:spPr>
          <a:xfrm>
            <a:off x="2909454" y="5824504"/>
            <a:ext cx="1558636" cy="428625"/>
          </a:xfrm>
          <a:prstGeom prst="rect">
            <a:avLst/>
          </a:prstGeom>
          <a:noFill/>
        </p:spPr>
        <p:txBody>
          <a:bodyPr wrap="square" lIns="0" tIns="0" rIns="0" bIns="0" anchor="ctr">
            <a:spAutoFit/>
          </a:bodyPr>
          <a:lstStyle/>
          <a:p>
            <a:pPr algn="ctr"/>
            <a:r>
              <a:rPr lang="en-US" sz="1600" b="1" i="0" noProof="0">
                <a:solidFill>
                  <a:srgbClr val="1D65B4"/>
                </a:solidFill>
                <a:latin typeface="Aptos"/>
              </a:rPr>
              <a:t>Binary</a:t>
            </a:r>
          </a:p>
        </p:txBody>
      </p:sp>
      <p:sp>
        <p:nvSpPr>
          <p:cNvPr id="14" name="Rounded Rectangle 13"/>
          <p:cNvSpPr/>
          <p:nvPr/>
        </p:nvSpPr>
        <p:spPr>
          <a:xfrm>
            <a:off x="2909454" y="6350544"/>
            <a:ext cx="1558636" cy="428625"/>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TextBox 14"/>
          <p:cNvSpPr txBox="1"/>
          <p:nvPr/>
        </p:nvSpPr>
        <p:spPr>
          <a:xfrm>
            <a:off x="2909454" y="6350544"/>
            <a:ext cx="1558636" cy="428625"/>
          </a:xfrm>
          <a:prstGeom prst="rect">
            <a:avLst/>
          </a:prstGeom>
          <a:noFill/>
        </p:spPr>
        <p:txBody>
          <a:bodyPr wrap="square" lIns="0" tIns="0" rIns="0" bIns="0" anchor="ctr">
            <a:spAutoFit/>
          </a:bodyPr>
          <a:lstStyle/>
          <a:p>
            <a:pPr algn="ctr"/>
            <a:r>
              <a:rPr lang="en-US" sz="1600" b="1" i="0" noProof="0">
                <a:solidFill>
                  <a:srgbClr val="1D65B4"/>
                </a:solidFill>
                <a:latin typeface="Aptos"/>
              </a:rPr>
              <a:t>Config</a:t>
            </a:r>
          </a:p>
        </p:txBody>
      </p:sp>
      <p:grpSp>
        <p:nvGrpSpPr>
          <p:cNvPr id="104" name="Gruppieren 103">
            <a:extLst>
              <a:ext uri="{FF2B5EF4-FFF2-40B4-BE49-F238E27FC236}">
                <a16:creationId xmlns:a16="http://schemas.microsoft.com/office/drawing/2014/main" id="{88D84D4F-E57C-43A7-249F-D1958640B9D2}"/>
              </a:ext>
            </a:extLst>
          </p:cNvPr>
          <p:cNvGrpSpPr/>
          <p:nvPr/>
        </p:nvGrpSpPr>
        <p:grpSpPr>
          <a:xfrm>
            <a:off x="3054096" y="6876583"/>
            <a:ext cx="1267690" cy="432902"/>
            <a:chOff x="3200400" y="6876583"/>
            <a:chExt cx="1267690" cy="432902"/>
          </a:xfrm>
        </p:grpSpPr>
        <p:sp>
          <p:nvSpPr>
            <p:cNvPr id="16" name="Rounded Rectangle 15"/>
            <p:cNvSpPr/>
            <p:nvPr/>
          </p:nvSpPr>
          <p:spPr>
            <a:xfrm>
              <a:off x="3200400" y="6876583"/>
              <a:ext cx="1267690" cy="428625"/>
            </a:xfrm>
            <a:prstGeom prst="roundRect">
              <a:avLst>
                <a:gd name="adj" fmla="val 50000"/>
              </a:avLst>
            </a:prstGeom>
            <a:solidFill>
              <a:srgbClr val="FFFFFF"/>
            </a:solidFill>
            <a:ln w="19050">
              <a:solidFill>
                <a:srgbClr val="1D65B4"/>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 name="TextBox 16"/>
            <p:cNvSpPr txBox="1"/>
            <p:nvPr/>
          </p:nvSpPr>
          <p:spPr>
            <a:xfrm>
              <a:off x="3200400" y="6909375"/>
              <a:ext cx="1267690" cy="400110"/>
            </a:xfrm>
            <a:prstGeom prst="rect">
              <a:avLst/>
            </a:prstGeom>
            <a:noFill/>
          </p:spPr>
          <p:txBody>
            <a:bodyPr wrap="square" lIns="0" tIns="0" rIns="0" bIns="0" anchor="ctr">
              <a:spAutoFit/>
            </a:bodyPr>
            <a:lstStyle/>
            <a:p>
              <a:pPr algn="ctr"/>
              <a:r>
                <a:rPr lang="en-US" sz="1300" b="0" i="1" noProof="0">
                  <a:solidFill>
                    <a:srgbClr val="1D65B4"/>
                  </a:solidFill>
                  <a:latin typeface="Aptos"/>
                </a:rPr>
                <a:t>… any artifact type</a:t>
              </a:r>
            </a:p>
          </p:txBody>
        </p:sp>
      </p:grpSp>
      <p:sp>
        <p:nvSpPr>
          <p:cNvPr id="18" name="Spoke"/>
          <p:cNvSpPr/>
          <p:nvPr/>
        </p:nvSpPr>
        <p:spPr>
          <a:xfrm>
            <a:off x="4468090" y="4421731"/>
            <a:ext cx="3694942" cy="1402772"/>
          </a:xfrm>
          <a:custGeom>
            <a:avLst/>
            <a:gdLst/>
            <a:ahLst/>
            <a:cxnLst/>
            <a:rect l="l" t="t" r="r" b="b"/>
            <a:pathLst>
              <a:path w="3694942" h="1402772">
                <a:moveTo>
                  <a:pt x="0" y="0"/>
                </a:moveTo>
                <a:cubicBezTo>
                  <a:pt x="1558636" y="0"/>
                  <a:pt x="2337954" y="1168977"/>
                  <a:pt x="3694942" y="1402772"/>
                </a:cubicBezTo>
              </a:path>
            </a:pathLst>
          </a:custGeom>
          <a:noFill/>
          <a:ln w="19482" cap="rnd">
            <a:solidFill>
              <a:srgbClr val="374151"/>
            </a:solidFill>
            <a:round/>
            <a:tailEnd type="triangle" w="med" len="med"/>
          </a:ln>
        </p:spPr>
        <p:txBody>
          <a:bodyPr/>
          <a:lstStyle/>
          <a:p>
            <a:endParaRPr lang="en-US" noProof="0"/>
          </a:p>
        </p:txBody>
      </p:sp>
      <p:sp>
        <p:nvSpPr>
          <p:cNvPr id="19" name="Spoke"/>
          <p:cNvSpPr/>
          <p:nvPr/>
        </p:nvSpPr>
        <p:spPr>
          <a:xfrm>
            <a:off x="4468090" y="4928288"/>
            <a:ext cx="3667666" cy="1052079"/>
          </a:xfrm>
          <a:custGeom>
            <a:avLst/>
            <a:gdLst/>
            <a:ahLst/>
            <a:cxnLst/>
            <a:rect l="l" t="t" r="r" b="b"/>
            <a:pathLst>
              <a:path w="3667666" h="1052079">
                <a:moveTo>
                  <a:pt x="0" y="0"/>
                </a:moveTo>
                <a:cubicBezTo>
                  <a:pt x="1558636" y="0"/>
                  <a:pt x="2337954" y="857250"/>
                  <a:pt x="3667666" y="1052079"/>
                </a:cubicBezTo>
              </a:path>
            </a:pathLst>
          </a:custGeom>
          <a:noFill/>
          <a:ln w="19482" cap="rnd">
            <a:solidFill>
              <a:srgbClr val="374151"/>
            </a:solidFill>
            <a:round/>
            <a:tailEnd type="triangle" w="med" len="med"/>
          </a:ln>
        </p:spPr>
        <p:txBody>
          <a:bodyPr/>
          <a:lstStyle/>
          <a:p>
            <a:endParaRPr lang="en-US" noProof="0"/>
          </a:p>
        </p:txBody>
      </p:sp>
      <p:sp>
        <p:nvSpPr>
          <p:cNvPr id="20" name="Spoke"/>
          <p:cNvSpPr/>
          <p:nvPr/>
        </p:nvSpPr>
        <p:spPr>
          <a:xfrm>
            <a:off x="4468090" y="5434845"/>
            <a:ext cx="3662795" cy="662420"/>
          </a:xfrm>
          <a:custGeom>
            <a:avLst/>
            <a:gdLst/>
            <a:ahLst/>
            <a:cxnLst/>
            <a:rect l="l" t="t" r="r" b="b"/>
            <a:pathLst>
              <a:path w="3662795" h="662420">
                <a:moveTo>
                  <a:pt x="0" y="0"/>
                </a:moveTo>
                <a:cubicBezTo>
                  <a:pt x="1558636" y="0"/>
                  <a:pt x="2532784" y="545522"/>
                  <a:pt x="3662795" y="662420"/>
                </a:cubicBezTo>
              </a:path>
            </a:pathLst>
          </a:custGeom>
          <a:noFill/>
          <a:ln w="19482" cap="rnd">
            <a:solidFill>
              <a:srgbClr val="374151"/>
            </a:solidFill>
            <a:round/>
            <a:tailEnd type="triangle" w="med" len="med"/>
          </a:ln>
        </p:spPr>
        <p:txBody>
          <a:bodyPr/>
          <a:lstStyle/>
          <a:p>
            <a:endParaRPr lang="en-US" noProof="0"/>
          </a:p>
        </p:txBody>
      </p:sp>
      <p:sp>
        <p:nvSpPr>
          <p:cNvPr id="21" name="Spoke"/>
          <p:cNvSpPr/>
          <p:nvPr/>
        </p:nvSpPr>
        <p:spPr>
          <a:xfrm>
            <a:off x="4468090" y="5941402"/>
            <a:ext cx="3672536" cy="272761"/>
          </a:xfrm>
          <a:custGeom>
            <a:avLst/>
            <a:gdLst/>
            <a:ahLst/>
            <a:cxnLst/>
            <a:rect l="l" t="t" r="r" b="b"/>
            <a:pathLst>
              <a:path w="3672536" h="272761">
                <a:moveTo>
                  <a:pt x="0" y="0"/>
                </a:moveTo>
                <a:cubicBezTo>
                  <a:pt x="1558636" y="0"/>
                  <a:pt x="2532784" y="194829"/>
                  <a:pt x="3672536" y="272761"/>
                </a:cubicBezTo>
              </a:path>
            </a:pathLst>
          </a:custGeom>
          <a:noFill/>
          <a:ln w="19482" cap="rnd">
            <a:solidFill>
              <a:srgbClr val="374151"/>
            </a:solidFill>
            <a:round/>
            <a:tailEnd type="triangle" w="med" len="med"/>
          </a:ln>
        </p:spPr>
        <p:txBody>
          <a:bodyPr/>
          <a:lstStyle/>
          <a:p>
            <a:endParaRPr lang="en-US" noProof="0"/>
          </a:p>
        </p:txBody>
      </p:sp>
      <p:sp>
        <p:nvSpPr>
          <p:cNvPr id="22" name="Spoke"/>
          <p:cNvSpPr/>
          <p:nvPr/>
        </p:nvSpPr>
        <p:spPr>
          <a:xfrm>
            <a:off x="4468090" y="6311578"/>
            <a:ext cx="3694942" cy="136380"/>
          </a:xfrm>
          <a:custGeom>
            <a:avLst/>
            <a:gdLst/>
            <a:ahLst/>
            <a:cxnLst/>
            <a:rect l="l" t="t" r="r" b="b"/>
            <a:pathLst>
              <a:path w="3694942" h="136380">
                <a:moveTo>
                  <a:pt x="0" y="136380"/>
                </a:moveTo>
                <a:cubicBezTo>
                  <a:pt x="1558636" y="136380"/>
                  <a:pt x="2532784" y="0"/>
                  <a:pt x="3694942" y="19482"/>
                </a:cubicBezTo>
              </a:path>
            </a:pathLst>
          </a:custGeom>
          <a:noFill/>
          <a:ln w="19482" cap="rnd">
            <a:solidFill>
              <a:srgbClr val="374151"/>
            </a:solidFill>
            <a:round/>
            <a:tailEnd type="triangle" w="med" len="med"/>
          </a:ln>
        </p:spPr>
        <p:txBody>
          <a:bodyPr/>
          <a:lstStyle/>
          <a:p>
            <a:endParaRPr lang="en-US" noProof="0"/>
          </a:p>
        </p:txBody>
      </p:sp>
      <p:sp>
        <p:nvSpPr>
          <p:cNvPr id="23" name="Spoke"/>
          <p:cNvSpPr/>
          <p:nvPr/>
        </p:nvSpPr>
        <p:spPr>
          <a:xfrm>
            <a:off x="4336705" y="6485025"/>
            <a:ext cx="3845736" cy="596812"/>
          </a:xfrm>
          <a:custGeom>
            <a:avLst/>
            <a:gdLst/>
            <a:ahLst/>
            <a:cxnLst/>
            <a:rect l="l" t="t" r="r" b="b"/>
            <a:pathLst>
              <a:path w="3740727" h="487073">
                <a:moveTo>
                  <a:pt x="0" y="487073"/>
                </a:moveTo>
                <a:cubicBezTo>
                  <a:pt x="1558636" y="487073"/>
                  <a:pt x="2337954" y="146122"/>
                  <a:pt x="3740727" y="0"/>
                </a:cubicBezTo>
              </a:path>
            </a:pathLst>
          </a:custGeom>
          <a:noFill/>
          <a:ln w="16885" cap="rnd">
            <a:solidFill>
              <a:srgbClr val="374151"/>
            </a:solidFill>
            <a:prstDash val="dash"/>
            <a:round/>
            <a:tailEnd type="triangle" w="med" len="med"/>
          </a:ln>
        </p:spPr>
        <p:txBody>
          <a:bodyPr/>
          <a:lstStyle/>
          <a:p>
            <a:endParaRPr lang="en-US" noProof="0"/>
          </a:p>
        </p:txBody>
      </p:sp>
      <p:sp>
        <p:nvSpPr>
          <p:cNvPr id="24" name="TextBox 23"/>
          <p:cNvSpPr txBox="1"/>
          <p:nvPr/>
        </p:nvSpPr>
        <p:spPr>
          <a:xfrm>
            <a:off x="13381693" y="3835278"/>
            <a:ext cx="3097823" cy="200055"/>
          </a:xfrm>
          <a:prstGeom prst="rect">
            <a:avLst/>
          </a:prstGeom>
          <a:noFill/>
        </p:spPr>
        <p:txBody>
          <a:bodyPr wrap="square" lIns="0" tIns="0" rIns="0" bIns="0">
            <a:spAutoFit/>
          </a:bodyPr>
          <a:lstStyle/>
          <a:p>
            <a:pPr algn="ctr"/>
            <a:r>
              <a:rPr lang="en-US" sz="1300" b="1" i="0" cap="all" spc="140" noProof="0">
                <a:solidFill>
                  <a:srgbClr val="6B7280"/>
                </a:solidFill>
                <a:latin typeface="Aptos"/>
              </a:rPr>
              <a:t>EVERY DEPLOYMENT BOUNDARY</a:t>
            </a:r>
          </a:p>
        </p:txBody>
      </p:sp>
      <p:cxnSp>
        <p:nvCxnSpPr>
          <p:cNvPr id="25" name="Connector 24"/>
          <p:cNvCxnSpPr/>
          <p:nvPr/>
        </p:nvCxnSpPr>
        <p:spPr>
          <a:xfrm flipV="1">
            <a:off x="13663046" y="4041565"/>
            <a:ext cx="2492019" cy="26376"/>
          </a:xfrm>
          <a:prstGeom prst="line">
            <a:avLst/>
          </a:prstGeom>
          <a:ln w="25977">
            <a:solidFill>
              <a:srgbClr val="1D65B4"/>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4014738" y="4289847"/>
            <a:ext cx="1823803" cy="823279"/>
          </a:xfrm>
          <a:prstGeom prst="roundRect">
            <a:avLst>
              <a:gd name="adj" fmla="val 125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7" name="Rounded Rectangle 26"/>
          <p:cNvSpPr/>
          <p:nvPr/>
        </p:nvSpPr>
        <p:spPr>
          <a:xfrm>
            <a:off x="14014738" y="5502785"/>
            <a:ext cx="1815011" cy="770526"/>
          </a:xfrm>
          <a:prstGeom prst="roundRect">
            <a:avLst>
              <a:gd name="adj" fmla="val 125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9" name="Rectangle 28"/>
          <p:cNvSpPr/>
          <p:nvPr/>
        </p:nvSpPr>
        <p:spPr>
          <a:xfrm>
            <a:off x="14531036" y="4606569"/>
            <a:ext cx="350693" cy="233795"/>
          </a:xfrm>
          <a:prstGeom prst="rect">
            <a:avLst/>
          </a:prstGeom>
          <a:solidFill>
            <a:srgbClr val="003399"/>
          </a:solidFill>
          <a:ln w="9741">
            <a:solidFill>
              <a:srgbClr val="0A15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0" name="Oval 29"/>
          <p:cNvSpPr/>
          <p:nvPr/>
        </p:nvSpPr>
        <p:spPr>
          <a:xfrm>
            <a:off x="14692745" y="4631897"/>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1" name="Oval 30"/>
          <p:cNvSpPr/>
          <p:nvPr/>
        </p:nvSpPr>
        <p:spPr>
          <a:xfrm>
            <a:off x="14731711" y="4642321"/>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2" name="Oval 31"/>
          <p:cNvSpPr/>
          <p:nvPr/>
        </p:nvSpPr>
        <p:spPr>
          <a:xfrm>
            <a:off x="14760253" y="4670863"/>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3" name="Oval 32"/>
          <p:cNvSpPr/>
          <p:nvPr/>
        </p:nvSpPr>
        <p:spPr>
          <a:xfrm>
            <a:off x="14770677" y="4709829"/>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4" name="Oval 33"/>
          <p:cNvSpPr/>
          <p:nvPr/>
        </p:nvSpPr>
        <p:spPr>
          <a:xfrm>
            <a:off x="14760253" y="4748795"/>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5" name="Oval 34"/>
          <p:cNvSpPr/>
          <p:nvPr/>
        </p:nvSpPr>
        <p:spPr>
          <a:xfrm>
            <a:off x="14731711" y="4777338"/>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6" name="Oval 35"/>
          <p:cNvSpPr/>
          <p:nvPr/>
        </p:nvSpPr>
        <p:spPr>
          <a:xfrm>
            <a:off x="14692745" y="4787761"/>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7" name="Oval 36"/>
          <p:cNvSpPr/>
          <p:nvPr/>
        </p:nvSpPr>
        <p:spPr>
          <a:xfrm>
            <a:off x="14653779" y="4777338"/>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8" name="Oval 37"/>
          <p:cNvSpPr/>
          <p:nvPr/>
        </p:nvSpPr>
        <p:spPr>
          <a:xfrm>
            <a:off x="14625237" y="4748795"/>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9" name="Oval 38"/>
          <p:cNvSpPr/>
          <p:nvPr/>
        </p:nvSpPr>
        <p:spPr>
          <a:xfrm>
            <a:off x="14614813" y="4709829"/>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0" name="Oval 39"/>
          <p:cNvSpPr/>
          <p:nvPr/>
        </p:nvSpPr>
        <p:spPr>
          <a:xfrm>
            <a:off x="14625237" y="4670863"/>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1" name="Oval 40"/>
          <p:cNvSpPr/>
          <p:nvPr/>
        </p:nvSpPr>
        <p:spPr>
          <a:xfrm>
            <a:off x="14653779" y="4642321"/>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2" name="TextBox 41"/>
          <p:cNvSpPr txBox="1"/>
          <p:nvPr/>
        </p:nvSpPr>
        <p:spPr>
          <a:xfrm>
            <a:off x="15012664" y="4623102"/>
            <a:ext cx="357288" cy="246221"/>
          </a:xfrm>
          <a:prstGeom prst="rect">
            <a:avLst/>
          </a:prstGeom>
          <a:noFill/>
        </p:spPr>
        <p:txBody>
          <a:bodyPr wrap="square" lIns="0" tIns="0" rIns="0" bIns="0" anchor="ctr">
            <a:spAutoFit/>
          </a:bodyPr>
          <a:lstStyle/>
          <a:p>
            <a:pPr algn="l"/>
            <a:r>
              <a:rPr lang="en-US" sz="1600" b="1" i="0" noProof="0">
                <a:solidFill>
                  <a:srgbClr val="0A1530"/>
                </a:solidFill>
                <a:latin typeface="Aptos"/>
              </a:rPr>
              <a:t>EU</a:t>
            </a:r>
          </a:p>
        </p:txBody>
      </p:sp>
      <p:sp>
        <p:nvSpPr>
          <p:cNvPr id="43" name="Rectangle 42"/>
          <p:cNvSpPr/>
          <p:nvPr/>
        </p:nvSpPr>
        <p:spPr>
          <a:xfrm>
            <a:off x="14531036" y="5775547"/>
            <a:ext cx="350693" cy="233795"/>
          </a:xfrm>
          <a:prstGeom prst="rect">
            <a:avLst/>
          </a:prstGeom>
          <a:solidFill>
            <a:srgbClr val="FFFFFF"/>
          </a:solidFill>
          <a:ln w="9741">
            <a:solidFill>
              <a:srgbClr val="0A15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4" name="Rectangle 43"/>
          <p:cNvSpPr/>
          <p:nvPr/>
        </p:nvSpPr>
        <p:spPr>
          <a:xfrm>
            <a:off x="14531036" y="5775547"/>
            <a:ext cx="350693" cy="1802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5" name="Rectangle 44"/>
          <p:cNvSpPr/>
          <p:nvPr/>
        </p:nvSpPr>
        <p:spPr>
          <a:xfrm>
            <a:off x="14531036" y="5811590"/>
            <a:ext cx="350693" cy="1802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6" name="Rectangle 45"/>
          <p:cNvSpPr/>
          <p:nvPr/>
        </p:nvSpPr>
        <p:spPr>
          <a:xfrm>
            <a:off x="14531036" y="5847634"/>
            <a:ext cx="350693" cy="1802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7" name="Rectangle 46"/>
          <p:cNvSpPr/>
          <p:nvPr/>
        </p:nvSpPr>
        <p:spPr>
          <a:xfrm>
            <a:off x="14531036" y="5883677"/>
            <a:ext cx="350693" cy="1802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8" name="Rectangle 47"/>
          <p:cNvSpPr/>
          <p:nvPr/>
        </p:nvSpPr>
        <p:spPr>
          <a:xfrm>
            <a:off x="14531036" y="5919721"/>
            <a:ext cx="350693" cy="1802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9" name="Rectangle 48"/>
          <p:cNvSpPr/>
          <p:nvPr/>
        </p:nvSpPr>
        <p:spPr>
          <a:xfrm>
            <a:off x="14531036" y="5955764"/>
            <a:ext cx="350693" cy="1802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0" name="Rectangle 49"/>
          <p:cNvSpPr/>
          <p:nvPr/>
        </p:nvSpPr>
        <p:spPr>
          <a:xfrm>
            <a:off x="14531036" y="5991807"/>
            <a:ext cx="350693" cy="1802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1" name="Rectangle 50"/>
          <p:cNvSpPr/>
          <p:nvPr/>
        </p:nvSpPr>
        <p:spPr>
          <a:xfrm>
            <a:off x="14531036" y="5775547"/>
            <a:ext cx="140277" cy="125859"/>
          </a:xfrm>
          <a:prstGeom prst="rect">
            <a:avLst/>
          </a:prstGeom>
          <a:solidFill>
            <a:srgbClr val="1D6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2" name="Oval 51"/>
          <p:cNvSpPr/>
          <p:nvPr/>
        </p:nvSpPr>
        <p:spPr>
          <a:xfrm>
            <a:off x="14548571" y="579210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3" name="Oval 52"/>
          <p:cNvSpPr/>
          <p:nvPr/>
        </p:nvSpPr>
        <p:spPr>
          <a:xfrm>
            <a:off x="14582666" y="579210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4" name="Oval 53"/>
          <p:cNvSpPr/>
          <p:nvPr/>
        </p:nvSpPr>
        <p:spPr>
          <a:xfrm>
            <a:off x="14616761" y="579210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5" name="Oval 54"/>
          <p:cNvSpPr/>
          <p:nvPr/>
        </p:nvSpPr>
        <p:spPr>
          <a:xfrm>
            <a:off x="14645986" y="579210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6" name="Oval 55"/>
          <p:cNvSpPr/>
          <p:nvPr/>
        </p:nvSpPr>
        <p:spPr>
          <a:xfrm>
            <a:off x="14548571" y="583204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7" name="Oval 56"/>
          <p:cNvSpPr/>
          <p:nvPr/>
        </p:nvSpPr>
        <p:spPr>
          <a:xfrm>
            <a:off x="14582666" y="583204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8" name="Oval 57"/>
          <p:cNvSpPr/>
          <p:nvPr/>
        </p:nvSpPr>
        <p:spPr>
          <a:xfrm>
            <a:off x="14616761" y="583204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9" name="Oval 58"/>
          <p:cNvSpPr/>
          <p:nvPr/>
        </p:nvSpPr>
        <p:spPr>
          <a:xfrm>
            <a:off x="14645986" y="583204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0" name="Oval 59"/>
          <p:cNvSpPr/>
          <p:nvPr/>
        </p:nvSpPr>
        <p:spPr>
          <a:xfrm>
            <a:off x="14548571" y="5871013"/>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1" name="Oval 60"/>
          <p:cNvSpPr/>
          <p:nvPr/>
        </p:nvSpPr>
        <p:spPr>
          <a:xfrm>
            <a:off x="14582666" y="5871013"/>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2" name="Oval 61"/>
          <p:cNvSpPr/>
          <p:nvPr/>
        </p:nvSpPr>
        <p:spPr>
          <a:xfrm>
            <a:off x="14616761" y="5871013"/>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3" name="Oval 62"/>
          <p:cNvSpPr/>
          <p:nvPr/>
        </p:nvSpPr>
        <p:spPr>
          <a:xfrm>
            <a:off x="14645986" y="5871013"/>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4" name="TextBox 63"/>
          <p:cNvSpPr txBox="1"/>
          <p:nvPr/>
        </p:nvSpPr>
        <p:spPr>
          <a:xfrm>
            <a:off x="15030250" y="5787684"/>
            <a:ext cx="779318" cy="246221"/>
          </a:xfrm>
          <a:prstGeom prst="rect">
            <a:avLst/>
          </a:prstGeom>
          <a:noFill/>
        </p:spPr>
        <p:txBody>
          <a:bodyPr wrap="square" lIns="0" tIns="0" rIns="0" bIns="0" anchor="ctr">
            <a:spAutoFit/>
          </a:bodyPr>
          <a:lstStyle/>
          <a:p>
            <a:pPr algn="l"/>
            <a:r>
              <a:rPr lang="en-US" sz="1600" b="1" i="0" noProof="0">
                <a:solidFill>
                  <a:srgbClr val="0A1530"/>
                </a:solidFill>
                <a:latin typeface="Aptos"/>
              </a:rPr>
              <a:t>US</a:t>
            </a:r>
          </a:p>
        </p:txBody>
      </p:sp>
      <p:sp>
        <p:nvSpPr>
          <p:cNvPr id="73" name="TextBox 72"/>
          <p:cNvSpPr txBox="1"/>
          <p:nvPr/>
        </p:nvSpPr>
        <p:spPr>
          <a:xfrm>
            <a:off x="14829225" y="6776770"/>
            <a:ext cx="974147" cy="533400"/>
          </a:xfrm>
          <a:prstGeom prst="rect">
            <a:avLst/>
          </a:prstGeom>
          <a:noFill/>
        </p:spPr>
        <p:txBody>
          <a:bodyPr wrap="square" lIns="0" tIns="0" rIns="0" bIns="0" anchor="ctr">
            <a:spAutoFit/>
          </a:bodyPr>
          <a:lstStyle/>
          <a:p>
            <a:pPr algn="l"/>
            <a:r>
              <a:rPr lang="en-US" sz="1600" b="1" i="0" noProof="0">
                <a:solidFill>
                  <a:srgbClr val="0A1530"/>
                </a:solidFill>
                <a:latin typeface="Aptos"/>
              </a:rPr>
              <a:t>Sovereign</a:t>
            </a:r>
          </a:p>
          <a:p>
            <a:r>
              <a:rPr lang="en-US" sz="1600" b="1" i="0" noProof="0">
                <a:solidFill>
                  <a:srgbClr val="0A1530"/>
                </a:solidFill>
                <a:latin typeface="Aptos"/>
              </a:rPr>
              <a:t>Cloud</a:t>
            </a:r>
          </a:p>
        </p:txBody>
      </p:sp>
      <p:sp>
        <p:nvSpPr>
          <p:cNvPr id="74" name="Spoke"/>
          <p:cNvSpPr/>
          <p:nvPr/>
        </p:nvSpPr>
        <p:spPr>
          <a:xfrm>
            <a:off x="10021414" y="4674760"/>
            <a:ext cx="3973840" cy="808542"/>
          </a:xfrm>
          <a:custGeom>
            <a:avLst/>
            <a:gdLst/>
            <a:ahLst/>
            <a:cxnLst/>
            <a:rect l="l" t="t" r="r" b="b"/>
            <a:pathLst>
              <a:path w="3973840" h="808542">
                <a:moveTo>
                  <a:pt x="0" y="808542"/>
                </a:moveTo>
                <a:cubicBezTo>
                  <a:pt x="1070880" y="633196"/>
                  <a:pt x="2434687" y="146122"/>
                  <a:pt x="3973840" y="0"/>
                </a:cubicBezTo>
              </a:path>
            </a:pathLst>
          </a:custGeom>
          <a:noFill/>
          <a:ln w="22730" cap="rnd">
            <a:solidFill>
              <a:srgbClr val="374151"/>
            </a:solidFill>
            <a:round/>
            <a:tailEnd type="triangle" w="med" len="med"/>
          </a:ln>
        </p:spPr>
        <p:txBody>
          <a:bodyPr/>
          <a:lstStyle/>
          <a:p>
            <a:endParaRPr lang="en-US" noProof="0"/>
          </a:p>
        </p:txBody>
      </p:sp>
      <p:sp>
        <p:nvSpPr>
          <p:cNvPr id="75" name="Spoke"/>
          <p:cNvSpPr/>
          <p:nvPr/>
        </p:nvSpPr>
        <p:spPr>
          <a:xfrm>
            <a:off x="10157113" y="5795030"/>
            <a:ext cx="3838142" cy="194829"/>
          </a:xfrm>
          <a:custGeom>
            <a:avLst/>
            <a:gdLst/>
            <a:ahLst/>
            <a:cxnLst/>
            <a:rect l="l" t="t" r="r" b="b"/>
            <a:pathLst>
              <a:path w="3838142" h="194829">
                <a:moveTo>
                  <a:pt x="0" y="194829"/>
                </a:moveTo>
                <a:cubicBezTo>
                  <a:pt x="935181" y="97414"/>
                  <a:pt x="2298988" y="0"/>
                  <a:pt x="3838142" y="97414"/>
                </a:cubicBezTo>
              </a:path>
            </a:pathLst>
          </a:custGeom>
          <a:noFill/>
          <a:ln w="22730" cap="rnd">
            <a:solidFill>
              <a:srgbClr val="374151"/>
            </a:solidFill>
            <a:round/>
            <a:tailEnd type="triangle" w="med" len="med"/>
          </a:ln>
        </p:spPr>
        <p:txBody>
          <a:bodyPr/>
          <a:lstStyle/>
          <a:p>
            <a:endParaRPr lang="en-US" noProof="0"/>
          </a:p>
        </p:txBody>
      </p:sp>
      <p:sp>
        <p:nvSpPr>
          <p:cNvPr id="76" name="Spoke"/>
          <p:cNvSpPr/>
          <p:nvPr/>
        </p:nvSpPr>
        <p:spPr>
          <a:xfrm>
            <a:off x="10021414" y="6496416"/>
            <a:ext cx="3973840" cy="565005"/>
          </a:xfrm>
          <a:custGeom>
            <a:avLst/>
            <a:gdLst/>
            <a:ahLst/>
            <a:cxnLst/>
            <a:rect l="l" t="t" r="r" b="b"/>
            <a:pathLst>
              <a:path w="3973840" h="565005">
                <a:moveTo>
                  <a:pt x="0" y="0"/>
                </a:moveTo>
                <a:cubicBezTo>
                  <a:pt x="1070880" y="175346"/>
                  <a:pt x="2434687" y="370176"/>
                  <a:pt x="3973840" y="565005"/>
                </a:cubicBezTo>
              </a:path>
            </a:pathLst>
          </a:custGeom>
          <a:noFill/>
          <a:ln w="22730" cap="rnd">
            <a:solidFill>
              <a:srgbClr val="374151"/>
            </a:solidFill>
            <a:round/>
            <a:tailEnd type="triangle" w="med" len="med"/>
          </a:ln>
        </p:spPr>
        <p:txBody>
          <a:bodyPr/>
          <a:lstStyle/>
          <a:p>
            <a:endParaRPr lang="en-US" noProof="0"/>
          </a:p>
        </p:txBody>
      </p:sp>
      <p:sp>
        <p:nvSpPr>
          <p:cNvPr id="77" name="TextBox 76"/>
          <p:cNvSpPr txBox="1"/>
          <p:nvPr/>
        </p:nvSpPr>
        <p:spPr>
          <a:xfrm>
            <a:off x="7587461" y="8776855"/>
            <a:ext cx="3341677" cy="200055"/>
          </a:xfrm>
          <a:prstGeom prst="rect">
            <a:avLst/>
          </a:prstGeom>
          <a:noFill/>
        </p:spPr>
        <p:txBody>
          <a:bodyPr wrap="square" lIns="0" tIns="0" rIns="0" bIns="0">
            <a:spAutoFit/>
          </a:bodyPr>
          <a:lstStyle/>
          <a:p>
            <a:pPr algn="ctr"/>
            <a:r>
              <a:rPr lang="en-US" sz="1300" b="1" i="0" cap="all" spc="140" noProof="0">
                <a:solidFill>
                  <a:srgbClr val="6B7280"/>
                </a:solidFill>
                <a:latin typeface="Aptos"/>
              </a:rPr>
              <a:t>EVERY COMPLIANCE FRAMEWORK</a:t>
            </a:r>
          </a:p>
        </p:txBody>
      </p:sp>
      <p:cxnSp>
        <p:nvCxnSpPr>
          <p:cNvPr id="78" name="Connector 77"/>
          <p:cNvCxnSpPr/>
          <p:nvPr/>
        </p:nvCxnSpPr>
        <p:spPr>
          <a:xfrm>
            <a:off x="7877607" y="8697990"/>
            <a:ext cx="2532785" cy="0"/>
          </a:xfrm>
          <a:prstGeom prst="line">
            <a:avLst/>
          </a:prstGeom>
          <a:ln w="25977">
            <a:solidFill>
              <a:srgbClr val="1D65B4"/>
            </a:solidFill>
          </a:ln>
        </p:spPr>
        <p:style>
          <a:lnRef idx="2">
            <a:schemeClr val="accent1"/>
          </a:lnRef>
          <a:fillRef idx="0">
            <a:schemeClr val="accent1"/>
          </a:fillRef>
          <a:effectRef idx="1">
            <a:schemeClr val="accent1"/>
          </a:effectRef>
          <a:fontRef idx="minor">
            <a:schemeClr val="tx1"/>
          </a:fontRef>
        </p:style>
      </p:cxnSp>
      <p:sp>
        <p:nvSpPr>
          <p:cNvPr id="79" name="Rounded Rectangle 78"/>
          <p:cNvSpPr/>
          <p:nvPr/>
        </p:nvSpPr>
        <p:spPr>
          <a:xfrm>
            <a:off x="4468090" y="7983066"/>
            <a:ext cx="1753465" cy="467590"/>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0" name="TextBox 79"/>
          <p:cNvSpPr txBox="1"/>
          <p:nvPr/>
        </p:nvSpPr>
        <p:spPr>
          <a:xfrm>
            <a:off x="4468090" y="7983065"/>
            <a:ext cx="1753465" cy="467590"/>
          </a:xfrm>
          <a:prstGeom prst="rect">
            <a:avLst/>
          </a:prstGeom>
          <a:noFill/>
        </p:spPr>
        <p:txBody>
          <a:bodyPr wrap="square" lIns="0" tIns="0" rIns="0" bIns="0" anchor="ctr">
            <a:spAutoFit/>
          </a:bodyPr>
          <a:lstStyle/>
          <a:p>
            <a:pPr algn="ctr"/>
            <a:r>
              <a:rPr lang="en-US" sz="1600" b="1" i="0" noProof="0">
                <a:solidFill>
                  <a:srgbClr val="1D65B4"/>
                </a:solidFill>
                <a:latin typeface="Aptos"/>
              </a:rPr>
              <a:t>DORA</a:t>
            </a:r>
          </a:p>
        </p:txBody>
      </p:sp>
      <p:sp>
        <p:nvSpPr>
          <p:cNvPr id="81" name="Rounded Rectangle 80"/>
          <p:cNvSpPr/>
          <p:nvPr/>
        </p:nvSpPr>
        <p:spPr>
          <a:xfrm>
            <a:off x="8267267" y="7983065"/>
            <a:ext cx="1753465" cy="467590"/>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2" name="TextBox 81"/>
          <p:cNvSpPr txBox="1"/>
          <p:nvPr/>
        </p:nvSpPr>
        <p:spPr>
          <a:xfrm>
            <a:off x="8284852" y="7991858"/>
            <a:ext cx="1753465" cy="467590"/>
          </a:xfrm>
          <a:prstGeom prst="rect">
            <a:avLst/>
          </a:prstGeom>
          <a:noFill/>
        </p:spPr>
        <p:txBody>
          <a:bodyPr wrap="square" lIns="0" tIns="0" rIns="0" bIns="0" anchor="ctr">
            <a:spAutoFit/>
          </a:bodyPr>
          <a:lstStyle/>
          <a:p>
            <a:pPr algn="ctr"/>
            <a:r>
              <a:rPr lang="en-US" sz="1600" b="1" i="0" noProof="0">
                <a:solidFill>
                  <a:srgbClr val="1D65B4"/>
                </a:solidFill>
                <a:latin typeface="Aptos"/>
              </a:rPr>
              <a:t>NIS2</a:t>
            </a:r>
          </a:p>
        </p:txBody>
      </p:sp>
      <p:sp>
        <p:nvSpPr>
          <p:cNvPr id="83" name="Rounded Rectangle 82"/>
          <p:cNvSpPr/>
          <p:nvPr/>
        </p:nvSpPr>
        <p:spPr>
          <a:xfrm>
            <a:off x="12066443" y="7991857"/>
            <a:ext cx="1753465" cy="467590"/>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4" name="TextBox 83"/>
          <p:cNvSpPr txBox="1"/>
          <p:nvPr/>
        </p:nvSpPr>
        <p:spPr>
          <a:xfrm>
            <a:off x="12075235" y="8018234"/>
            <a:ext cx="1753465" cy="467590"/>
          </a:xfrm>
          <a:prstGeom prst="rect">
            <a:avLst/>
          </a:prstGeom>
          <a:noFill/>
        </p:spPr>
        <p:txBody>
          <a:bodyPr wrap="square" lIns="0" tIns="0" rIns="0" bIns="0" anchor="ctr">
            <a:spAutoFit/>
          </a:bodyPr>
          <a:lstStyle/>
          <a:p>
            <a:pPr algn="ctr"/>
            <a:r>
              <a:rPr lang="en-US" sz="1600" b="1" i="0" noProof="0">
                <a:solidFill>
                  <a:srgbClr val="1D65B4"/>
                </a:solidFill>
                <a:latin typeface="Aptos"/>
              </a:rPr>
              <a:t>CRA</a:t>
            </a:r>
          </a:p>
        </p:txBody>
      </p:sp>
      <p:sp>
        <p:nvSpPr>
          <p:cNvPr id="85" name="Spoke"/>
          <p:cNvSpPr/>
          <p:nvPr/>
        </p:nvSpPr>
        <p:spPr>
          <a:xfrm>
            <a:off x="5388784" y="6838131"/>
            <a:ext cx="3012450" cy="1153726"/>
          </a:xfrm>
          <a:custGeom>
            <a:avLst/>
            <a:gdLst/>
            <a:ahLst/>
            <a:cxnLst/>
            <a:rect l="l" t="t" r="r" b="b"/>
            <a:pathLst>
              <a:path w="3082787" h="1241648">
                <a:moveTo>
                  <a:pt x="0" y="1241648"/>
                </a:moveTo>
                <a:cubicBezTo>
                  <a:pt x="1071562" y="842248"/>
                  <a:pt x="2435369" y="355174"/>
                  <a:pt x="3082787" y="0"/>
                </a:cubicBezTo>
              </a:path>
            </a:pathLst>
          </a:custGeom>
          <a:noFill/>
          <a:ln w="19482" cap="rnd">
            <a:solidFill>
              <a:srgbClr val="374151"/>
            </a:solidFill>
            <a:prstDash val="dash"/>
            <a:round/>
            <a:tailEnd type="triangle" w="med" len="med"/>
          </a:ln>
        </p:spPr>
        <p:txBody>
          <a:bodyPr/>
          <a:lstStyle/>
          <a:p>
            <a:endParaRPr lang="en-US" noProof="0"/>
          </a:p>
        </p:txBody>
      </p:sp>
      <p:sp>
        <p:nvSpPr>
          <p:cNvPr id="86" name="Spoke"/>
          <p:cNvSpPr/>
          <p:nvPr/>
        </p:nvSpPr>
        <p:spPr>
          <a:xfrm>
            <a:off x="9144000" y="7002973"/>
            <a:ext cx="9525" cy="944923"/>
          </a:xfrm>
          <a:custGeom>
            <a:avLst/>
            <a:gdLst/>
            <a:ahLst/>
            <a:cxnLst/>
            <a:rect l="l" t="t" r="r" b="b"/>
            <a:pathLst>
              <a:path w="9525" h="944923">
                <a:moveTo>
                  <a:pt x="0" y="944923"/>
                </a:moveTo>
                <a:cubicBezTo>
                  <a:pt x="0" y="642937"/>
                  <a:pt x="0" y="253278"/>
                  <a:pt x="0" y="0"/>
                </a:cubicBezTo>
              </a:path>
            </a:pathLst>
          </a:custGeom>
          <a:noFill/>
          <a:ln w="19482" cap="rnd">
            <a:solidFill>
              <a:srgbClr val="374151"/>
            </a:solidFill>
            <a:prstDash val="dash"/>
            <a:round/>
            <a:tailEnd type="triangle" w="med" len="med"/>
          </a:ln>
        </p:spPr>
        <p:txBody>
          <a:bodyPr/>
          <a:lstStyle/>
          <a:p>
            <a:endParaRPr lang="en-US" noProof="0"/>
          </a:p>
        </p:txBody>
      </p:sp>
      <p:sp>
        <p:nvSpPr>
          <p:cNvPr id="87" name="Spoke"/>
          <p:cNvSpPr/>
          <p:nvPr/>
        </p:nvSpPr>
        <p:spPr>
          <a:xfrm>
            <a:off x="9860388" y="6706247"/>
            <a:ext cx="3082787" cy="1241648"/>
          </a:xfrm>
          <a:custGeom>
            <a:avLst/>
            <a:gdLst/>
            <a:ahLst/>
            <a:cxnLst/>
            <a:rect l="l" t="t" r="r" b="b"/>
            <a:pathLst>
              <a:path w="3082787" h="1241648">
                <a:moveTo>
                  <a:pt x="3082787" y="1241648"/>
                </a:moveTo>
                <a:cubicBezTo>
                  <a:pt x="2011225" y="842248"/>
                  <a:pt x="647418" y="355174"/>
                  <a:pt x="0" y="0"/>
                </a:cubicBezTo>
              </a:path>
            </a:pathLst>
          </a:custGeom>
          <a:noFill/>
          <a:ln w="19482" cap="rnd">
            <a:solidFill>
              <a:srgbClr val="374151"/>
            </a:solidFill>
            <a:prstDash val="dash"/>
            <a:round/>
            <a:tailEnd type="triangle" w="med" len="med"/>
          </a:ln>
        </p:spPr>
        <p:txBody>
          <a:bodyPr/>
          <a:lstStyle/>
          <a:p>
            <a:endParaRPr lang="en-US" noProof="0"/>
          </a:p>
        </p:txBody>
      </p:sp>
      <p:sp>
        <p:nvSpPr>
          <p:cNvPr id="88" name="Oval 87"/>
          <p:cNvSpPr/>
          <p:nvPr/>
        </p:nvSpPr>
        <p:spPr>
          <a:xfrm>
            <a:off x="8130886" y="4976746"/>
            <a:ext cx="2026227" cy="2026227"/>
          </a:xfrm>
          <a:prstGeom prst="ellipse">
            <a:avLst/>
          </a:prstGeom>
          <a:solidFill>
            <a:srgbClr val="257DD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9" name="Oval 88"/>
          <p:cNvSpPr/>
          <p:nvPr/>
        </p:nvSpPr>
        <p:spPr>
          <a:xfrm>
            <a:off x="8286750" y="5132609"/>
            <a:ext cx="1714500" cy="1714500"/>
          </a:xfrm>
          <a:prstGeom prst="ellipse">
            <a:avLst/>
          </a:prstGeom>
          <a:solidFill>
            <a:srgbClr val="257DDC">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0" name="Rectangle 89"/>
          <p:cNvSpPr/>
          <p:nvPr/>
        </p:nvSpPr>
        <p:spPr>
          <a:xfrm>
            <a:off x="9358312" y="5697615"/>
            <a:ext cx="545522" cy="584488"/>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1" name="Rectangle 90"/>
          <p:cNvSpPr/>
          <p:nvPr/>
        </p:nvSpPr>
        <p:spPr>
          <a:xfrm>
            <a:off x="8384164" y="5697615"/>
            <a:ext cx="974147" cy="584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2" name="Rounded Rectangle 91"/>
          <p:cNvSpPr/>
          <p:nvPr/>
        </p:nvSpPr>
        <p:spPr>
          <a:xfrm>
            <a:off x="8384164" y="5697615"/>
            <a:ext cx="1519670" cy="584488"/>
          </a:xfrm>
          <a:prstGeom prst="roundRect">
            <a:avLst>
              <a:gd name="adj" fmla="val 16666"/>
            </a:avLst>
          </a:prstGeom>
          <a:noFill/>
          <a:ln w="2794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cxnSp>
        <p:nvCxnSpPr>
          <p:cNvPr id="93" name="Connector 92"/>
          <p:cNvCxnSpPr/>
          <p:nvPr/>
        </p:nvCxnSpPr>
        <p:spPr>
          <a:xfrm>
            <a:off x="9358312" y="5756064"/>
            <a:ext cx="0" cy="467591"/>
          </a:xfrm>
          <a:prstGeom prst="line">
            <a:avLst/>
          </a:prstGeom>
          <a:ln w="15586">
            <a:solidFill>
              <a:srgbClr val="E5E7EB"/>
            </a:solidFill>
          </a:ln>
        </p:spPr>
        <p:style>
          <a:lnRef idx="2">
            <a:schemeClr val="accent1"/>
          </a:lnRef>
          <a:fillRef idx="0">
            <a:schemeClr val="accent1"/>
          </a:fillRef>
          <a:effectRef idx="1">
            <a:schemeClr val="accent1"/>
          </a:effectRef>
          <a:fontRef idx="minor">
            <a:schemeClr val="tx1"/>
          </a:fontRef>
        </p:style>
      </p:cxnSp>
      <p:sp>
        <p:nvSpPr>
          <p:cNvPr id="94" name="Oval 93"/>
          <p:cNvSpPr/>
          <p:nvPr/>
        </p:nvSpPr>
        <p:spPr>
          <a:xfrm>
            <a:off x="8481579" y="5853478"/>
            <a:ext cx="272761" cy="272761"/>
          </a:xfrm>
          <a:prstGeom prst="ellipse">
            <a:avLst/>
          </a:prstGeom>
          <a:solidFill>
            <a:srgbClr val="1D6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5" name="Rounded Rectangle 94"/>
          <p:cNvSpPr/>
          <p:nvPr/>
        </p:nvSpPr>
        <p:spPr>
          <a:xfrm>
            <a:off x="8564382" y="5975247"/>
            <a:ext cx="107156" cy="6819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6" name="Rounded Rectangle 95"/>
          <p:cNvSpPr/>
          <p:nvPr/>
        </p:nvSpPr>
        <p:spPr>
          <a:xfrm>
            <a:off x="8583865" y="5931410"/>
            <a:ext cx="68190" cy="58448"/>
          </a:xfrm>
          <a:prstGeom prst="roundRect">
            <a:avLst>
              <a:gd name="adj" fmla="val 45000"/>
            </a:avLst>
          </a:prstGeom>
          <a:noFill/>
          <a:ln w="20781">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7" name="Oval 96"/>
          <p:cNvSpPr/>
          <p:nvPr/>
        </p:nvSpPr>
        <p:spPr>
          <a:xfrm>
            <a:off x="8606270" y="5987911"/>
            <a:ext cx="23379" cy="23379"/>
          </a:xfrm>
          <a:prstGeom prst="ellipse">
            <a:avLst/>
          </a:prstGeom>
          <a:solidFill>
            <a:srgbClr val="1D6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8" name="Rounded Rectangle 97"/>
          <p:cNvSpPr/>
          <p:nvPr/>
        </p:nvSpPr>
        <p:spPr>
          <a:xfrm>
            <a:off x="8832272" y="5911927"/>
            <a:ext cx="428625" cy="48707"/>
          </a:xfrm>
          <a:prstGeom prst="roundRect">
            <a:avLst>
              <a:gd name="adj" fmla="val 40000"/>
            </a:avLst>
          </a:prstGeom>
          <a:solidFill>
            <a:srgbClr val="1D6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9" name="Rounded Rectangle 98"/>
          <p:cNvSpPr/>
          <p:nvPr/>
        </p:nvSpPr>
        <p:spPr>
          <a:xfrm>
            <a:off x="8832272" y="6028825"/>
            <a:ext cx="311727" cy="48707"/>
          </a:xfrm>
          <a:prstGeom prst="roundRect">
            <a:avLst>
              <a:gd name="adj" fmla="val 40000"/>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0" name="TextBox 99"/>
          <p:cNvSpPr txBox="1"/>
          <p:nvPr/>
        </p:nvSpPr>
        <p:spPr>
          <a:xfrm>
            <a:off x="9358312" y="5911927"/>
            <a:ext cx="545522" cy="194829"/>
          </a:xfrm>
          <a:prstGeom prst="rect">
            <a:avLst/>
          </a:prstGeom>
          <a:noFill/>
        </p:spPr>
        <p:txBody>
          <a:bodyPr wrap="square" lIns="0" tIns="0" rIns="0" bIns="0" anchor="ctr">
            <a:spAutoFit/>
          </a:bodyPr>
          <a:lstStyle/>
          <a:p>
            <a:pPr algn="ctr"/>
            <a:r>
              <a:rPr lang="en-US" sz="1000" b="1" i="0" spc="100" noProof="0">
                <a:solidFill>
                  <a:srgbClr val="0A3A99"/>
                </a:solidFill>
                <a:latin typeface="Aptos"/>
              </a:rPr>
              <a:t>v1.0.0</a:t>
            </a:r>
          </a:p>
        </p:txBody>
      </p:sp>
      <p:grpSp>
        <p:nvGrpSpPr>
          <p:cNvPr id="105" name="Gruppieren 104">
            <a:extLst>
              <a:ext uri="{FF2B5EF4-FFF2-40B4-BE49-F238E27FC236}">
                <a16:creationId xmlns:a16="http://schemas.microsoft.com/office/drawing/2014/main" id="{7FEA4611-E600-61BB-D2D1-9E9BEEC33EFE}"/>
              </a:ext>
            </a:extLst>
          </p:cNvPr>
          <p:cNvGrpSpPr/>
          <p:nvPr/>
        </p:nvGrpSpPr>
        <p:grpSpPr>
          <a:xfrm>
            <a:off x="14122022" y="6835622"/>
            <a:ext cx="632724" cy="364027"/>
            <a:chOff x="14122022" y="6835622"/>
            <a:chExt cx="632724" cy="364027"/>
          </a:xfrm>
        </p:grpSpPr>
        <p:sp>
          <p:nvSpPr>
            <p:cNvPr id="106" name="Freeform 31">
              <a:extLst>
                <a:ext uri="{FF2B5EF4-FFF2-40B4-BE49-F238E27FC236}">
                  <a16:creationId xmlns:a16="http://schemas.microsoft.com/office/drawing/2014/main" id="{C7C1DA8F-238A-F68A-1BBC-45AD6FB9B0DD}"/>
                </a:ext>
              </a:extLst>
            </p:cNvPr>
            <p:cNvSpPr/>
            <p:nvPr/>
          </p:nvSpPr>
          <p:spPr>
            <a:xfrm>
              <a:off x="14122022" y="6835622"/>
              <a:ext cx="632724" cy="364027"/>
            </a:xfrm>
            <a:custGeom>
              <a:avLst/>
              <a:gdLst/>
              <a:ahLst/>
              <a:cxnLst/>
              <a:rect l="l" t="t" r="r" b="b"/>
              <a:pathLst>
                <a:path w="1946671" h="1107281">
                  <a:moveTo>
                    <a:pt x="464343" y="1107281"/>
                  </a:moveTo>
                  <a:cubicBezTo>
                    <a:pt x="214312" y="1107281"/>
                    <a:pt x="0" y="928687"/>
                    <a:pt x="0" y="660796"/>
                  </a:cubicBezTo>
                  <a:cubicBezTo>
                    <a:pt x="0" y="428625"/>
                    <a:pt x="196453" y="232171"/>
                    <a:pt x="446484" y="267890"/>
                  </a:cubicBezTo>
                  <a:cubicBezTo>
                    <a:pt x="535781" y="71437"/>
                    <a:pt x="785812" y="0"/>
                    <a:pt x="964406" y="142875"/>
                  </a:cubicBezTo>
                  <a:cubicBezTo>
                    <a:pt x="1143000" y="0"/>
                    <a:pt x="1410890" y="71437"/>
                    <a:pt x="1518046" y="285750"/>
                  </a:cubicBezTo>
                  <a:cubicBezTo>
                    <a:pt x="1750218" y="267890"/>
                    <a:pt x="1946671" y="446484"/>
                    <a:pt x="1946671" y="660796"/>
                  </a:cubicBezTo>
                  <a:cubicBezTo>
                    <a:pt x="1946671" y="910828"/>
                    <a:pt x="1732359" y="1107281"/>
                    <a:pt x="1518046" y="1107281"/>
                  </a:cubicBezTo>
                  <a:close/>
                </a:path>
              </a:pathLst>
            </a:cu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grpSp>
          <p:nvGrpSpPr>
            <p:cNvPr id="107" name="Gruppieren 106">
              <a:extLst>
                <a:ext uri="{FF2B5EF4-FFF2-40B4-BE49-F238E27FC236}">
                  <a16:creationId xmlns:a16="http://schemas.microsoft.com/office/drawing/2014/main" id="{80C8C2B0-E3D0-A1A5-D837-6F90806308AD}"/>
                </a:ext>
              </a:extLst>
            </p:cNvPr>
            <p:cNvGrpSpPr/>
            <p:nvPr/>
          </p:nvGrpSpPr>
          <p:grpSpPr>
            <a:xfrm>
              <a:off x="14386454" y="6977931"/>
              <a:ext cx="107156" cy="112027"/>
              <a:chOff x="14491735" y="7042101"/>
              <a:chExt cx="107156" cy="112027"/>
            </a:xfrm>
          </p:grpSpPr>
          <p:sp>
            <p:nvSpPr>
              <p:cNvPr id="108" name="Rounded Rectangle 94">
                <a:extLst>
                  <a:ext uri="{FF2B5EF4-FFF2-40B4-BE49-F238E27FC236}">
                    <a16:creationId xmlns:a16="http://schemas.microsoft.com/office/drawing/2014/main" id="{D598919B-4BE4-650E-66DB-51F4D8A7C93B}"/>
                  </a:ext>
                </a:extLst>
              </p:cNvPr>
              <p:cNvSpPr/>
              <p:nvPr/>
            </p:nvSpPr>
            <p:spPr>
              <a:xfrm>
                <a:off x="14491735" y="7085938"/>
                <a:ext cx="107156" cy="6819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9" name="Rounded Rectangle 95">
                <a:extLst>
                  <a:ext uri="{FF2B5EF4-FFF2-40B4-BE49-F238E27FC236}">
                    <a16:creationId xmlns:a16="http://schemas.microsoft.com/office/drawing/2014/main" id="{BFAE9ED7-A67A-B4E2-1341-97D2D925319A}"/>
                  </a:ext>
                </a:extLst>
              </p:cNvPr>
              <p:cNvSpPr/>
              <p:nvPr/>
            </p:nvSpPr>
            <p:spPr>
              <a:xfrm>
                <a:off x="14511218" y="7042101"/>
                <a:ext cx="68190" cy="58448"/>
              </a:xfrm>
              <a:prstGeom prst="roundRect">
                <a:avLst>
                  <a:gd name="adj" fmla="val 45000"/>
                </a:avLst>
              </a:prstGeom>
              <a:noFill/>
              <a:ln w="20781">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0" name="Oval 109">
                <a:extLst>
                  <a:ext uri="{FF2B5EF4-FFF2-40B4-BE49-F238E27FC236}">
                    <a16:creationId xmlns:a16="http://schemas.microsoft.com/office/drawing/2014/main" id="{B6547F60-EF97-6613-3FCC-92690FFF0EBD}"/>
                  </a:ext>
                </a:extLst>
              </p:cNvPr>
              <p:cNvSpPr/>
              <p:nvPr/>
            </p:nvSpPr>
            <p:spPr>
              <a:xfrm>
                <a:off x="14533623" y="7098602"/>
                <a:ext cx="23379" cy="23379"/>
              </a:xfrm>
              <a:prstGeom prst="ellipse">
                <a:avLst/>
              </a:prstGeom>
              <a:solidFill>
                <a:srgbClr val="1D6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a:t>THE SHIFT</a:t>
            </a:r>
          </a:p>
        </p:txBody>
      </p:sp>
      <p:sp>
        <p:nvSpPr>
          <p:cNvPr id="3" name="Title 2"/>
          <p:cNvSpPr>
            <a:spLocks noGrp="1"/>
          </p:cNvSpPr>
          <p:nvPr>
            <p:ph type="title" idx="2"/>
          </p:nvPr>
        </p:nvSpPr>
        <p:spPr/>
        <p:txBody>
          <a:bodyPr/>
          <a:lstStyle/>
          <a:p>
            <a:r>
              <a:rPr lang="en-US" noProof="0"/>
              <a:t>SBOM lists. SBOD delivers.</a:t>
            </a:r>
          </a:p>
        </p:txBody>
      </p:sp>
      <p:sp>
        <p:nvSpPr>
          <p:cNvPr id="4" name="Text Placeholder 3"/>
          <p:cNvSpPr>
            <a:spLocks noGrp="1"/>
          </p:cNvSpPr>
          <p:nvPr>
            <p:ph type="body" idx="10"/>
          </p:nvPr>
        </p:nvSpPr>
        <p:spPr/>
        <p:txBody>
          <a:bodyPr/>
          <a:lstStyle/>
          <a:p>
            <a:pPr>
              <a:spcBef>
                <a:spcPts val="800"/>
              </a:spcBef>
              <a:spcAft>
                <a:spcPts val="800"/>
              </a:spcAft>
            </a:pPr>
            <a:r>
              <a:rPr lang="en-US" b="1" noProof="0" dirty="0">
                <a:solidFill>
                  <a:srgbClr val="0F6BFF"/>
                </a:solidFill>
              </a:rPr>
              <a:t>▪  </a:t>
            </a:r>
            <a:r>
              <a:rPr lang="en-US" noProof="0" dirty="0">
                <a:solidFill>
                  <a:schemeClr val="tx1"/>
                </a:solidFill>
              </a:rPr>
              <a:t>SBOM: </a:t>
            </a:r>
            <a:r>
              <a:rPr lang="en-US" dirty="0">
                <a:solidFill>
                  <a:schemeClr val="tx1"/>
                </a:solidFill>
              </a:rPr>
              <a:t>W</a:t>
            </a:r>
            <a:r>
              <a:rPr lang="en-US" noProof="0" dirty="0"/>
              <a:t>hat's inside your software. Built for inventory.</a:t>
            </a:r>
          </a:p>
          <a:p>
            <a:pPr>
              <a:spcBef>
                <a:spcPts val="800"/>
              </a:spcBef>
              <a:spcAft>
                <a:spcPts val="800"/>
              </a:spcAft>
            </a:pPr>
            <a:r>
              <a:rPr lang="en-US" noProof="0" dirty="0">
                <a:solidFill>
                  <a:srgbClr val="0F6BFF"/>
                </a:solidFill>
              </a:rPr>
              <a:t>▪  </a:t>
            </a:r>
            <a:r>
              <a:rPr lang="en-US" noProof="0" dirty="0">
                <a:solidFill>
                  <a:srgbClr val="000000"/>
                </a:solidFill>
              </a:rPr>
              <a:t>A Software Bill of Delivery (SBOD): </a:t>
            </a:r>
            <a:r>
              <a:rPr lang="en-US" noProof="0" dirty="0"/>
              <a:t>what you delivered, how to verify, transport, operate. Built for delivery.</a:t>
            </a:r>
          </a:p>
          <a:p>
            <a:pPr>
              <a:spcBef>
                <a:spcPts val="800"/>
              </a:spcBef>
              <a:spcAft>
                <a:spcPts val="800"/>
              </a:spcAft>
            </a:pPr>
            <a:r>
              <a:rPr lang="en-US" noProof="0" dirty="0">
                <a:solidFill>
                  <a:srgbClr val="0F6BFF"/>
                </a:solidFill>
              </a:rPr>
              <a:t>▪  </a:t>
            </a:r>
            <a:r>
              <a:rPr lang="en-US" noProof="0" dirty="0"/>
              <a:t>SBOD contains SBOM. OCM doesn't replace your SBOM tooling. OCM gives the SBOM an envelope.</a:t>
            </a:r>
          </a:p>
          <a:p>
            <a:pPr>
              <a:spcBef>
                <a:spcPts val="800"/>
              </a:spcBef>
              <a:spcAft>
                <a:spcPts val="800"/>
              </a:spcAft>
            </a:pPr>
            <a:r>
              <a:rPr lang="en-US" noProof="0" dirty="0">
                <a:solidFill>
                  <a:srgbClr val="0F6BFF"/>
                </a:solidFill>
              </a:rPr>
              <a:t>▪  </a:t>
            </a:r>
            <a:r>
              <a:rPr lang="en-US" noProof="0" dirty="0"/>
              <a:t>SBOD is the category SAP defined. Now </a:t>
            </a:r>
            <a:r>
              <a:rPr lang="en-US" dirty="0"/>
              <a:t>governed</a:t>
            </a:r>
            <a:r>
              <a:rPr lang="en-US" noProof="0" dirty="0"/>
              <a:t> through NeoNephos.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ounded Rectangle 6">
            <a:extLst>
              <a:ext uri="{FF2B5EF4-FFF2-40B4-BE49-F238E27FC236}">
                <a16:creationId xmlns:a16="http://schemas.microsoft.com/office/drawing/2014/main" id="{0D0BC734-CF21-C3A9-AED6-40C1FE205CC4}"/>
              </a:ext>
            </a:extLst>
          </p:cNvPr>
          <p:cNvSpPr/>
          <p:nvPr/>
        </p:nvSpPr>
        <p:spPr>
          <a:xfrm>
            <a:off x="2686050" y="2676526"/>
            <a:ext cx="12268200" cy="7165743"/>
          </a:xfrm>
          <a:prstGeom prst="roundRect">
            <a:avLst>
              <a:gd name="adj" fmla="val 4000"/>
            </a:avLst>
          </a:prstGeom>
          <a:solidFill>
            <a:srgbClr val="FFFFFF"/>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 name="Text Placeholder 1"/>
          <p:cNvSpPr>
            <a:spLocks noGrp="1"/>
          </p:cNvSpPr>
          <p:nvPr>
            <p:ph type="body" idx="1"/>
          </p:nvPr>
        </p:nvSpPr>
        <p:spPr/>
        <p:txBody>
          <a:bodyPr>
            <a:normAutofit lnSpcReduction="10000"/>
          </a:bodyPr>
          <a:lstStyle/>
          <a:p>
            <a:r>
              <a:rPr lang="en-US" noProof="0" dirty="0"/>
              <a:t>THE SHIFT - SBOM INSIDE SBOD</a:t>
            </a:r>
          </a:p>
        </p:txBody>
      </p:sp>
      <p:sp>
        <p:nvSpPr>
          <p:cNvPr id="3" name="Title 2"/>
          <p:cNvSpPr>
            <a:spLocks noGrp="1"/>
          </p:cNvSpPr>
          <p:nvPr>
            <p:ph type="title" idx="2"/>
          </p:nvPr>
        </p:nvSpPr>
        <p:spPr/>
        <p:txBody>
          <a:bodyPr>
            <a:normAutofit fontScale="90000"/>
          </a:bodyPr>
          <a:lstStyle/>
          <a:p>
            <a:r>
              <a:rPr lang="en-US"/>
              <a:t>What the envelope holds</a:t>
            </a:r>
            <a:r>
              <a:rPr lang="en-US" noProof="0"/>
              <a:t>.</a:t>
            </a:r>
            <a:endParaRPr lang="de-DE"/>
          </a:p>
        </p:txBody>
      </p:sp>
      <p:sp>
        <p:nvSpPr>
          <p:cNvPr id="5" name="TextBox 4"/>
          <p:cNvSpPr txBox="1"/>
          <p:nvPr/>
        </p:nvSpPr>
        <p:spPr>
          <a:xfrm>
            <a:off x="2880861" y="3458150"/>
            <a:ext cx="5650442" cy="232125"/>
          </a:xfrm>
          <a:prstGeom prst="rect">
            <a:avLst/>
          </a:prstGeom>
          <a:noFill/>
        </p:spPr>
        <p:txBody>
          <a:bodyPr wrap="square" lIns="0" tIns="0" rIns="0" bIns="0">
            <a:spAutoFit/>
          </a:bodyPr>
          <a:lstStyle/>
          <a:p>
            <a:pPr algn="ctr"/>
            <a:r>
              <a:rPr lang="en-US" sz="2000" b="1" i="0" noProof="0">
                <a:solidFill>
                  <a:srgbClr val="0A3A99"/>
                </a:solidFill>
                <a:latin typeface="Consolas"/>
              </a:rPr>
              <a:t>github.com/acme/webshop:v1.0.0</a:t>
            </a:r>
          </a:p>
        </p:txBody>
      </p:sp>
      <p:sp>
        <p:nvSpPr>
          <p:cNvPr id="6" name="TextBox 5"/>
          <p:cNvSpPr txBox="1"/>
          <p:nvPr/>
        </p:nvSpPr>
        <p:spPr>
          <a:xfrm>
            <a:off x="8141361" y="3523528"/>
            <a:ext cx="5650442" cy="261610"/>
          </a:xfrm>
          <a:prstGeom prst="rect">
            <a:avLst/>
          </a:prstGeom>
          <a:noFill/>
        </p:spPr>
        <p:txBody>
          <a:bodyPr wrap="square" lIns="0" tIns="0" rIns="0" bIns="0">
            <a:spAutoFit/>
          </a:bodyPr>
          <a:lstStyle/>
          <a:p>
            <a:pPr algn="ctr"/>
            <a:r>
              <a:rPr lang="en-US" sz="1700" b="0" i="0" noProof="0">
                <a:solidFill>
                  <a:srgbClr val="6B7280"/>
                </a:solidFill>
                <a:latin typeface="Aptos"/>
              </a:rPr>
              <a:t>Location-independent name. Same identity, every registry.</a:t>
            </a:r>
          </a:p>
        </p:txBody>
      </p:sp>
      <p:pic>
        <p:nvPicPr>
          <p:cNvPr id="14" name="Picture 13" descr="helm-stroke-1.0-brand-blue.png"/>
          <p:cNvPicPr>
            <a:picLocks noChangeAspect="1"/>
          </p:cNvPicPr>
          <p:nvPr/>
        </p:nvPicPr>
        <p:blipFill>
          <a:blip r:embed="rId3"/>
          <a:stretch>
            <a:fillRect/>
          </a:stretch>
        </p:blipFill>
        <p:spPr>
          <a:xfrm>
            <a:off x="5806678" y="4547100"/>
            <a:ext cx="257483" cy="260711"/>
          </a:xfrm>
          <a:prstGeom prst="rect">
            <a:avLst/>
          </a:prstGeom>
        </p:spPr>
      </p:pic>
      <p:pic>
        <p:nvPicPr>
          <p:cNvPr id="16" name="Picture 15" descr="kubernetes-stroke-1.0-brand-blue.png"/>
          <p:cNvPicPr>
            <a:picLocks noChangeAspect="1"/>
          </p:cNvPicPr>
          <p:nvPr/>
        </p:nvPicPr>
        <p:blipFill>
          <a:blip r:embed="rId4"/>
          <a:stretch>
            <a:fillRect/>
          </a:stretch>
        </p:blipFill>
        <p:spPr>
          <a:xfrm>
            <a:off x="5806678" y="5162700"/>
            <a:ext cx="257483" cy="260711"/>
          </a:xfrm>
          <a:prstGeom prst="rect">
            <a:avLst/>
          </a:prstGeom>
        </p:spPr>
      </p:pic>
      <p:sp>
        <p:nvSpPr>
          <p:cNvPr id="26" name="Rounded Rectangle 14">
            <a:extLst>
              <a:ext uri="{FF2B5EF4-FFF2-40B4-BE49-F238E27FC236}">
                <a16:creationId xmlns:a16="http://schemas.microsoft.com/office/drawing/2014/main" id="{88EAC3C9-8E6A-E342-0AE1-44075853E208}"/>
              </a:ext>
            </a:extLst>
          </p:cNvPr>
          <p:cNvSpPr/>
          <p:nvPr/>
        </p:nvSpPr>
        <p:spPr>
          <a:xfrm>
            <a:off x="3575158" y="4080697"/>
            <a:ext cx="10498977" cy="5335365"/>
          </a:xfrm>
          <a:prstGeom prst="roundRect">
            <a:avLst>
              <a:gd name="adj" fmla="val 6000"/>
            </a:avLst>
          </a:prstGeom>
          <a:solidFill>
            <a:srgbClr val="FFFFFF"/>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8" name="TextBox 16">
            <a:extLst>
              <a:ext uri="{FF2B5EF4-FFF2-40B4-BE49-F238E27FC236}">
                <a16:creationId xmlns:a16="http://schemas.microsoft.com/office/drawing/2014/main" id="{71712967-2914-B3EA-3BC4-8EAFE514670E}"/>
              </a:ext>
            </a:extLst>
          </p:cNvPr>
          <p:cNvSpPr txBox="1"/>
          <p:nvPr/>
        </p:nvSpPr>
        <p:spPr>
          <a:xfrm>
            <a:off x="4366662" y="4399629"/>
            <a:ext cx="5199726" cy="318646"/>
          </a:xfrm>
          <a:prstGeom prst="rect">
            <a:avLst/>
          </a:prstGeom>
          <a:noFill/>
        </p:spPr>
        <p:txBody>
          <a:bodyPr wrap="square" lIns="0" tIns="0" rIns="0" bIns="0" anchor="ctr">
            <a:spAutoFit/>
          </a:bodyPr>
          <a:lstStyle/>
          <a:p>
            <a:r>
              <a:rPr lang="en-US" sz="2100" b="1" i="0" cap="all" spc="80" noProof="0">
                <a:solidFill>
                  <a:srgbClr val="0A3A99"/>
                </a:solidFill>
                <a:latin typeface="Aptos"/>
              </a:rPr>
              <a:t>ARTIFACTS</a:t>
            </a:r>
          </a:p>
        </p:txBody>
      </p:sp>
      <p:sp>
        <p:nvSpPr>
          <p:cNvPr id="29" name="TextBox 17">
            <a:extLst>
              <a:ext uri="{FF2B5EF4-FFF2-40B4-BE49-F238E27FC236}">
                <a16:creationId xmlns:a16="http://schemas.microsoft.com/office/drawing/2014/main" id="{3D53599D-7D09-09D5-4F09-51156F42EBFF}"/>
              </a:ext>
            </a:extLst>
          </p:cNvPr>
          <p:cNvSpPr txBox="1"/>
          <p:nvPr/>
        </p:nvSpPr>
        <p:spPr>
          <a:xfrm>
            <a:off x="6238434" y="4418956"/>
            <a:ext cx="7857177" cy="609719"/>
          </a:xfrm>
          <a:prstGeom prst="rect">
            <a:avLst/>
          </a:prstGeom>
          <a:noFill/>
        </p:spPr>
        <p:txBody>
          <a:bodyPr wrap="square" lIns="0" tIns="0" rIns="0" bIns="0">
            <a:spAutoFit/>
          </a:bodyPr>
          <a:lstStyle/>
          <a:p>
            <a:pPr>
              <a:lnSpc>
                <a:spcPct val="120000"/>
              </a:lnSpc>
            </a:pPr>
            <a:r>
              <a:rPr lang="en-US" sz="1700" noProof="0">
                <a:solidFill>
                  <a:srgbClr val="6B7280"/>
                </a:solidFill>
                <a:latin typeface="Aptos"/>
              </a:rPr>
              <a:t>What</a:t>
            </a:r>
            <a:r>
              <a:rPr lang="en-US" sz="1700" b="0" i="0" noProof="0">
                <a:solidFill>
                  <a:srgbClr val="000000"/>
                </a:solidFill>
                <a:latin typeface="Aptos"/>
              </a:rPr>
              <a:t> </a:t>
            </a:r>
            <a:r>
              <a:rPr lang="en-US" sz="1700" noProof="0">
                <a:solidFill>
                  <a:srgbClr val="6B7280"/>
                </a:solidFill>
                <a:latin typeface="Aptos"/>
              </a:rPr>
              <a:t>you</a:t>
            </a:r>
            <a:r>
              <a:rPr lang="en-US" sz="1700" b="0" i="0" noProof="0">
                <a:solidFill>
                  <a:srgbClr val="000000"/>
                </a:solidFill>
                <a:latin typeface="Aptos"/>
              </a:rPr>
              <a:t> </a:t>
            </a:r>
            <a:r>
              <a:rPr lang="en-US" sz="1700" noProof="0">
                <a:solidFill>
                  <a:srgbClr val="6B7280"/>
                </a:solidFill>
                <a:latin typeface="Aptos"/>
              </a:rPr>
              <a:t>delivered.  How to verify it · how to operate it. </a:t>
            </a:r>
          </a:p>
          <a:p>
            <a:pPr>
              <a:lnSpc>
                <a:spcPct val="120000"/>
              </a:lnSpc>
            </a:pPr>
            <a:endParaRPr lang="en-US" sz="1700" noProof="0">
              <a:solidFill>
                <a:srgbClr val="6B7280"/>
              </a:solidFill>
              <a:latin typeface="Aptos"/>
            </a:endParaRPr>
          </a:p>
        </p:txBody>
      </p:sp>
      <p:sp>
        <p:nvSpPr>
          <p:cNvPr id="32" name="Rounded Rectangle 6">
            <a:extLst>
              <a:ext uri="{FF2B5EF4-FFF2-40B4-BE49-F238E27FC236}">
                <a16:creationId xmlns:a16="http://schemas.microsoft.com/office/drawing/2014/main" id="{E4C9A205-DF14-D081-8F61-A7E214902032}"/>
              </a:ext>
            </a:extLst>
          </p:cNvPr>
          <p:cNvSpPr/>
          <p:nvPr/>
        </p:nvSpPr>
        <p:spPr>
          <a:xfrm>
            <a:off x="4213865" y="5085826"/>
            <a:ext cx="6858000" cy="4000500"/>
          </a:xfrm>
          <a:prstGeom prst="roundRect">
            <a:avLst>
              <a:gd name="adj" fmla="val 4000"/>
            </a:avLst>
          </a:prstGeom>
          <a:solidFill>
            <a:srgbClr val="FFFFFF"/>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cxnSp>
        <p:nvCxnSpPr>
          <p:cNvPr id="33" name="Connector 7">
            <a:extLst>
              <a:ext uri="{FF2B5EF4-FFF2-40B4-BE49-F238E27FC236}">
                <a16:creationId xmlns:a16="http://schemas.microsoft.com/office/drawing/2014/main" id="{2A374D37-A754-FA14-C807-3C4F6E07BA8B}"/>
              </a:ext>
            </a:extLst>
          </p:cNvPr>
          <p:cNvCxnSpPr/>
          <p:nvPr/>
        </p:nvCxnSpPr>
        <p:spPr>
          <a:xfrm>
            <a:off x="4366265" y="5885926"/>
            <a:ext cx="6553200"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cxnSp>
        <p:nvCxnSpPr>
          <p:cNvPr id="34" name="Connector 8">
            <a:extLst>
              <a:ext uri="{FF2B5EF4-FFF2-40B4-BE49-F238E27FC236}">
                <a16:creationId xmlns:a16="http://schemas.microsoft.com/office/drawing/2014/main" id="{24E996A1-FA72-4602-0863-44EC6622143A}"/>
              </a:ext>
            </a:extLst>
          </p:cNvPr>
          <p:cNvCxnSpPr/>
          <p:nvPr/>
        </p:nvCxnSpPr>
        <p:spPr>
          <a:xfrm>
            <a:off x="4366265" y="6686026"/>
            <a:ext cx="6553200"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cxnSp>
        <p:nvCxnSpPr>
          <p:cNvPr id="35" name="Connector 9">
            <a:extLst>
              <a:ext uri="{FF2B5EF4-FFF2-40B4-BE49-F238E27FC236}">
                <a16:creationId xmlns:a16="http://schemas.microsoft.com/office/drawing/2014/main" id="{35B21240-255A-7AF6-1178-D08F3C6A05BA}"/>
              </a:ext>
            </a:extLst>
          </p:cNvPr>
          <p:cNvCxnSpPr/>
          <p:nvPr/>
        </p:nvCxnSpPr>
        <p:spPr>
          <a:xfrm>
            <a:off x="4366265" y="7486126"/>
            <a:ext cx="6553200"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cxnSp>
        <p:nvCxnSpPr>
          <p:cNvPr id="36" name="Connector 10">
            <a:extLst>
              <a:ext uri="{FF2B5EF4-FFF2-40B4-BE49-F238E27FC236}">
                <a16:creationId xmlns:a16="http://schemas.microsoft.com/office/drawing/2014/main" id="{F3EE1D5D-9B0A-F968-2C72-D6FAF41719C2}"/>
              </a:ext>
            </a:extLst>
          </p:cNvPr>
          <p:cNvCxnSpPr/>
          <p:nvPr/>
        </p:nvCxnSpPr>
        <p:spPr>
          <a:xfrm>
            <a:off x="4366265" y="8286226"/>
            <a:ext cx="6553200"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pic>
        <p:nvPicPr>
          <p:cNvPr id="37" name="Picture 11" descr="docker-stroke-1.0-brand-blue.png">
            <a:extLst>
              <a:ext uri="{FF2B5EF4-FFF2-40B4-BE49-F238E27FC236}">
                <a16:creationId xmlns:a16="http://schemas.microsoft.com/office/drawing/2014/main" id="{6A3978F4-8E76-D757-3741-A76112522A59}"/>
              </a:ext>
            </a:extLst>
          </p:cNvPr>
          <p:cNvPicPr>
            <a:picLocks noChangeAspect="1"/>
          </p:cNvPicPr>
          <p:nvPr/>
        </p:nvPicPr>
        <p:blipFill>
          <a:blip r:embed="rId5"/>
          <a:stretch>
            <a:fillRect/>
          </a:stretch>
        </p:blipFill>
        <p:spPr>
          <a:xfrm>
            <a:off x="4442465" y="5314426"/>
            <a:ext cx="342900" cy="342900"/>
          </a:xfrm>
          <a:prstGeom prst="rect">
            <a:avLst/>
          </a:prstGeom>
        </p:spPr>
      </p:pic>
      <p:sp>
        <p:nvSpPr>
          <p:cNvPr id="38" name="TextBox 12">
            <a:extLst>
              <a:ext uri="{FF2B5EF4-FFF2-40B4-BE49-F238E27FC236}">
                <a16:creationId xmlns:a16="http://schemas.microsoft.com/office/drawing/2014/main" id="{E182FCF4-CAE4-7744-B784-B96EA668D49B}"/>
              </a:ext>
            </a:extLst>
          </p:cNvPr>
          <p:cNvSpPr txBox="1"/>
          <p:nvPr/>
        </p:nvSpPr>
        <p:spPr>
          <a:xfrm>
            <a:off x="4956815" y="5324293"/>
            <a:ext cx="5886450" cy="323165"/>
          </a:xfrm>
          <a:prstGeom prst="rect">
            <a:avLst/>
          </a:prstGeom>
          <a:noFill/>
        </p:spPr>
        <p:txBody>
          <a:bodyPr wrap="square" lIns="0" tIns="0" rIns="0" bIns="0" anchor="ctr">
            <a:spAutoFit/>
          </a:bodyPr>
          <a:lstStyle/>
          <a:p>
            <a:r>
              <a:rPr lang="en-US" sz="2100" b="1" i="0" noProof="0">
                <a:solidFill>
                  <a:srgbClr val="333333"/>
                </a:solidFill>
                <a:latin typeface="Aptos"/>
              </a:rPr>
              <a:t>Docker Images</a:t>
            </a:r>
          </a:p>
        </p:txBody>
      </p:sp>
      <p:pic>
        <p:nvPicPr>
          <p:cNvPr id="39" name="Picture 13" descr="helm-stroke-1.0-brand-blue.png">
            <a:extLst>
              <a:ext uri="{FF2B5EF4-FFF2-40B4-BE49-F238E27FC236}">
                <a16:creationId xmlns:a16="http://schemas.microsoft.com/office/drawing/2014/main" id="{BCC1EDD3-2388-873E-0E04-6E51AABAC3E8}"/>
              </a:ext>
            </a:extLst>
          </p:cNvPr>
          <p:cNvPicPr>
            <a:picLocks noChangeAspect="1"/>
          </p:cNvPicPr>
          <p:nvPr/>
        </p:nvPicPr>
        <p:blipFill>
          <a:blip r:embed="rId3"/>
          <a:stretch>
            <a:fillRect/>
          </a:stretch>
        </p:blipFill>
        <p:spPr>
          <a:xfrm>
            <a:off x="4442465" y="6114526"/>
            <a:ext cx="342900" cy="342900"/>
          </a:xfrm>
          <a:prstGeom prst="rect">
            <a:avLst/>
          </a:prstGeom>
        </p:spPr>
      </p:pic>
      <p:sp>
        <p:nvSpPr>
          <p:cNvPr id="40" name="TextBox 14">
            <a:extLst>
              <a:ext uri="{FF2B5EF4-FFF2-40B4-BE49-F238E27FC236}">
                <a16:creationId xmlns:a16="http://schemas.microsoft.com/office/drawing/2014/main" id="{591BB228-5ACE-EE76-CB3B-CBA6B78CC481}"/>
              </a:ext>
            </a:extLst>
          </p:cNvPr>
          <p:cNvSpPr txBox="1"/>
          <p:nvPr/>
        </p:nvSpPr>
        <p:spPr>
          <a:xfrm>
            <a:off x="4956815" y="6124393"/>
            <a:ext cx="5886450" cy="323165"/>
          </a:xfrm>
          <a:prstGeom prst="rect">
            <a:avLst/>
          </a:prstGeom>
          <a:noFill/>
        </p:spPr>
        <p:txBody>
          <a:bodyPr wrap="square" lIns="0" tIns="0" rIns="0" bIns="0" anchor="ctr">
            <a:spAutoFit/>
          </a:bodyPr>
          <a:lstStyle/>
          <a:p>
            <a:r>
              <a:rPr lang="en-US" sz="2100" b="1" i="0" noProof="0">
                <a:solidFill>
                  <a:srgbClr val="333333"/>
                </a:solidFill>
                <a:latin typeface="Aptos"/>
              </a:rPr>
              <a:t>Helm Charts</a:t>
            </a:r>
          </a:p>
        </p:txBody>
      </p:sp>
      <p:pic>
        <p:nvPicPr>
          <p:cNvPr id="41" name="Picture 15" descr="kubernetes-stroke-1.0-brand-blue.png">
            <a:extLst>
              <a:ext uri="{FF2B5EF4-FFF2-40B4-BE49-F238E27FC236}">
                <a16:creationId xmlns:a16="http://schemas.microsoft.com/office/drawing/2014/main" id="{643DC5D8-4830-A2E7-B4E9-89BA2A8166F5}"/>
              </a:ext>
            </a:extLst>
          </p:cNvPr>
          <p:cNvPicPr>
            <a:picLocks noChangeAspect="1"/>
          </p:cNvPicPr>
          <p:nvPr/>
        </p:nvPicPr>
        <p:blipFill>
          <a:blip r:embed="rId4"/>
          <a:stretch>
            <a:fillRect/>
          </a:stretch>
        </p:blipFill>
        <p:spPr>
          <a:xfrm>
            <a:off x="4442465" y="6914626"/>
            <a:ext cx="342900" cy="342900"/>
          </a:xfrm>
          <a:prstGeom prst="rect">
            <a:avLst/>
          </a:prstGeom>
        </p:spPr>
      </p:pic>
      <p:sp>
        <p:nvSpPr>
          <p:cNvPr id="42" name="TextBox 16">
            <a:extLst>
              <a:ext uri="{FF2B5EF4-FFF2-40B4-BE49-F238E27FC236}">
                <a16:creationId xmlns:a16="http://schemas.microsoft.com/office/drawing/2014/main" id="{38FF5D8A-E928-2532-17FD-B402A81338DD}"/>
              </a:ext>
            </a:extLst>
          </p:cNvPr>
          <p:cNvSpPr txBox="1"/>
          <p:nvPr/>
        </p:nvSpPr>
        <p:spPr>
          <a:xfrm>
            <a:off x="4956815" y="6686026"/>
            <a:ext cx="5886450" cy="800100"/>
          </a:xfrm>
          <a:prstGeom prst="rect">
            <a:avLst/>
          </a:prstGeom>
          <a:noFill/>
        </p:spPr>
        <p:txBody>
          <a:bodyPr wrap="square" lIns="0" tIns="0" rIns="0" bIns="0" anchor="ctr">
            <a:spAutoFit/>
          </a:bodyPr>
          <a:lstStyle/>
          <a:p>
            <a:r>
              <a:rPr lang="en-US" sz="2100" b="1" i="0" noProof="0">
                <a:solidFill>
                  <a:srgbClr val="333333"/>
                </a:solidFill>
                <a:latin typeface="Aptos"/>
              </a:rPr>
              <a:t>Kubernetes Deployment Manifests</a:t>
            </a:r>
          </a:p>
        </p:txBody>
      </p:sp>
      <p:pic>
        <p:nvPicPr>
          <p:cNvPr id="43" name="Picture 17" descr="file-text-stroke-1.0-brand-blue.png">
            <a:extLst>
              <a:ext uri="{FF2B5EF4-FFF2-40B4-BE49-F238E27FC236}">
                <a16:creationId xmlns:a16="http://schemas.microsoft.com/office/drawing/2014/main" id="{1A7275F7-609D-C7E4-434B-34A639F63ECE}"/>
              </a:ext>
            </a:extLst>
          </p:cNvPr>
          <p:cNvPicPr>
            <a:picLocks noChangeAspect="1"/>
          </p:cNvPicPr>
          <p:nvPr/>
        </p:nvPicPr>
        <p:blipFill>
          <a:blip r:embed="rId6"/>
          <a:stretch>
            <a:fillRect/>
          </a:stretch>
        </p:blipFill>
        <p:spPr>
          <a:xfrm>
            <a:off x="4442465" y="7714726"/>
            <a:ext cx="342900" cy="342900"/>
          </a:xfrm>
          <a:prstGeom prst="rect">
            <a:avLst/>
          </a:prstGeom>
        </p:spPr>
      </p:pic>
      <p:sp>
        <p:nvSpPr>
          <p:cNvPr id="44" name="TextBox 18">
            <a:extLst>
              <a:ext uri="{FF2B5EF4-FFF2-40B4-BE49-F238E27FC236}">
                <a16:creationId xmlns:a16="http://schemas.microsoft.com/office/drawing/2014/main" id="{45639F1D-CF9D-2BFA-3B3D-1DDDF3AD6736}"/>
              </a:ext>
            </a:extLst>
          </p:cNvPr>
          <p:cNvSpPr txBox="1"/>
          <p:nvPr/>
        </p:nvSpPr>
        <p:spPr>
          <a:xfrm>
            <a:off x="4956815" y="7486126"/>
            <a:ext cx="5886450" cy="800100"/>
          </a:xfrm>
          <a:prstGeom prst="rect">
            <a:avLst/>
          </a:prstGeom>
          <a:noFill/>
        </p:spPr>
        <p:txBody>
          <a:bodyPr wrap="square" lIns="0" tIns="0" rIns="0" bIns="0" anchor="ctr">
            <a:spAutoFit/>
          </a:bodyPr>
          <a:lstStyle/>
          <a:p>
            <a:r>
              <a:rPr lang="en-US" sz="2100" b="1" i="0" noProof="0">
                <a:solidFill>
                  <a:srgbClr val="333333"/>
                </a:solidFill>
                <a:latin typeface="Aptos"/>
              </a:rPr>
              <a:t>Configuration Files</a:t>
            </a:r>
          </a:p>
        </p:txBody>
      </p:sp>
      <p:sp>
        <p:nvSpPr>
          <p:cNvPr id="47" name="Right Brace 21">
            <a:extLst>
              <a:ext uri="{FF2B5EF4-FFF2-40B4-BE49-F238E27FC236}">
                <a16:creationId xmlns:a16="http://schemas.microsoft.com/office/drawing/2014/main" id="{16A28ABF-D2F9-03F5-7884-B8BB543381E9}"/>
              </a:ext>
            </a:extLst>
          </p:cNvPr>
          <p:cNvSpPr/>
          <p:nvPr/>
        </p:nvSpPr>
        <p:spPr>
          <a:xfrm>
            <a:off x="11186165" y="5085826"/>
            <a:ext cx="342900" cy="4000500"/>
          </a:xfrm>
          <a:prstGeom prst="rightBrace">
            <a:avLst/>
          </a:prstGeom>
          <a:noFill/>
          <a:ln w="31750">
            <a:solidFill>
              <a:srgbClr val="0F6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48" name="Picture 22" descr="lock-stroke-1.0-brand-blue.png">
            <a:extLst>
              <a:ext uri="{FF2B5EF4-FFF2-40B4-BE49-F238E27FC236}">
                <a16:creationId xmlns:a16="http://schemas.microsoft.com/office/drawing/2014/main" id="{3781CD4C-17DB-E3D0-102D-272E0C4E480F}"/>
              </a:ext>
            </a:extLst>
          </p:cNvPr>
          <p:cNvPicPr>
            <a:picLocks noChangeAspect="1"/>
          </p:cNvPicPr>
          <p:nvPr/>
        </p:nvPicPr>
        <p:blipFill>
          <a:blip r:embed="rId7"/>
          <a:stretch>
            <a:fillRect/>
          </a:stretch>
        </p:blipFill>
        <p:spPr>
          <a:xfrm>
            <a:off x="11654785" y="6838426"/>
            <a:ext cx="419100" cy="419100"/>
          </a:xfrm>
          <a:prstGeom prst="rect">
            <a:avLst/>
          </a:prstGeom>
        </p:spPr>
      </p:pic>
      <p:sp>
        <p:nvSpPr>
          <p:cNvPr id="49" name="TextBox 23">
            <a:extLst>
              <a:ext uri="{FF2B5EF4-FFF2-40B4-BE49-F238E27FC236}">
                <a16:creationId xmlns:a16="http://schemas.microsoft.com/office/drawing/2014/main" id="{6FFF383A-3DBB-0B4A-8218-7C8B060A1A3C}"/>
              </a:ext>
            </a:extLst>
          </p:cNvPr>
          <p:cNvSpPr txBox="1"/>
          <p:nvPr/>
        </p:nvSpPr>
        <p:spPr>
          <a:xfrm>
            <a:off x="12117011" y="6971776"/>
            <a:ext cx="3048000" cy="228600"/>
          </a:xfrm>
          <a:prstGeom prst="rect">
            <a:avLst/>
          </a:prstGeom>
          <a:noFill/>
        </p:spPr>
        <p:txBody>
          <a:bodyPr wrap="square" lIns="0" tIns="0" rIns="0" bIns="0">
            <a:spAutoFit/>
          </a:bodyPr>
          <a:lstStyle/>
          <a:p>
            <a:r>
              <a:rPr lang="en-US" sz="1500" b="1" i="0" cap="all" spc="160" noProof="0">
                <a:solidFill>
                  <a:srgbClr val="0F6BFF"/>
                </a:solidFill>
                <a:latin typeface="Aptos"/>
              </a:rPr>
              <a:t>SIGNATURE</a:t>
            </a:r>
          </a:p>
        </p:txBody>
      </p:sp>
      <p:sp>
        <p:nvSpPr>
          <p:cNvPr id="50" name="TextBox 24">
            <a:extLst>
              <a:ext uri="{FF2B5EF4-FFF2-40B4-BE49-F238E27FC236}">
                <a16:creationId xmlns:a16="http://schemas.microsoft.com/office/drawing/2014/main" id="{955C320C-A5D9-D8A3-ACF9-C286AF9942C6}"/>
              </a:ext>
            </a:extLst>
          </p:cNvPr>
          <p:cNvSpPr txBox="1"/>
          <p:nvPr/>
        </p:nvSpPr>
        <p:spPr>
          <a:xfrm>
            <a:off x="11710572" y="7321377"/>
            <a:ext cx="3048000" cy="261610"/>
          </a:xfrm>
          <a:prstGeom prst="rect">
            <a:avLst/>
          </a:prstGeom>
          <a:noFill/>
        </p:spPr>
        <p:txBody>
          <a:bodyPr wrap="square" lIns="0" tIns="0" rIns="0" bIns="0">
            <a:spAutoFit/>
          </a:bodyPr>
          <a:lstStyle/>
          <a:p>
            <a:r>
              <a:rPr lang="en-US" sz="1700" noProof="0">
                <a:solidFill>
                  <a:srgbClr val="6B7280"/>
                </a:solidFill>
                <a:latin typeface="Aptos"/>
              </a:rPr>
              <a:t>One digest covers all.</a:t>
            </a:r>
          </a:p>
        </p:txBody>
      </p:sp>
      <p:sp>
        <p:nvSpPr>
          <p:cNvPr id="52" name="TextBox 4">
            <a:extLst>
              <a:ext uri="{FF2B5EF4-FFF2-40B4-BE49-F238E27FC236}">
                <a16:creationId xmlns:a16="http://schemas.microsoft.com/office/drawing/2014/main" id="{BC1ADF9A-2FAD-2C2E-EB8E-9BB99ACFBC3F}"/>
              </a:ext>
            </a:extLst>
          </p:cNvPr>
          <p:cNvSpPr txBox="1"/>
          <p:nvPr/>
        </p:nvSpPr>
        <p:spPr>
          <a:xfrm>
            <a:off x="3601143" y="2977882"/>
            <a:ext cx="5979441" cy="384721"/>
          </a:xfrm>
          <a:prstGeom prst="rect">
            <a:avLst/>
          </a:prstGeom>
          <a:noFill/>
        </p:spPr>
        <p:txBody>
          <a:bodyPr wrap="square" lIns="0" tIns="0" rIns="0" bIns="0">
            <a:spAutoFit/>
          </a:bodyPr>
          <a:lstStyle/>
          <a:p>
            <a:r>
              <a:rPr lang="en-US" sz="2500" b="1" i="0" cap="all" spc="120" noProof="0">
                <a:solidFill>
                  <a:srgbClr val="0F6BFF"/>
                </a:solidFill>
                <a:latin typeface="Aptos"/>
              </a:rPr>
              <a:t>SOFTWARE BILL OF DELIVERY (SBOD)</a:t>
            </a:r>
          </a:p>
        </p:txBody>
      </p:sp>
      <p:pic>
        <p:nvPicPr>
          <p:cNvPr id="53" name="Grafik 52" descr="Ein Bild, das Symmetrie, Symbol, Kunst, Design enthält.&#10;&#10;KI-generierte Inhalte können fehlerhaft sein.">
            <a:extLst>
              <a:ext uri="{FF2B5EF4-FFF2-40B4-BE49-F238E27FC236}">
                <a16:creationId xmlns:a16="http://schemas.microsoft.com/office/drawing/2014/main" id="{085AE414-326E-5792-6023-C64612781D10}"/>
              </a:ext>
            </a:extLst>
          </p:cNvPr>
          <p:cNvPicPr>
            <a:picLocks noChangeAspect="1"/>
          </p:cNvPicPr>
          <p:nvPr/>
        </p:nvPicPr>
        <p:blipFill>
          <a:blip r:embed="rId8"/>
          <a:stretch>
            <a:fillRect/>
          </a:stretch>
        </p:blipFill>
        <p:spPr>
          <a:xfrm>
            <a:off x="3770203" y="4278129"/>
            <a:ext cx="553506" cy="561646"/>
          </a:xfrm>
          <a:prstGeom prst="rect">
            <a:avLst/>
          </a:prstGeom>
        </p:spPr>
      </p:pic>
      <p:sp>
        <p:nvSpPr>
          <p:cNvPr id="4" name="Rounded Rectangle 6">
            <a:extLst>
              <a:ext uri="{FF2B5EF4-FFF2-40B4-BE49-F238E27FC236}">
                <a16:creationId xmlns:a16="http://schemas.microsoft.com/office/drawing/2014/main" id="{CA097F73-CAA8-BA1E-3036-0D39393913FC}"/>
              </a:ext>
            </a:extLst>
          </p:cNvPr>
          <p:cNvSpPr/>
          <p:nvPr/>
        </p:nvSpPr>
        <p:spPr>
          <a:xfrm>
            <a:off x="4222784" y="8249589"/>
            <a:ext cx="6840161" cy="813166"/>
          </a:xfrm>
          <a:prstGeom prst="roundRect">
            <a:avLst>
              <a:gd name="adj" fmla="val 15627"/>
            </a:avLst>
          </a:prstGeom>
          <a:solidFill>
            <a:schemeClr val="bg1">
              <a:lumMod val="95000"/>
            </a:scheme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6" name="TextBox 20">
            <a:extLst>
              <a:ext uri="{FF2B5EF4-FFF2-40B4-BE49-F238E27FC236}">
                <a16:creationId xmlns:a16="http://schemas.microsoft.com/office/drawing/2014/main" id="{570C8BFA-A16C-A43C-7A8F-0A3374B724F5}"/>
              </a:ext>
            </a:extLst>
          </p:cNvPr>
          <p:cNvSpPr txBox="1"/>
          <p:nvPr/>
        </p:nvSpPr>
        <p:spPr>
          <a:xfrm>
            <a:off x="4956815" y="8524693"/>
            <a:ext cx="849863" cy="333033"/>
          </a:xfrm>
          <a:prstGeom prst="rect">
            <a:avLst/>
          </a:prstGeom>
          <a:noFill/>
        </p:spPr>
        <p:txBody>
          <a:bodyPr wrap="square" lIns="0" tIns="0" rIns="0" bIns="0" anchor="ctr">
            <a:spAutoFit/>
          </a:bodyPr>
          <a:lstStyle/>
          <a:p>
            <a:r>
              <a:rPr lang="en-US" sz="2100" b="1" i="0" noProof="0">
                <a:solidFill>
                  <a:srgbClr val="333333"/>
                </a:solidFill>
                <a:latin typeface="Aptos"/>
              </a:rPr>
              <a:t>SBOM</a:t>
            </a:r>
            <a:endParaRPr lang="en-US" sz="1700" b="0" i="1" noProof="0">
              <a:solidFill>
                <a:srgbClr val="6B7280"/>
              </a:solidFill>
              <a:latin typeface="Aptos"/>
            </a:endParaRPr>
          </a:p>
        </p:txBody>
      </p:sp>
      <p:pic>
        <p:nvPicPr>
          <p:cNvPr id="45" name="Picture 19" descr="shield-stroke-1.0-brand-blue.png">
            <a:extLst>
              <a:ext uri="{FF2B5EF4-FFF2-40B4-BE49-F238E27FC236}">
                <a16:creationId xmlns:a16="http://schemas.microsoft.com/office/drawing/2014/main" id="{AE4D216B-16D4-E674-CF9F-4CFBD7214CC9}"/>
              </a:ext>
            </a:extLst>
          </p:cNvPr>
          <p:cNvPicPr>
            <a:picLocks noChangeAspect="1"/>
          </p:cNvPicPr>
          <p:nvPr/>
        </p:nvPicPr>
        <p:blipFill>
          <a:blip r:embed="rId9"/>
          <a:stretch>
            <a:fillRect/>
          </a:stretch>
        </p:blipFill>
        <p:spPr>
          <a:xfrm>
            <a:off x="4442465" y="8514826"/>
            <a:ext cx="342900" cy="342900"/>
          </a:xfrm>
          <a:prstGeom prst="rect">
            <a:avLst/>
          </a:prstGeom>
        </p:spPr>
      </p:pic>
      <p:sp>
        <p:nvSpPr>
          <p:cNvPr id="7" name="Rounded Rectangle 6">
            <a:extLst>
              <a:ext uri="{FF2B5EF4-FFF2-40B4-BE49-F238E27FC236}">
                <a16:creationId xmlns:a16="http://schemas.microsoft.com/office/drawing/2014/main" id="{EB912EE8-1961-E720-CC4A-87BAA85FCE57}"/>
              </a:ext>
            </a:extLst>
          </p:cNvPr>
          <p:cNvSpPr/>
          <p:nvPr/>
        </p:nvSpPr>
        <p:spPr>
          <a:xfrm>
            <a:off x="4222783" y="8261508"/>
            <a:ext cx="6840161" cy="211078"/>
          </a:xfrm>
          <a:prstGeom prst="roundRect">
            <a:avLst>
              <a:gd name="adj" fmla="val 0"/>
            </a:avLst>
          </a:prstGeom>
          <a:solidFill>
            <a:schemeClr val="bg1">
              <a:lumMod val="95000"/>
            </a:scheme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a:t>HOW OCM COMPOSES</a:t>
            </a:r>
          </a:p>
        </p:txBody>
      </p:sp>
      <p:sp>
        <p:nvSpPr>
          <p:cNvPr id="3" name="Title 2"/>
          <p:cNvSpPr>
            <a:spLocks noGrp="1"/>
          </p:cNvSpPr>
          <p:nvPr>
            <p:ph type="title" idx="2"/>
          </p:nvPr>
        </p:nvSpPr>
        <p:spPr/>
        <p:txBody>
          <a:bodyPr/>
          <a:lstStyle/>
          <a:p>
            <a:r>
              <a:rPr lang="en-US" noProof="0"/>
              <a:t>Composes around your existing stack.</a:t>
            </a:r>
          </a:p>
        </p:txBody>
      </p:sp>
      <p:sp>
        <p:nvSpPr>
          <p:cNvPr id="4" name="Text Placeholder 3"/>
          <p:cNvSpPr>
            <a:spLocks noGrp="1"/>
          </p:cNvSpPr>
          <p:nvPr>
            <p:ph type="body" idx="10"/>
          </p:nvPr>
        </p:nvSpPr>
        <p:spPr/>
        <p:txBody>
          <a:bodyPr/>
          <a:lstStyle/>
          <a:p>
            <a:r>
              <a:rPr lang="en-US" noProof="0"/>
              <a:t>SIGNING</a:t>
            </a:r>
          </a:p>
        </p:txBody>
      </p:sp>
      <p:sp>
        <p:nvSpPr>
          <p:cNvPr id="5" name="Text Placeholder 4"/>
          <p:cNvSpPr>
            <a:spLocks noGrp="1"/>
          </p:cNvSpPr>
          <p:nvPr>
            <p:ph type="body" idx="11"/>
          </p:nvPr>
        </p:nvSpPr>
        <p:spPr/>
        <p:txBody>
          <a:bodyPr/>
          <a:lstStyle/>
          <a:p>
            <a:r>
              <a:rPr lang="en-US" noProof="0"/>
              <a:t>You sign artifacts.</a:t>
            </a:r>
          </a:p>
          <a:p>
            <a:r>
              <a:rPr lang="en-US" noProof="0"/>
              <a:t>OCM signs the release.</a:t>
            </a:r>
          </a:p>
        </p:txBody>
      </p:sp>
      <p:sp>
        <p:nvSpPr>
          <p:cNvPr id="6" name="Text Placeholder 5"/>
          <p:cNvSpPr>
            <a:spLocks noGrp="1"/>
          </p:cNvSpPr>
          <p:nvPr>
            <p:ph type="body" idx="12"/>
          </p:nvPr>
        </p:nvSpPr>
        <p:spPr/>
        <p:txBody>
          <a:bodyPr/>
          <a:lstStyle/>
          <a:p>
            <a:r>
              <a:rPr lang="en-US" noProof="0"/>
              <a:t>TRANSPORT</a:t>
            </a:r>
          </a:p>
        </p:txBody>
      </p:sp>
      <p:sp>
        <p:nvSpPr>
          <p:cNvPr id="7" name="Text Placeholder 6"/>
          <p:cNvSpPr>
            <a:spLocks noGrp="1"/>
          </p:cNvSpPr>
          <p:nvPr>
            <p:ph type="body" idx="13"/>
          </p:nvPr>
        </p:nvSpPr>
        <p:spPr/>
        <p:txBody>
          <a:bodyPr/>
          <a:lstStyle/>
          <a:p>
            <a:r>
              <a:rPr lang="en-US" noProof="0"/>
              <a:t> Your registries differ.</a:t>
            </a:r>
          </a:p>
          <a:p>
            <a:r>
              <a:rPr lang="en-US" noProof="0"/>
              <a:t>OCM moves the release across them.</a:t>
            </a:r>
          </a:p>
        </p:txBody>
      </p:sp>
      <p:sp>
        <p:nvSpPr>
          <p:cNvPr id="8" name="Text Placeholder 7"/>
          <p:cNvSpPr>
            <a:spLocks noGrp="1"/>
          </p:cNvSpPr>
          <p:nvPr>
            <p:ph type="body" idx="14"/>
          </p:nvPr>
        </p:nvSpPr>
        <p:spPr/>
        <p:txBody>
          <a:bodyPr/>
          <a:lstStyle/>
          <a:p>
            <a:r>
              <a:rPr lang="en-US" noProof="0"/>
              <a:t>COMPLIANCE</a:t>
            </a:r>
          </a:p>
        </p:txBody>
      </p:sp>
      <p:sp>
        <p:nvSpPr>
          <p:cNvPr id="9" name="Text Placeholder 8"/>
          <p:cNvSpPr>
            <a:spLocks noGrp="1"/>
          </p:cNvSpPr>
          <p:nvPr>
            <p:ph type="body" idx="15"/>
          </p:nvPr>
        </p:nvSpPr>
        <p:spPr/>
        <p:txBody>
          <a:bodyPr/>
          <a:lstStyle/>
          <a:p>
            <a:r>
              <a:rPr lang="en-US" noProof="0"/>
              <a:t>Your scanners see one artifact at a time.</a:t>
            </a:r>
          </a:p>
          <a:p>
            <a:r>
              <a:rPr lang="en-US" noProof="0"/>
              <a:t>OCM correlates findings to the release.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a:t>OCM IN ONE PICTURE </a:t>
            </a:r>
          </a:p>
        </p:txBody>
      </p:sp>
      <p:sp>
        <p:nvSpPr>
          <p:cNvPr id="3" name="Title 2"/>
          <p:cNvSpPr>
            <a:spLocks noGrp="1"/>
          </p:cNvSpPr>
          <p:nvPr>
            <p:ph type="title" idx="2"/>
          </p:nvPr>
        </p:nvSpPr>
        <p:spPr/>
        <p:txBody>
          <a:bodyPr>
            <a:normAutofit fontScale="90000"/>
          </a:bodyPr>
          <a:lstStyle/>
          <a:p>
            <a:r>
              <a:rPr lang="en-US" noProof="0"/>
              <a:t>Pack · Sign · Transport · Deploy</a:t>
            </a:r>
          </a:p>
        </p:txBody>
      </p:sp>
      <p:sp>
        <p:nvSpPr>
          <p:cNvPr id="4" name="Rounded Rectangle 3"/>
          <p:cNvSpPr/>
          <p:nvPr/>
        </p:nvSpPr>
        <p:spPr>
          <a:xfrm>
            <a:off x="590458"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4"/>
          <p:cNvSpPr/>
          <p:nvPr/>
        </p:nvSpPr>
        <p:spPr>
          <a:xfrm>
            <a:off x="590458"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6" name="Picture 5" descr="package-stroke-1.0-brand-blue.png"/>
          <p:cNvPicPr>
            <a:picLocks noChangeAspect="1"/>
          </p:cNvPicPr>
          <p:nvPr/>
        </p:nvPicPr>
        <p:blipFill>
          <a:blip r:embed="rId3"/>
          <a:stretch>
            <a:fillRect/>
          </a:stretch>
        </p:blipFill>
        <p:spPr>
          <a:xfrm>
            <a:off x="876208" y="4536281"/>
            <a:ext cx="535781" cy="535781"/>
          </a:xfrm>
          <a:prstGeom prst="rect">
            <a:avLst/>
          </a:prstGeom>
        </p:spPr>
      </p:pic>
      <p:sp>
        <p:nvSpPr>
          <p:cNvPr id="7" name="TextBox 6"/>
          <p:cNvSpPr txBox="1"/>
          <p:nvPr/>
        </p:nvSpPr>
        <p:spPr>
          <a:xfrm>
            <a:off x="876208" y="5429250"/>
            <a:ext cx="2643187" cy="392906"/>
          </a:xfrm>
          <a:prstGeom prst="rect">
            <a:avLst/>
          </a:prstGeom>
          <a:noFill/>
        </p:spPr>
        <p:txBody>
          <a:bodyPr wrap="square" lIns="0" tIns="0" rIns="0" bIns="0" anchor="ctr">
            <a:spAutoFit/>
          </a:bodyPr>
          <a:lstStyle/>
          <a:p>
            <a:r>
              <a:rPr lang="en-US" sz="3000" b="1" i="0" noProof="0">
                <a:solidFill>
                  <a:srgbClr val="0A3A99"/>
                </a:solidFill>
                <a:latin typeface="Aptos"/>
              </a:rPr>
              <a:t>PACK</a:t>
            </a:r>
          </a:p>
        </p:txBody>
      </p:sp>
      <p:sp>
        <p:nvSpPr>
          <p:cNvPr id="8" name="TextBox 7"/>
          <p:cNvSpPr txBox="1"/>
          <p:nvPr/>
        </p:nvSpPr>
        <p:spPr>
          <a:xfrm>
            <a:off x="876208" y="5911453"/>
            <a:ext cx="2643187" cy="818686"/>
          </a:xfrm>
          <a:prstGeom prst="rect">
            <a:avLst/>
          </a:prstGeom>
          <a:noFill/>
        </p:spPr>
        <p:txBody>
          <a:bodyPr wrap="square" lIns="0" tIns="0" rIns="0" bIns="0">
            <a:spAutoFit/>
          </a:bodyPr>
          <a:lstStyle/>
          <a:p>
            <a:pPr>
              <a:lnSpc>
                <a:spcPct val="125000"/>
              </a:lnSpc>
            </a:pPr>
            <a:r>
              <a:rPr lang="en-US" sz="2200" b="0" i="0" noProof="0">
                <a:solidFill>
                  <a:srgbClr val="333333"/>
                </a:solidFill>
                <a:latin typeface="Aptos"/>
              </a:rPr>
              <a:t>Bundle your software.</a:t>
            </a:r>
          </a:p>
          <a:p>
            <a:pPr>
              <a:lnSpc>
                <a:spcPct val="125000"/>
              </a:lnSpc>
            </a:pPr>
            <a:r>
              <a:rPr lang="en-US" sz="2200" b="0" i="0" noProof="0">
                <a:solidFill>
                  <a:srgbClr val="333333"/>
                </a:solidFill>
                <a:latin typeface="Aptos"/>
              </a:rPr>
              <a:t>One source of truth.</a:t>
            </a:r>
          </a:p>
        </p:txBody>
      </p:sp>
      <p:sp>
        <p:nvSpPr>
          <p:cNvPr id="9" name="Rounded Rectangle 8"/>
          <p:cNvSpPr/>
          <p:nvPr/>
        </p:nvSpPr>
        <p:spPr>
          <a:xfrm>
            <a:off x="4251630"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Rectangle 9"/>
          <p:cNvSpPr/>
          <p:nvPr/>
        </p:nvSpPr>
        <p:spPr>
          <a:xfrm>
            <a:off x="4251630"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11" name="Picture 10" descr="shield-stroke-1.0-brand-blue.png"/>
          <p:cNvPicPr>
            <a:picLocks noChangeAspect="1"/>
          </p:cNvPicPr>
          <p:nvPr/>
        </p:nvPicPr>
        <p:blipFill>
          <a:blip r:embed="rId4"/>
          <a:stretch>
            <a:fillRect/>
          </a:stretch>
        </p:blipFill>
        <p:spPr>
          <a:xfrm>
            <a:off x="4537380" y="4536281"/>
            <a:ext cx="535781" cy="535781"/>
          </a:xfrm>
          <a:prstGeom prst="rect">
            <a:avLst/>
          </a:prstGeom>
        </p:spPr>
      </p:pic>
      <p:sp>
        <p:nvSpPr>
          <p:cNvPr id="12" name="TextBox 11"/>
          <p:cNvSpPr txBox="1"/>
          <p:nvPr/>
        </p:nvSpPr>
        <p:spPr>
          <a:xfrm>
            <a:off x="4537380" y="5429250"/>
            <a:ext cx="2643187" cy="392906"/>
          </a:xfrm>
          <a:prstGeom prst="rect">
            <a:avLst/>
          </a:prstGeom>
          <a:noFill/>
        </p:spPr>
        <p:txBody>
          <a:bodyPr wrap="square" lIns="0" tIns="0" rIns="0" bIns="0" anchor="ctr">
            <a:spAutoFit/>
          </a:bodyPr>
          <a:lstStyle/>
          <a:p>
            <a:r>
              <a:rPr lang="en-US" sz="3000" b="1" i="0" noProof="0">
                <a:solidFill>
                  <a:srgbClr val="0A3A99"/>
                </a:solidFill>
                <a:latin typeface="Aptos"/>
              </a:rPr>
              <a:t>SIGN</a:t>
            </a:r>
          </a:p>
        </p:txBody>
      </p:sp>
      <p:sp>
        <p:nvSpPr>
          <p:cNvPr id="13" name="TextBox 12"/>
          <p:cNvSpPr txBox="1"/>
          <p:nvPr/>
        </p:nvSpPr>
        <p:spPr>
          <a:xfrm>
            <a:off x="4537380" y="5911453"/>
            <a:ext cx="2643187" cy="892968"/>
          </a:xfrm>
          <a:prstGeom prst="rect">
            <a:avLst/>
          </a:prstGeom>
          <a:noFill/>
        </p:spPr>
        <p:txBody>
          <a:bodyPr wrap="square" lIns="0" tIns="0" rIns="0" bIns="0">
            <a:spAutoFit/>
          </a:bodyPr>
          <a:lstStyle/>
          <a:p>
            <a:pPr>
              <a:lnSpc>
                <a:spcPct val="125000"/>
              </a:lnSpc>
            </a:pPr>
            <a:r>
              <a:rPr lang="en-US" sz="2200" b="0" i="0" noProof="0">
                <a:solidFill>
                  <a:srgbClr val="333333"/>
                </a:solidFill>
                <a:latin typeface="Aptos"/>
              </a:rPr>
              <a:t>One signature covers</a:t>
            </a:r>
          </a:p>
          <a:p>
            <a:pPr>
              <a:lnSpc>
                <a:spcPct val="125000"/>
              </a:lnSpc>
            </a:pPr>
            <a:r>
              <a:rPr lang="en-US" sz="2200" b="0" i="0" noProof="0">
                <a:solidFill>
                  <a:srgbClr val="333333"/>
                </a:solidFill>
                <a:latin typeface="Aptos"/>
              </a:rPr>
              <a:t>all artifacts.</a:t>
            </a:r>
          </a:p>
        </p:txBody>
      </p:sp>
      <p:sp>
        <p:nvSpPr>
          <p:cNvPr id="14" name="Rounded Rectangle 13"/>
          <p:cNvSpPr/>
          <p:nvPr/>
        </p:nvSpPr>
        <p:spPr>
          <a:xfrm>
            <a:off x="7912802"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Rectangle 14"/>
          <p:cNvSpPr/>
          <p:nvPr/>
        </p:nvSpPr>
        <p:spPr>
          <a:xfrm>
            <a:off x="7912802"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16" name="Picture 15" descr="world-stroke-1.0-brand-blue.png"/>
          <p:cNvPicPr>
            <a:picLocks noChangeAspect="1"/>
          </p:cNvPicPr>
          <p:nvPr/>
        </p:nvPicPr>
        <p:blipFill>
          <a:blip r:embed="rId5"/>
          <a:stretch>
            <a:fillRect/>
          </a:stretch>
        </p:blipFill>
        <p:spPr>
          <a:xfrm>
            <a:off x="8198552" y="4536281"/>
            <a:ext cx="535781" cy="535781"/>
          </a:xfrm>
          <a:prstGeom prst="rect">
            <a:avLst/>
          </a:prstGeom>
        </p:spPr>
      </p:pic>
      <p:sp>
        <p:nvSpPr>
          <p:cNvPr id="17" name="TextBox 16"/>
          <p:cNvSpPr txBox="1"/>
          <p:nvPr/>
        </p:nvSpPr>
        <p:spPr>
          <a:xfrm>
            <a:off x="8198552" y="5429250"/>
            <a:ext cx="2643187" cy="392906"/>
          </a:xfrm>
          <a:prstGeom prst="rect">
            <a:avLst/>
          </a:prstGeom>
          <a:noFill/>
        </p:spPr>
        <p:txBody>
          <a:bodyPr wrap="square" lIns="0" tIns="0" rIns="0" bIns="0" anchor="ctr">
            <a:spAutoFit/>
          </a:bodyPr>
          <a:lstStyle/>
          <a:p>
            <a:r>
              <a:rPr lang="en-US" sz="3000" b="1" i="0" noProof="0">
                <a:solidFill>
                  <a:srgbClr val="0A3A99"/>
                </a:solidFill>
                <a:latin typeface="Aptos"/>
              </a:rPr>
              <a:t>TRANSPORT</a:t>
            </a:r>
          </a:p>
        </p:txBody>
      </p:sp>
      <p:sp>
        <p:nvSpPr>
          <p:cNvPr id="18" name="TextBox 17"/>
          <p:cNvSpPr txBox="1"/>
          <p:nvPr/>
        </p:nvSpPr>
        <p:spPr>
          <a:xfrm>
            <a:off x="8198552" y="5911453"/>
            <a:ext cx="2643187" cy="892968"/>
          </a:xfrm>
          <a:prstGeom prst="rect">
            <a:avLst/>
          </a:prstGeom>
          <a:noFill/>
        </p:spPr>
        <p:txBody>
          <a:bodyPr wrap="square" lIns="0" tIns="0" rIns="0" bIns="0">
            <a:spAutoFit/>
          </a:bodyPr>
          <a:lstStyle/>
          <a:p>
            <a:pPr>
              <a:lnSpc>
                <a:spcPct val="125000"/>
              </a:lnSpc>
            </a:pPr>
            <a:r>
              <a:rPr lang="en-US" sz="2200" b="0" i="0" noProof="0">
                <a:solidFill>
                  <a:srgbClr val="333333"/>
                </a:solidFill>
                <a:latin typeface="Aptos"/>
              </a:rPr>
              <a:t>Across any boundary.</a:t>
            </a:r>
          </a:p>
          <a:p>
            <a:pPr>
              <a:lnSpc>
                <a:spcPct val="125000"/>
              </a:lnSpc>
            </a:pPr>
            <a:r>
              <a:rPr lang="en-US" sz="2200" b="0" i="0" noProof="0">
                <a:solidFill>
                  <a:srgbClr val="333333"/>
                </a:solidFill>
                <a:latin typeface="Aptos"/>
              </a:rPr>
              <a:t>Even air-gapped.</a:t>
            </a:r>
          </a:p>
        </p:txBody>
      </p:sp>
      <p:sp>
        <p:nvSpPr>
          <p:cNvPr id="19" name="Rounded Rectangle 18"/>
          <p:cNvSpPr/>
          <p:nvPr/>
        </p:nvSpPr>
        <p:spPr>
          <a:xfrm>
            <a:off x="11573974"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 name="Rectangle 19"/>
          <p:cNvSpPr/>
          <p:nvPr/>
        </p:nvSpPr>
        <p:spPr>
          <a:xfrm>
            <a:off x="11573974"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21" name="Picture 20" descr="rocket-stroke-1.0-brand-blue.png"/>
          <p:cNvPicPr>
            <a:picLocks noChangeAspect="1"/>
          </p:cNvPicPr>
          <p:nvPr/>
        </p:nvPicPr>
        <p:blipFill>
          <a:blip r:embed="rId6"/>
          <a:stretch>
            <a:fillRect/>
          </a:stretch>
        </p:blipFill>
        <p:spPr>
          <a:xfrm>
            <a:off x="11859724" y="4536281"/>
            <a:ext cx="535781" cy="535781"/>
          </a:xfrm>
          <a:prstGeom prst="rect">
            <a:avLst/>
          </a:prstGeom>
        </p:spPr>
      </p:pic>
      <p:sp>
        <p:nvSpPr>
          <p:cNvPr id="22" name="TextBox 21"/>
          <p:cNvSpPr txBox="1"/>
          <p:nvPr/>
        </p:nvSpPr>
        <p:spPr>
          <a:xfrm>
            <a:off x="11859724" y="5429250"/>
            <a:ext cx="2643187" cy="392906"/>
          </a:xfrm>
          <a:prstGeom prst="rect">
            <a:avLst/>
          </a:prstGeom>
          <a:noFill/>
        </p:spPr>
        <p:txBody>
          <a:bodyPr wrap="square" lIns="0" tIns="0" rIns="0" bIns="0" anchor="ctr">
            <a:spAutoFit/>
          </a:bodyPr>
          <a:lstStyle/>
          <a:p>
            <a:r>
              <a:rPr lang="en-US" sz="3000" b="1" i="0" noProof="0">
                <a:solidFill>
                  <a:srgbClr val="0A3A99"/>
                </a:solidFill>
                <a:latin typeface="Aptos"/>
              </a:rPr>
              <a:t>DEPLOY</a:t>
            </a:r>
          </a:p>
        </p:txBody>
      </p:sp>
      <p:sp>
        <p:nvSpPr>
          <p:cNvPr id="23" name="TextBox 22"/>
          <p:cNvSpPr txBox="1"/>
          <p:nvPr/>
        </p:nvSpPr>
        <p:spPr>
          <a:xfrm>
            <a:off x="11859724" y="5911453"/>
            <a:ext cx="2928937" cy="818750"/>
          </a:xfrm>
          <a:prstGeom prst="rect">
            <a:avLst/>
          </a:prstGeom>
          <a:noFill/>
        </p:spPr>
        <p:txBody>
          <a:bodyPr wrap="square" lIns="0" tIns="0" rIns="0" bIns="0" anchor="t">
            <a:spAutoFit/>
          </a:bodyPr>
          <a:lstStyle/>
          <a:p>
            <a:pPr>
              <a:lnSpc>
                <a:spcPct val="125000"/>
              </a:lnSpc>
            </a:pPr>
            <a:r>
              <a:rPr lang="en-US" sz="2200" noProof="0">
                <a:solidFill>
                  <a:srgbClr val="333333"/>
                </a:solidFill>
              </a:rPr>
              <a:t>Verify · Unpack · Deploy</a:t>
            </a:r>
            <a:br>
              <a:rPr lang="en-US" sz="2200" noProof="0"/>
            </a:br>
            <a:r>
              <a:rPr lang="en-US" sz="2200" b="0" i="0" noProof="0">
                <a:solidFill>
                  <a:srgbClr val="333333"/>
                </a:solidFill>
                <a:latin typeface="Aptos"/>
              </a:rPr>
              <a:t>OCM K8s Controllers</a:t>
            </a:r>
            <a:r>
              <a:rPr lang="en-US" sz="2200" noProof="0">
                <a:solidFill>
                  <a:srgbClr val="333333"/>
                </a:solidFill>
                <a:latin typeface="Aptos"/>
              </a:rPr>
              <a:t>.</a:t>
            </a:r>
            <a:endParaRPr lang="en-US" sz="2200" b="0" i="0" noProof="0">
              <a:solidFill>
                <a:srgbClr val="333333"/>
              </a:solidFill>
              <a:latin typeface="Aptos"/>
            </a:endParaRPr>
          </a:p>
        </p:txBody>
      </p:sp>
      <p:sp>
        <p:nvSpPr>
          <p:cNvPr id="32" name="Freeform 31"/>
          <p:cNvSpPr/>
          <p:nvPr/>
        </p:nvSpPr>
        <p:spPr>
          <a:xfrm>
            <a:off x="15544342" y="4484902"/>
            <a:ext cx="1946671" cy="1107281"/>
          </a:xfrm>
          <a:custGeom>
            <a:avLst/>
            <a:gdLst/>
            <a:ahLst/>
            <a:cxnLst/>
            <a:rect l="l" t="t" r="r" b="b"/>
            <a:pathLst>
              <a:path w="1946671" h="1107281">
                <a:moveTo>
                  <a:pt x="464343" y="1107281"/>
                </a:moveTo>
                <a:cubicBezTo>
                  <a:pt x="214312" y="1107281"/>
                  <a:pt x="0" y="928687"/>
                  <a:pt x="0" y="660796"/>
                </a:cubicBezTo>
                <a:cubicBezTo>
                  <a:pt x="0" y="428625"/>
                  <a:pt x="196453" y="232171"/>
                  <a:pt x="446484" y="267890"/>
                </a:cubicBezTo>
                <a:cubicBezTo>
                  <a:pt x="535781" y="71437"/>
                  <a:pt x="785812" y="0"/>
                  <a:pt x="964406" y="142875"/>
                </a:cubicBezTo>
                <a:cubicBezTo>
                  <a:pt x="1143000" y="0"/>
                  <a:pt x="1410890" y="71437"/>
                  <a:pt x="1518046" y="285750"/>
                </a:cubicBezTo>
                <a:cubicBezTo>
                  <a:pt x="1750218" y="267890"/>
                  <a:pt x="1946671" y="446484"/>
                  <a:pt x="1946671" y="660796"/>
                </a:cubicBezTo>
                <a:cubicBezTo>
                  <a:pt x="1946671" y="910828"/>
                  <a:pt x="1732359" y="1107281"/>
                  <a:pt x="1518046" y="1107281"/>
                </a:cubicBezTo>
                <a:close/>
              </a:path>
            </a:pathLst>
          </a:cu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33" name="Picture 32" descr="lock-stroke-1.0-white.png"/>
          <p:cNvPicPr>
            <a:picLocks noChangeAspect="1"/>
          </p:cNvPicPr>
          <p:nvPr/>
        </p:nvPicPr>
        <p:blipFill>
          <a:blip r:embed="rId7"/>
          <a:stretch>
            <a:fillRect/>
          </a:stretch>
        </p:blipFill>
        <p:spPr>
          <a:xfrm>
            <a:off x="16267647" y="4779581"/>
            <a:ext cx="500062" cy="500062"/>
          </a:xfrm>
          <a:prstGeom prst="rect">
            <a:avLst/>
          </a:prstGeom>
        </p:spPr>
      </p:pic>
      <p:sp>
        <p:nvSpPr>
          <p:cNvPr id="34" name="TextBox 33"/>
          <p:cNvSpPr txBox="1"/>
          <p:nvPr/>
        </p:nvSpPr>
        <p:spPr>
          <a:xfrm>
            <a:off x="15267521" y="5681480"/>
            <a:ext cx="2500312" cy="714375"/>
          </a:xfrm>
          <a:prstGeom prst="rect">
            <a:avLst/>
          </a:prstGeom>
          <a:noFill/>
        </p:spPr>
        <p:txBody>
          <a:bodyPr wrap="square" lIns="0" tIns="0" rIns="0" bIns="0">
            <a:spAutoFit/>
          </a:bodyPr>
          <a:lstStyle/>
          <a:p>
            <a:pPr algn="ctr"/>
            <a:r>
              <a:rPr lang="en-US" sz="3000" b="1" i="0" noProof="0">
                <a:solidFill>
                  <a:srgbClr val="0A3A99"/>
                </a:solidFill>
                <a:latin typeface="Aptos"/>
              </a:rPr>
              <a:t>SOVEREIGN</a:t>
            </a:r>
          </a:p>
          <a:p>
            <a:pPr algn="ctr"/>
            <a:r>
              <a:rPr lang="en-US" sz="3000" b="1" i="0" noProof="0">
                <a:solidFill>
                  <a:srgbClr val="0A3A99"/>
                </a:solidFill>
                <a:latin typeface="Aptos"/>
              </a:rPr>
              <a:t>CLOUD</a:t>
            </a:r>
          </a:p>
        </p:txBody>
      </p:sp>
      <p:sp>
        <p:nvSpPr>
          <p:cNvPr id="35" name="TextBox 34"/>
          <p:cNvSpPr txBox="1"/>
          <p:nvPr/>
        </p:nvSpPr>
        <p:spPr>
          <a:xfrm>
            <a:off x="15026420" y="6610167"/>
            <a:ext cx="3036093" cy="803671"/>
          </a:xfrm>
          <a:prstGeom prst="rect">
            <a:avLst/>
          </a:prstGeom>
          <a:noFill/>
        </p:spPr>
        <p:txBody>
          <a:bodyPr wrap="square" lIns="0" tIns="0" rIns="0" bIns="0">
            <a:spAutoFit/>
          </a:bodyPr>
          <a:lstStyle/>
          <a:p>
            <a:pPr algn="ctr">
              <a:lnSpc>
                <a:spcPct val="125000"/>
              </a:lnSpc>
            </a:pPr>
            <a:r>
              <a:rPr lang="en-US" sz="2200" b="0" i="0" noProof="0">
                <a:solidFill>
                  <a:srgbClr val="333333"/>
                </a:solidFill>
                <a:latin typeface="Aptos"/>
              </a:rPr>
              <a:t>Verify at destination.</a:t>
            </a:r>
          </a:p>
          <a:p>
            <a:pPr algn="ctr">
              <a:lnSpc>
                <a:spcPct val="125000"/>
              </a:lnSpc>
            </a:pPr>
            <a:r>
              <a:rPr lang="en-US" sz="2200" b="0" i="0" noProof="0">
                <a:solidFill>
                  <a:srgbClr val="333333"/>
                </a:solidFill>
                <a:latin typeface="Aptos"/>
              </a:rPr>
              <a:t>No callback upstream.</a:t>
            </a:r>
          </a:p>
        </p:txBody>
      </p:sp>
      <p:grpSp>
        <p:nvGrpSpPr>
          <p:cNvPr id="28" name="Gruppieren 27">
            <a:extLst>
              <a:ext uri="{FF2B5EF4-FFF2-40B4-BE49-F238E27FC236}">
                <a16:creationId xmlns:a16="http://schemas.microsoft.com/office/drawing/2014/main" id="{2AA83272-0B78-D157-8AEC-F00882DB554D}"/>
              </a:ext>
            </a:extLst>
          </p:cNvPr>
          <p:cNvGrpSpPr/>
          <p:nvPr/>
        </p:nvGrpSpPr>
        <p:grpSpPr>
          <a:xfrm>
            <a:off x="3805145" y="5864561"/>
            <a:ext cx="480758" cy="267892"/>
            <a:chOff x="3805145" y="5864561"/>
            <a:chExt cx="480758" cy="267892"/>
          </a:xfrm>
        </p:grpSpPr>
        <p:cxnSp>
          <p:nvCxnSpPr>
            <p:cNvPr id="37" name="Gerade Verbindung mit Pfeil 36">
              <a:extLst>
                <a:ext uri="{FF2B5EF4-FFF2-40B4-BE49-F238E27FC236}">
                  <a16:creationId xmlns:a16="http://schemas.microsoft.com/office/drawing/2014/main" id="{F554FAC5-F3C0-CE6F-227F-7A76A56107A8}"/>
                </a:ext>
              </a:extLst>
            </p:cNvPr>
            <p:cNvCxnSpPr>
              <a:stCxn id="4" idx="3"/>
              <a:endCxn id="9" idx="1"/>
            </p:cNvCxnSpPr>
            <p:nvPr/>
          </p:nvCxnSpPr>
          <p:spPr>
            <a:xfrm>
              <a:off x="3805145" y="6000750"/>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38" name="Dreieck 37">
              <a:extLst>
                <a:ext uri="{FF2B5EF4-FFF2-40B4-BE49-F238E27FC236}">
                  <a16:creationId xmlns:a16="http://schemas.microsoft.com/office/drawing/2014/main" id="{1FCA1E92-68EC-0680-E9E4-23C6F0C292C5}"/>
                </a:ext>
              </a:extLst>
            </p:cNvPr>
            <p:cNvSpPr/>
            <p:nvPr/>
          </p:nvSpPr>
          <p:spPr>
            <a:xfrm rot="5400000">
              <a:off x="4060966" y="5907515"/>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24" name="Gruppieren 23">
            <a:extLst>
              <a:ext uri="{FF2B5EF4-FFF2-40B4-BE49-F238E27FC236}">
                <a16:creationId xmlns:a16="http://schemas.microsoft.com/office/drawing/2014/main" id="{4D6B3099-F8FE-D5DE-7645-64C2CE0D9F1C}"/>
              </a:ext>
            </a:extLst>
          </p:cNvPr>
          <p:cNvGrpSpPr/>
          <p:nvPr/>
        </p:nvGrpSpPr>
        <p:grpSpPr>
          <a:xfrm>
            <a:off x="11136418" y="5864559"/>
            <a:ext cx="446485" cy="267892"/>
            <a:chOff x="11136418" y="5864559"/>
            <a:chExt cx="446485" cy="267892"/>
          </a:xfrm>
        </p:grpSpPr>
        <p:cxnSp>
          <p:nvCxnSpPr>
            <p:cNvPr id="41" name="Gerade Verbindung mit Pfeil 40">
              <a:extLst>
                <a:ext uri="{FF2B5EF4-FFF2-40B4-BE49-F238E27FC236}">
                  <a16:creationId xmlns:a16="http://schemas.microsoft.com/office/drawing/2014/main" id="{69B5CF21-AF4B-466C-5778-B6838D832C5E}"/>
                </a:ext>
              </a:extLst>
            </p:cNvPr>
            <p:cNvCxnSpPr/>
            <p:nvPr/>
          </p:nvCxnSpPr>
          <p:spPr>
            <a:xfrm>
              <a:off x="11136418" y="6000748"/>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2" name="Dreieck 41">
              <a:extLst>
                <a:ext uri="{FF2B5EF4-FFF2-40B4-BE49-F238E27FC236}">
                  <a16:creationId xmlns:a16="http://schemas.microsoft.com/office/drawing/2014/main" id="{81344D99-E655-8F7A-EB1F-6748C602407E}"/>
                </a:ext>
              </a:extLst>
            </p:cNvPr>
            <p:cNvSpPr/>
            <p:nvPr/>
          </p:nvSpPr>
          <p:spPr>
            <a:xfrm rot="5400000">
              <a:off x="11355767" y="5907513"/>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26" name="Gruppieren 25">
            <a:extLst>
              <a:ext uri="{FF2B5EF4-FFF2-40B4-BE49-F238E27FC236}">
                <a16:creationId xmlns:a16="http://schemas.microsoft.com/office/drawing/2014/main" id="{DE962839-B57A-25D2-F442-9A240E018D00}"/>
              </a:ext>
            </a:extLst>
          </p:cNvPr>
          <p:cNvGrpSpPr/>
          <p:nvPr/>
        </p:nvGrpSpPr>
        <p:grpSpPr>
          <a:xfrm>
            <a:off x="14797590" y="5911453"/>
            <a:ext cx="446485" cy="267892"/>
            <a:chOff x="14797590" y="5911453"/>
            <a:chExt cx="446485" cy="267892"/>
          </a:xfrm>
        </p:grpSpPr>
        <p:cxnSp>
          <p:nvCxnSpPr>
            <p:cNvPr id="44" name="Gerade Verbindung mit Pfeil 43">
              <a:extLst>
                <a:ext uri="{FF2B5EF4-FFF2-40B4-BE49-F238E27FC236}">
                  <a16:creationId xmlns:a16="http://schemas.microsoft.com/office/drawing/2014/main" id="{8E0C70D7-BF51-B9CE-03B2-D31AE5C384AB}"/>
                </a:ext>
              </a:extLst>
            </p:cNvPr>
            <p:cNvCxnSpPr/>
            <p:nvPr/>
          </p:nvCxnSpPr>
          <p:spPr>
            <a:xfrm>
              <a:off x="14797590" y="6047642"/>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5" name="Dreieck 44">
              <a:extLst>
                <a:ext uri="{FF2B5EF4-FFF2-40B4-BE49-F238E27FC236}">
                  <a16:creationId xmlns:a16="http://schemas.microsoft.com/office/drawing/2014/main" id="{02571F0B-70F2-BFBC-9BDA-CADB3AD55FF3}"/>
                </a:ext>
              </a:extLst>
            </p:cNvPr>
            <p:cNvSpPr/>
            <p:nvPr/>
          </p:nvSpPr>
          <p:spPr>
            <a:xfrm rot="5400000">
              <a:off x="15016939" y="5954407"/>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25" name="Gruppieren 24">
            <a:extLst>
              <a:ext uri="{FF2B5EF4-FFF2-40B4-BE49-F238E27FC236}">
                <a16:creationId xmlns:a16="http://schemas.microsoft.com/office/drawing/2014/main" id="{1AA0B8E6-B072-2968-9894-E947B6C5DD7E}"/>
              </a:ext>
            </a:extLst>
          </p:cNvPr>
          <p:cNvGrpSpPr/>
          <p:nvPr/>
        </p:nvGrpSpPr>
        <p:grpSpPr>
          <a:xfrm>
            <a:off x="7475246" y="5864560"/>
            <a:ext cx="446485" cy="267892"/>
            <a:chOff x="7475246" y="5864560"/>
            <a:chExt cx="446485" cy="267892"/>
          </a:xfrm>
        </p:grpSpPr>
        <p:cxnSp>
          <p:nvCxnSpPr>
            <p:cNvPr id="47" name="Gerade Verbindung mit Pfeil 46">
              <a:extLst>
                <a:ext uri="{FF2B5EF4-FFF2-40B4-BE49-F238E27FC236}">
                  <a16:creationId xmlns:a16="http://schemas.microsoft.com/office/drawing/2014/main" id="{85FFE41B-6015-D37F-E864-EE7BB44D55BE}"/>
                </a:ext>
              </a:extLst>
            </p:cNvPr>
            <p:cNvCxnSpPr/>
            <p:nvPr/>
          </p:nvCxnSpPr>
          <p:spPr>
            <a:xfrm>
              <a:off x="7475246" y="6000749"/>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8" name="Dreieck 47">
              <a:extLst>
                <a:ext uri="{FF2B5EF4-FFF2-40B4-BE49-F238E27FC236}">
                  <a16:creationId xmlns:a16="http://schemas.microsoft.com/office/drawing/2014/main" id="{74198971-3169-BA4B-D785-07F81ECC6767}"/>
                </a:ext>
              </a:extLst>
            </p:cNvPr>
            <p:cNvSpPr/>
            <p:nvPr/>
          </p:nvSpPr>
          <p:spPr>
            <a:xfrm rot="5400000">
              <a:off x="7694595" y="5907514"/>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a:t>SOVEREIGN-READY</a:t>
            </a:r>
          </a:p>
        </p:txBody>
      </p:sp>
      <p:sp>
        <p:nvSpPr>
          <p:cNvPr id="3" name="Title 2"/>
          <p:cNvSpPr>
            <a:spLocks noGrp="1"/>
          </p:cNvSpPr>
          <p:nvPr>
            <p:ph type="title" idx="2"/>
          </p:nvPr>
        </p:nvSpPr>
        <p:spPr/>
        <p:txBody>
          <a:bodyPr/>
          <a:lstStyle/>
          <a:p>
            <a:r>
              <a:rPr lang="en-US" noProof="0" dirty="0"/>
              <a:t>Trust, but verify.</a:t>
            </a:r>
          </a:p>
        </p:txBody>
      </p:sp>
      <p:sp>
        <p:nvSpPr>
          <p:cNvPr id="4" name="Text Placeholder 3"/>
          <p:cNvSpPr>
            <a:spLocks noGrp="1"/>
          </p:cNvSpPr>
          <p:nvPr>
            <p:ph type="body" idx="10"/>
          </p:nvPr>
        </p:nvSpPr>
        <p:spPr/>
        <p:txBody>
          <a:bodyPr/>
          <a:lstStyle/>
          <a:p>
            <a:r>
              <a:rPr lang="en-US" b="1" noProof="0" dirty="0">
                <a:solidFill>
                  <a:srgbClr val="0F6BFF"/>
                </a:solidFill>
              </a:rPr>
              <a:t>▪  </a:t>
            </a:r>
            <a:r>
              <a:rPr lang="en-US" noProof="0" dirty="0">
                <a:solidFill>
                  <a:srgbClr val="000000"/>
                </a:solidFill>
              </a:rPr>
              <a:t>Identity</a:t>
            </a:r>
            <a:r>
              <a:rPr lang="en-US" dirty="0">
                <a:solidFill>
                  <a:srgbClr val="000000"/>
                </a:solidFill>
              </a:rPr>
              <a:t>: </a:t>
            </a:r>
            <a:r>
              <a:rPr lang="en-US" noProof="0" dirty="0">
                <a:solidFill>
                  <a:srgbClr val="000000"/>
                </a:solidFill>
              </a:rPr>
              <a:t>location-independent. </a:t>
            </a:r>
            <a:r>
              <a:rPr lang="en-US" noProof="0" dirty="0"/>
              <a:t>The </a:t>
            </a:r>
            <a:r>
              <a:rPr lang="en-US" noProof="0" dirty="0">
                <a:solidFill>
                  <a:srgbClr val="000000"/>
                </a:solidFill>
              </a:rPr>
              <a:t>component carries its name regardless of registry.</a:t>
            </a:r>
            <a:endParaRPr lang="en-US" noProof="0" dirty="0"/>
          </a:p>
          <a:p>
            <a:pPr>
              <a:lnSpc>
                <a:spcPct val="150000"/>
              </a:lnSpc>
              <a:spcBef>
                <a:spcPts val="800"/>
              </a:spcBef>
              <a:spcAft>
                <a:spcPts val="800"/>
              </a:spcAft>
            </a:pPr>
            <a:r>
              <a:rPr lang="en-US" b="1" noProof="0" dirty="0">
                <a:solidFill>
                  <a:srgbClr val="0F6BFF"/>
                </a:solidFill>
              </a:rPr>
              <a:t>▪  </a:t>
            </a:r>
            <a:r>
              <a:rPr lang="en-US" noProof="0" dirty="0">
                <a:solidFill>
                  <a:schemeClr val="tx1"/>
                </a:solidFill>
              </a:rPr>
              <a:t>Signatures: location-independent. Sign once at source, verify anywhere downstream. No callback upstream.</a:t>
            </a:r>
          </a:p>
          <a:p>
            <a:pPr>
              <a:spcBef>
                <a:spcPts val="800"/>
              </a:spcBef>
              <a:spcAft>
                <a:spcPts val="800"/>
              </a:spcAft>
            </a:pPr>
            <a:r>
              <a:rPr lang="en-US" b="1" noProof="0" dirty="0">
                <a:solidFill>
                  <a:srgbClr val="0F6BFF"/>
                </a:solidFill>
              </a:rPr>
              <a:t>▪  </a:t>
            </a:r>
            <a:r>
              <a:rPr lang="en-US" noProof="0" dirty="0"/>
              <a:t>Transfer: self-contained. Every artifact travels with the component.</a:t>
            </a:r>
            <a:r>
              <a:rPr lang="en-US" b="1" noProof="0" dirty="0">
                <a:solidFill>
                  <a:srgbClr val="0F6BFF"/>
                </a:solidFill>
              </a:rPr>
              <a:t> </a:t>
            </a:r>
            <a:endParaRPr lang="en-US" noProof="0" dirty="0">
              <a:solidFill>
                <a:srgbClr val="000000"/>
              </a:solidFill>
            </a:endParaRPr>
          </a:p>
          <a:p>
            <a:pPr>
              <a:spcBef>
                <a:spcPts val="800"/>
              </a:spcBef>
              <a:spcAft>
                <a:spcPts val="800"/>
              </a:spcAft>
            </a:pPr>
            <a:r>
              <a:rPr lang="en-US" b="1" noProof="0" dirty="0">
                <a:solidFill>
                  <a:srgbClr val="0F6BFF"/>
                </a:solidFill>
              </a:rPr>
              <a:t>▪  </a:t>
            </a:r>
            <a:r>
              <a:rPr lang="en-US" noProof="0" dirty="0"/>
              <a:t>Day-2 ops: happen inside the boundary. Subscribe, pull upgrades, scale across regions. Still no callback.</a:t>
            </a:r>
            <a:endParaRPr lang="en-US" noProof="0" dirty="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dirty="0"/>
              <a:t>SOVEREIGN-READY - AIR-GAP</a:t>
            </a:r>
          </a:p>
        </p:txBody>
      </p:sp>
      <p:sp>
        <p:nvSpPr>
          <p:cNvPr id="3" name="Title 2"/>
          <p:cNvSpPr>
            <a:spLocks noGrp="1"/>
          </p:cNvSpPr>
          <p:nvPr>
            <p:ph type="title" idx="2"/>
          </p:nvPr>
        </p:nvSpPr>
        <p:spPr/>
        <p:txBody>
          <a:bodyPr>
            <a:normAutofit fontScale="90000"/>
          </a:bodyPr>
          <a:lstStyle/>
          <a:p>
            <a:r>
              <a:rPr lang="en-US" noProof="0"/>
              <a:t>Trust travels with the component.</a:t>
            </a:r>
          </a:p>
        </p:txBody>
      </p:sp>
      <p:sp>
        <p:nvSpPr>
          <p:cNvPr id="4" name="TextBox 3"/>
          <p:cNvSpPr txBox="1"/>
          <p:nvPr/>
        </p:nvSpPr>
        <p:spPr>
          <a:xfrm>
            <a:off x="1974178" y="3419976"/>
            <a:ext cx="1202153" cy="246221"/>
          </a:xfrm>
          <a:prstGeom prst="rect">
            <a:avLst/>
          </a:prstGeom>
          <a:noFill/>
        </p:spPr>
        <p:txBody>
          <a:bodyPr wrap="square" lIns="0" tIns="0" rIns="0" bIns="0">
            <a:spAutoFit/>
          </a:bodyPr>
          <a:lstStyle/>
          <a:p>
            <a:r>
              <a:rPr lang="en-US" sz="1600" b="1" i="0" cap="all" spc="300" noProof="0">
                <a:solidFill>
                  <a:srgbClr val="6B7280"/>
                </a:solidFill>
                <a:latin typeface="Aptos"/>
              </a:rPr>
              <a:t>SOURCE</a:t>
            </a:r>
          </a:p>
        </p:txBody>
      </p:sp>
      <p:sp>
        <p:nvSpPr>
          <p:cNvPr id="5" name="TextBox 4"/>
          <p:cNvSpPr txBox="1"/>
          <p:nvPr/>
        </p:nvSpPr>
        <p:spPr>
          <a:xfrm>
            <a:off x="1974178" y="3654592"/>
            <a:ext cx="1875922" cy="430887"/>
          </a:xfrm>
          <a:prstGeom prst="rect">
            <a:avLst/>
          </a:prstGeom>
          <a:noFill/>
        </p:spPr>
        <p:txBody>
          <a:bodyPr wrap="square" lIns="0" tIns="0" rIns="0" bIns="0">
            <a:spAutoFit/>
          </a:bodyPr>
          <a:lstStyle/>
          <a:p>
            <a:r>
              <a:rPr lang="en-US" sz="2800" b="1" i="0" noProof="0">
                <a:solidFill>
                  <a:srgbClr val="0A3A99"/>
                </a:solidFill>
                <a:latin typeface="Aptos"/>
              </a:rPr>
              <a:t>Pack · Sign</a:t>
            </a:r>
          </a:p>
        </p:txBody>
      </p:sp>
      <p:sp>
        <p:nvSpPr>
          <p:cNvPr id="6" name="Rounded Rectangle 5"/>
          <p:cNvSpPr/>
          <p:nvPr/>
        </p:nvSpPr>
        <p:spPr>
          <a:xfrm>
            <a:off x="1974178" y="5033207"/>
            <a:ext cx="3429000" cy="2025319"/>
          </a:xfrm>
          <a:prstGeom prst="roundRect">
            <a:avLst>
              <a:gd name="adj" fmla="val 6000"/>
            </a:avLst>
          </a:prstGeom>
          <a:solidFill>
            <a:srgbClr val="FFFFFF"/>
          </a:solidFill>
          <a:ln w="25400">
            <a:solidFill>
              <a:srgbClr val="E8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7" name="Picture 6" descr="registry-stroke-1.0-brand-blue.png"/>
          <p:cNvPicPr>
            <a:picLocks noChangeAspect="1"/>
          </p:cNvPicPr>
          <p:nvPr/>
        </p:nvPicPr>
        <p:blipFill>
          <a:blip r:embed="rId3"/>
          <a:stretch>
            <a:fillRect/>
          </a:stretch>
        </p:blipFill>
        <p:spPr>
          <a:xfrm>
            <a:off x="2188490" y="5228721"/>
            <a:ext cx="600075" cy="547436"/>
          </a:xfrm>
          <a:prstGeom prst="rect">
            <a:avLst/>
          </a:prstGeom>
        </p:spPr>
      </p:pic>
      <p:sp>
        <p:nvSpPr>
          <p:cNvPr id="8" name="TextBox 7"/>
          <p:cNvSpPr txBox="1"/>
          <p:nvPr/>
        </p:nvSpPr>
        <p:spPr>
          <a:xfrm>
            <a:off x="2981572" y="5306926"/>
            <a:ext cx="2357437" cy="273718"/>
          </a:xfrm>
          <a:prstGeom prst="rect">
            <a:avLst/>
          </a:prstGeom>
          <a:noFill/>
        </p:spPr>
        <p:txBody>
          <a:bodyPr wrap="square" lIns="0" tIns="0" rIns="0" bIns="0">
            <a:spAutoFit/>
          </a:bodyPr>
          <a:lstStyle/>
          <a:p>
            <a:r>
              <a:rPr lang="en-US" sz="1600" b="1" i="0" noProof="0">
                <a:solidFill>
                  <a:srgbClr val="0A3A99"/>
                </a:solidFill>
                <a:latin typeface="Aptos"/>
              </a:rPr>
              <a:t>Public registry</a:t>
            </a:r>
          </a:p>
        </p:txBody>
      </p:sp>
      <p:cxnSp>
        <p:nvCxnSpPr>
          <p:cNvPr id="19" name="Connector 18"/>
          <p:cNvCxnSpPr/>
          <p:nvPr/>
        </p:nvCxnSpPr>
        <p:spPr>
          <a:xfrm>
            <a:off x="7536656" y="3459078"/>
            <a:ext cx="0" cy="5865395"/>
          </a:xfrm>
          <a:prstGeom prst="line">
            <a:avLst/>
          </a:prstGeom>
          <a:ln w="22860">
            <a:solidFill>
              <a:srgbClr val="0F6BFF"/>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50781" y="3126706"/>
            <a:ext cx="2571750" cy="273718"/>
          </a:xfrm>
          <a:prstGeom prst="rect">
            <a:avLst/>
          </a:prstGeom>
          <a:noFill/>
        </p:spPr>
        <p:txBody>
          <a:bodyPr wrap="square" lIns="0" tIns="0" rIns="0" bIns="0">
            <a:spAutoFit/>
          </a:bodyPr>
          <a:lstStyle/>
          <a:p>
            <a:pPr algn="ctr"/>
            <a:r>
              <a:rPr lang="en-US" sz="1200" b="1" i="0" cap="all" spc="300" noProof="0">
                <a:solidFill>
                  <a:srgbClr val="0F6BFF"/>
                </a:solidFill>
                <a:latin typeface="Aptos"/>
              </a:rPr>
              <a:t>TRUST BOUNDARY</a:t>
            </a:r>
          </a:p>
        </p:txBody>
      </p:sp>
      <p:sp>
        <p:nvSpPr>
          <p:cNvPr id="21" name="TextBox 20"/>
          <p:cNvSpPr txBox="1"/>
          <p:nvPr/>
        </p:nvSpPr>
        <p:spPr>
          <a:xfrm>
            <a:off x="10215563" y="3419976"/>
            <a:ext cx="2730416" cy="246221"/>
          </a:xfrm>
          <a:prstGeom prst="rect">
            <a:avLst/>
          </a:prstGeom>
          <a:noFill/>
        </p:spPr>
        <p:txBody>
          <a:bodyPr wrap="square" lIns="0" tIns="0" rIns="0" bIns="0">
            <a:spAutoFit/>
          </a:bodyPr>
          <a:lstStyle/>
          <a:p>
            <a:r>
              <a:rPr lang="en-US" sz="1600" b="1" i="0" cap="all" spc="300" noProof="0">
                <a:solidFill>
                  <a:srgbClr val="0F6BFF"/>
                </a:solidFill>
                <a:latin typeface="Aptos"/>
              </a:rPr>
              <a:t>SOVEREIGN TARGET</a:t>
            </a:r>
          </a:p>
        </p:txBody>
      </p:sp>
      <p:sp>
        <p:nvSpPr>
          <p:cNvPr id="22" name="TextBox 21"/>
          <p:cNvSpPr txBox="1"/>
          <p:nvPr/>
        </p:nvSpPr>
        <p:spPr>
          <a:xfrm>
            <a:off x="10215563" y="3654592"/>
            <a:ext cx="2618122" cy="430887"/>
          </a:xfrm>
          <a:prstGeom prst="rect">
            <a:avLst/>
          </a:prstGeom>
          <a:noFill/>
        </p:spPr>
        <p:txBody>
          <a:bodyPr wrap="square" lIns="0" tIns="0" rIns="0" bIns="0">
            <a:spAutoFit/>
          </a:bodyPr>
          <a:lstStyle/>
          <a:p>
            <a:r>
              <a:rPr lang="en-US" sz="2800" b="1" i="0" noProof="0">
                <a:solidFill>
                  <a:srgbClr val="0A3A99"/>
                </a:solidFill>
                <a:latin typeface="Aptos"/>
              </a:rPr>
              <a:t>Verify · Deploy</a:t>
            </a:r>
          </a:p>
        </p:txBody>
      </p:sp>
      <p:sp>
        <p:nvSpPr>
          <p:cNvPr id="23" name="Rounded Rectangle 22"/>
          <p:cNvSpPr/>
          <p:nvPr/>
        </p:nvSpPr>
        <p:spPr>
          <a:xfrm>
            <a:off x="10215562" y="4632157"/>
            <a:ext cx="6429375" cy="4692315"/>
          </a:xfrm>
          <a:prstGeom prst="roundRect">
            <a:avLst>
              <a:gd name="adj" fmla="val 3000"/>
            </a:avLst>
          </a:prstGeom>
          <a:solidFill>
            <a:srgbClr val="FFFFFF"/>
          </a:solidFill>
          <a:ln w="25400">
            <a:solidFill>
              <a:srgbClr val="0F6B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4" name="TextBox 23"/>
          <p:cNvSpPr txBox="1"/>
          <p:nvPr/>
        </p:nvSpPr>
        <p:spPr>
          <a:xfrm>
            <a:off x="10429875" y="4827671"/>
            <a:ext cx="3067050" cy="184666"/>
          </a:xfrm>
          <a:prstGeom prst="rect">
            <a:avLst/>
          </a:prstGeom>
          <a:noFill/>
        </p:spPr>
        <p:txBody>
          <a:bodyPr wrap="square" lIns="0" tIns="0" rIns="0" bIns="0">
            <a:spAutoFit/>
          </a:bodyPr>
          <a:lstStyle/>
          <a:p>
            <a:r>
              <a:rPr lang="en-US" sz="1200" b="1" i="0" cap="all" spc="300" noProof="0">
                <a:solidFill>
                  <a:srgbClr val="0F6BFF"/>
                </a:solidFill>
                <a:latin typeface="Aptos"/>
              </a:rPr>
              <a:t>AIR-GAPPED ENVIRONMENT</a:t>
            </a:r>
          </a:p>
        </p:txBody>
      </p:sp>
      <p:grpSp>
        <p:nvGrpSpPr>
          <p:cNvPr id="59" name="Gruppieren 58">
            <a:extLst>
              <a:ext uri="{FF2B5EF4-FFF2-40B4-BE49-F238E27FC236}">
                <a16:creationId xmlns:a16="http://schemas.microsoft.com/office/drawing/2014/main" id="{E870126C-4FE6-62C8-F8DF-71CA282C5FA2}"/>
              </a:ext>
            </a:extLst>
          </p:cNvPr>
          <p:cNvGrpSpPr/>
          <p:nvPr/>
        </p:nvGrpSpPr>
        <p:grpSpPr>
          <a:xfrm>
            <a:off x="11943159" y="6108529"/>
            <a:ext cx="3107531" cy="684296"/>
            <a:chOff x="11876484" y="5218697"/>
            <a:chExt cx="3107531" cy="684296"/>
          </a:xfrm>
        </p:grpSpPr>
        <p:sp>
          <p:nvSpPr>
            <p:cNvPr id="25" name="Rectangle 24"/>
            <p:cNvSpPr/>
            <p:nvPr/>
          </p:nvSpPr>
          <p:spPr>
            <a:xfrm>
              <a:off x="14233921" y="5218697"/>
              <a:ext cx="750093" cy="684296"/>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6" name="Rounded Rectangle 25"/>
            <p:cNvSpPr/>
            <p:nvPr/>
          </p:nvSpPr>
          <p:spPr>
            <a:xfrm>
              <a:off x="11876484" y="5218697"/>
              <a:ext cx="2357437" cy="684296"/>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7" name="Rounded Rectangle 26"/>
            <p:cNvSpPr/>
            <p:nvPr/>
          </p:nvSpPr>
          <p:spPr>
            <a:xfrm>
              <a:off x="11876484" y="5218697"/>
              <a:ext cx="3107531" cy="684296"/>
            </a:xfrm>
            <a:prstGeom prst="roundRect">
              <a:avLst>
                <a:gd name="adj" fmla="val 10000"/>
              </a:avLst>
            </a:prstGeom>
            <a:noFill/>
            <a:ln w="25400">
              <a:solidFill>
                <a:srgbClr val="0F6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cxnSp>
          <p:nvCxnSpPr>
            <p:cNvPr id="28" name="Connector 27"/>
            <p:cNvCxnSpPr/>
            <p:nvPr/>
          </p:nvCxnSpPr>
          <p:spPr>
            <a:xfrm>
              <a:off x="14233921" y="5277351"/>
              <a:ext cx="0" cy="566988"/>
            </a:xfrm>
            <a:prstGeom prst="line">
              <a:avLst/>
            </a:prstGeom>
            <a:ln w="17780">
              <a:solidFill>
                <a:srgbClr val="E5E7EB"/>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12005071" y="5367964"/>
              <a:ext cx="385762" cy="385762"/>
            </a:xfrm>
            <a:prstGeom prst="ellipse">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30" name="Picture 29" descr="lock-stroke-1.0-white.png"/>
            <p:cNvPicPr>
              <a:picLocks noChangeAspect="1"/>
            </p:cNvPicPr>
            <p:nvPr/>
          </p:nvPicPr>
          <p:blipFill>
            <a:blip r:embed="rId4"/>
            <a:stretch>
              <a:fillRect/>
            </a:stretch>
          </p:blipFill>
          <p:spPr>
            <a:xfrm>
              <a:off x="12026503" y="5404434"/>
              <a:ext cx="342900" cy="312821"/>
            </a:xfrm>
            <a:prstGeom prst="rect">
              <a:avLst/>
            </a:prstGeom>
          </p:spPr>
        </p:pic>
        <p:sp>
          <p:nvSpPr>
            <p:cNvPr id="31" name="TextBox 30"/>
            <p:cNvSpPr txBox="1"/>
            <p:nvPr/>
          </p:nvSpPr>
          <p:spPr>
            <a:xfrm>
              <a:off x="12540852" y="5473769"/>
              <a:ext cx="1693068" cy="184666"/>
            </a:xfrm>
            <a:prstGeom prst="rect">
              <a:avLst/>
            </a:prstGeom>
            <a:noFill/>
          </p:spPr>
          <p:txBody>
            <a:bodyPr wrap="square" lIns="0" tIns="0" rIns="0" bIns="0">
              <a:spAutoFit/>
            </a:bodyPr>
            <a:lstStyle/>
            <a:p>
              <a:r>
                <a:rPr lang="en-US" sz="1200" b="1" i="0" noProof="0">
                  <a:solidFill>
                    <a:srgbClr val="0A3A99"/>
                  </a:solidFill>
                  <a:latin typeface="Consolas"/>
                </a:rPr>
                <a:t>github.com/acme/app</a:t>
              </a:r>
            </a:p>
          </p:txBody>
        </p:sp>
        <p:sp>
          <p:nvSpPr>
            <p:cNvPr id="33" name="TextBox 32"/>
            <p:cNvSpPr txBox="1"/>
            <p:nvPr/>
          </p:nvSpPr>
          <p:spPr>
            <a:xfrm>
              <a:off x="14233921" y="5463088"/>
              <a:ext cx="750093" cy="215064"/>
            </a:xfrm>
            <a:prstGeom prst="rect">
              <a:avLst/>
            </a:prstGeom>
            <a:noFill/>
          </p:spPr>
          <p:txBody>
            <a:bodyPr wrap="square" lIns="0" tIns="0" rIns="0" bIns="0" anchor="ctr">
              <a:spAutoFit/>
            </a:bodyPr>
            <a:lstStyle/>
            <a:p>
              <a:pPr algn="ctr"/>
              <a:r>
                <a:rPr lang="en-US" sz="1200" b="1" i="0" spc="100" noProof="0">
                  <a:solidFill>
                    <a:srgbClr val="0A3A99"/>
                  </a:solidFill>
                  <a:latin typeface="Aptos"/>
                </a:rPr>
                <a:t>v1.0.0</a:t>
              </a:r>
            </a:p>
          </p:txBody>
        </p:sp>
      </p:grpSp>
      <p:sp>
        <p:nvSpPr>
          <p:cNvPr id="34" name="Rounded Rectangle 33"/>
          <p:cNvSpPr/>
          <p:nvPr/>
        </p:nvSpPr>
        <p:spPr>
          <a:xfrm>
            <a:off x="10537031" y="7155836"/>
            <a:ext cx="1821656" cy="1173078"/>
          </a:xfrm>
          <a:prstGeom prst="roundRect">
            <a:avLst>
              <a:gd name="adj" fmla="val 8000"/>
            </a:avLst>
          </a:prstGeom>
          <a:solidFill>
            <a:srgbClr val="FFFFFF"/>
          </a:solidFill>
          <a:ln w="25400">
            <a:solidFill>
              <a:srgbClr val="E8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35" name="Picture 34" descr="registry-stroke-1.0-brand-blue.png"/>
          <p:cNvPicPr>
            <a:picLocks noChangeAspect="1"/>
          </p:cNvPicPr>
          <p:nvPr/>
        </p:nvPicPr>
        <p:blipFill>
          <a:blip r:embed="rId3"/>
          <a:stretch>
            <a:fillRect/>
          </a:stretch>
        </p:blipFill>
        <p:spPr>
          <a:xfrm>
            <a:off x="11201400" y="7292695"/>
            <a:ext cx="492918" cy="449680"/>
          </a:xfrm>
          <a:prstGeom prst="rect">
            <a:avLst/>
          </a:prstGeom>
        </p:spPr>
      </p:pic>
      <p:sp>
        <p:nvSpPr>
          <p:cNvPr id="36" name="TextBox 35"/>
          <p:cNvSpPr txBox="1"/>
          <p:nvPr/>
        </p:nvSpPr>
        <p:spPr>
          <a:xfrm>
            <a:off x="10537031" y="7820581"/>
            <a:ext cx="1821656" cy="215064"/>
          </a:xfrm>
          <a:prstGeom prst="rect">
            <a:avLst/>
          </a:prstGeom>
          <a:noFill/>
        </p:spPr>
        <p:txBody>
          <a:bodyPr wrap="square" lIns="0" tIns="0" rIns="0" bIns="0">
            <a:spAutoFit/>
          </a:bodyPr>
          <a:lstStyle/>
          <a:p>
            <a:pPr algn="ctr"/>
            <a:r>
              <a:rPr lang="en-US" sz="1300" b="1" i="0" noProof="0">
                <a:solidFill>
                  <a:srgbClr val="0A3A99"/>
                </a:solidFill>
                <a:latin typeface="Aptos"/>
              </a:rPr>
              <a:t>Local registry</a:t>
            </a:r>
          </a:p>
        </p:txBody>
      </p:sp>
      <p:sp>
        <p:nvSpPr>
          <p:cNvPr id="37" name="Oval 36"/>
          <p:cNvSpPr/>
          <p:nvPr/>
        </p:nvSpPr>
        <p:spPr>
          <a:xfrm>
            <a:off x="11329987" y="8015530"/>
            <a:ext cx="235743" cy="235743"/>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8" name="Freeform 37"/>
          <p:cNvSpPr/>
          <p:nvPr/>
        </p:nvSpPr>
        <p:spPr>
          <a:xfrm>
            <a:off x="11391900" y="8091292"/>
            <a:ext cx="114300" cy="85725"/>
          </a:xfrm>
          <a:custGeom>
            <a:avLst/>
            <a:gdLst/>
            <a:ahLst/>
            <a:cxnLst/>
            <a:rect l="l" t="t" r="r" b="b"/>
            <a:pathLst>
              <a:path w="12" h="9">
                <a:moveTo>
                  <a:pt x="0" y="4"/>
                </a:moveTo>
                <a:lnTo>
                  <a:pt x="4" y="9"/>
                </a:lnTo>
                <a:lnTo>
                  <a:pt x="12" y="0"/>
                </a:lnTo>
              </a:path>
            </a:pathLst>
          </a:custGeom>
          <a:noFill/>
          <a:ln w="279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9" name="Rounded Rectangle 38"/>
          <p:cNvSpPr/>
          <p:nvPr/>
        </p:nvSpPr>
        <p:spPr>
          <a:xfrm>
            <a:off x="12530137" y="7155836"/>
            <a:ext cx="1821656" cy="1173078"/>
          </a:xfrm>
          <a:prstGeom prst="roundRect">
            <a:avLst>
              <a:gd name="adj" fmla="val 8000"/>
            </a:avLst>
          </a:prstGeom>
          <a:solidFill>
            <a:srgbClr val="FFFFFF"/>
          </a:solidFill>
          <a:ln w="25400">
            <a:solidFill>
              <a:srgbClr val="E8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40" name="Picture 39" descr="kubernetes-stroke-1.0-brand-blue.png"/>
          <p:cNvPicPr>
            <a:picLocks noChangeAspect="1"/>
          </p:cNvPicPr>
          <p:nvPr/>
        </p:nvPicPr>
        <p:blipFill>
          <a:blip r:embed="rId5"/>
          <a:stretch>
            <a:fillRect/>
          </a:stretch>
        </p:blipFill>
        <p:spPr>
          <a:xfrm>
            <a:off x="13194506" y="7292695"/>
            <a:ext cx="492918" cy="449680"/>
          </a:xfrm>
          <a:prstGeom prst="rect">
            <a:avLst/>
          </a:prstGeom>
        </p:spPr>
      </p:pic>
      <p:sp>
        <p:nvSpPr>
          <p:cNvPr id="41" name="TextBox 40"/>
          <p:cNvSpPr txBox="1"/>
          <p:nvPr/>
        </p:nvSpPr>
        <p:spPr>
          <a:xfrm>
            <a:off x="12530137" y="7820581"/>
            <a:ext cx="1821656" cy="215064"/>
          </a:xfrm>
          <a:prstGeom prst="rect">
            <a:avLst/>
          </a:prstGeom>
          <a:noFill/>
        </p:spPr>
        <p:txBody>
          <a:bodyPr wrap="square" lIns="0" tIns="0" rIns="0" bIns="0">
            <a:spAutoFit/>
          </a:bodyPr>
          <a:lstStyle/>
          <a:p>
            <a:pPr algn="ctr"/>
            <a:r>
              <a:rPr lang="en-US" sz="1300" b="1" i="0" noProof="0">
                <a:solidFill>
                  <a:srgbClr val="0A3A99"/>
                </a:solidFill>
                <a:latin typeface="Aptos"/>
              </a:rPr>
              <a:t>K8s cluster</a:t>
            </a:r>
          </a:p>
        </p:txBody>
      </p:sp>
      <p:sp>
        <p:nvSpPr>
          <p:cNvPr id="42" name="Oval 41"/>
          <p:cNvSpPr/>
          <p:nvPr/>
        </p:nvSpPr>
        <p:spPr>
          <a:xfrm>
            <a:off x="13323093" y="8015530"/>
            <a:ext cx="235743" cy="235743"/>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3" name="Freeform 42"/>
          <p:cNvSpPr/>
          <p:nvPr/>
        </p:nvSpPr>
        <p:spPr>
          <a:xfrm>
            <a:off x="13392150" y="8091292"/>
            <a:ext cx="104775" cy="85725"/>
          </a:xfrm>
          <a:custGeom>
            <a:avLst/>
            <a:gdLst/>
            <a:ahLst/>
            <a:cxnLst/>
            <a:rect l="l" t="t" r="r" b="b"/>
            <a:pathLst>
              <a:path w="11" h="9">
                <a:moveTo>
                  <a:pt x="0" y="4"/>
                </a:moveTo>
                <a:lnTo>
                  <a:pt x="3" y="9"/>
                </a:lnTo>
                <a:lnTo>
                  <a:pt x="11" y="0"/>
                </a:lnTo>
              </a:path>
            </a:pathLst>
          </a:custGeom>
          <a:noFill/>
          <a:ln w="279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4" name="Rounded Rectangle 43"/>
          <p:cNvSpPr/>
          <p:nvPr/>
        </p:nvSpPr>
        <p:spPr>
          <a:xfrm>
            <a:off x="14523243" y="7155836"/>
            <a:ext cx="1821656" cy="1173078"/>
          </a:xfrm>
          <a:prstGeom prst="roundRect">
            <a:avLst>
              <a:gd name="adj" fmla="val 8000"/>
            </a:avLst>
          </a:prstGeom>
          <a:solidFill>
            <a:srgbClr val="FFFFFF"/>
          </a:solidFill>
          <a:ln w="25400">
            <a:solidFill>
              <a:srgbClr val="E8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45" name="Picture 44" descr="shield-stroke-1.0-brand-blue.png"/>
          <p:cNvPicPr>
            <a:picLocks noChangeAspect="1"/>
          </p:cNvPicPr>
          <p:nvPr/>
        </p:nvPicPr>
        <p:blipFill>
          <a:blip r:embed="rId6"/>
          <a:stretch>
            <a:fillRect/>
          </a:stretch>
        </p:blipFill>
        <p:spPr>
          <a:xfrm>
            <a:off x="15187612" y="7292695"/>
            <a:ext cx="492918" cy="449680"/>
          </a:xfrm>
          <a:prstGeom prst="rect">
            <a:avLst/>
          </a:prstGeom>
        </p:spPr>
      </p:pic>
      <p:sp>
        <p:nvSpPr>
          <p:cNvPr id="46" name="TextBox 45"/>
          <p:cNvSpPr txBox="1"/>
          <p:nvPr/>
        </p:nvSpPr>
        <p:spPr>
          <a:xfrm>
            <a:off x="14523243" y="7820581"/>
            <a:ext cx="1821656" cy="215064"/>
          </a:xfrm>
          <a:prstGeom prst="rect">
            <a:avLst/>
          </a:prstGeom>
          <a:noFill/>
        </p:spPr>
        <p:txBody>
          <a:bodyPr wrap="square" lIns="0" tIns="0" rIns="0" bIns="0">
            <a:spAutoFit/>
          </a:bodyPr>
          <a:lstStyle/>
          <a:p>
            <a:pPr algn="ctr"/>
            <a:r>
              <a:rPr lang="en-US" sz="1300" b="1" i="0" noProof="0">
                <a:solidFill>
                  <a:srgbClr val="0A3A99"/>
                </a:solidFill>
                <a:latin typeface="Aptos"/>
              </a:rPr>
              <a:t>Auditor</a:t>
            </a:r>
          </a:p>
        </p:txBody>
      </p:sp>
      <p:sp>
        <p:nvSpPr>
          <p:cNvPr id="47" name="Oval 46"/>
          <p:cNvSpPr/>
          <p:nvPr/>
        </p:nvSpPr>
        <p:spPr>
          <a:xfrm>
            <a:off x="15316200" y="8015530"/>
            <a:ext cx="235743" cy="235743"/>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8" name="Freeform 47"/>
          <p:cNvSpPr/>
          <p:nvPr/>
        </p:nvSpPr>
        <p:spPr>
          <a:xfrm>
            <a:off x="15382875" y="8091292"/>
            <a:ext cx="104775" cy="85725"/>
          </a:xfrm>
          <a:custGeom>
            <a:avLst/>
            <a:gdLst/>
            <a:ahLst/>
            <a:cxnLst/>
            <a:rect l="l" t="t" r="r" b="b"/>
            <a:pathLst>
              <a:path w="11" h="9">
                <a:moveTo>
                  <a:pt x="0" y="4"/>
                </a:moveTo>
                <a:lnTo>
                  <a:pt x="4" y="9"/>
                </a:lnTo>
                <a:lnTo>
                  <a:pt x="11" y="0"/>
                </a:lnTo>
              </a:path>
            </a:pathLst>
          </a:custGeom>
          <a:noFill/>
          <a:ln w="279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9" name="TextBox 48"/>
          <p:cNvSpPr txBox="1"/>
          <p:nvPr/>
        </p:nvSpPr>
        <p:spPr>
          <a:xfrm>
            <a:off x="10498931" y="5306926"/>
            <a:ext cx="5786437" cy="246221"/>
          </a:xfrm>
          <a:prstGeom prst="rect">
            <a:avLst/>
          </a:prstGeom>
          <a:noFill/>
        </p:spPr>
        <p:txBody>
          <a:bodyPr wrap="square" lIns="0" tIns="0" rIns="0" bIns="0">
            <a:spAutoFit/>
          </a:bodyPr>
          <a:lstStyle/>
          <a:p>
            <a:pPr algn="ctr"/>
            <a:r>
              <a:rPr lang="en-US" sz="1600" b="1" noProof="0">
                <a:solidFill>
                  <a:srgbClr val="0A3A99"/>
                </a:solidFill>
                <a:latin typeface="Aptos" panose="020B0004020202020204" pitchFamily="34" charset="0"/>
              </a:rPr>
              <a:t>Verify locally. Day-2 ops included</a:t>
            </a:r>
            <a:r>
              <a:rPr lang="en-US" sz="1600" noProof="0">
                <a:solidFill>
                  <a:srgbClr val="6B7280"/>
                </a:solidFill>
                <a:latin typeface="Aptos" panose="020B0004020202020204" pitchFamily="34" charset="0"/>
              </a:rPr>
              <a:t>.</a:t>
            </a:r>
          </a:p>
        </p:txBody>
      </p:sp>
      <p:grpSp>
        <p:nvGrpSpPr>
          <p:cNvPr id="82" name="Gruppieren 81">
            <a:extLst>
              <a:ext uri="{FF2B5EF4-FFF2-40B4-BE49-F238E27FC236}">
                <a16:creationId xmlns:a16="http://schemas.microsoft.com/office/drawing/2014/main" id="{85FB4156-AA78-0B90-A7F8-DA48C417A3DF}"/>
              </a:ext>
            </a:extLst>
          </p:cNvPr>
          <p:cNvGrpSpPr/>
          <p:nvPr/>
        </p:nvGrpSpPr>
        <p:grpSpPr>
          <a:xfrm>
            <a:off x="10858499" y="8667747"/>
            <a:ext cx="5143500" cy="410577"/>
            <a:chOff x="10858500" y="8606589"/>
            <a:chExt cx="5143500" cy="410577"/>
          </a:xfrm>
        </p:grpSpPr>
        <p:sp>
          <p:nvSpPr>
            <p:cNvPr id="51" name="Rounded Rectangle 50"/>
            <p:cNvSpPr/>
            <p:nvPr/>
          </p:nvSpPr>
          <p:spPr>
            <a:xfrm>
              <a:off x="10858500" y="8606589"/>
              <a:ext cx="5143500" cy="410577"/>
            </a:xfrm>
            <a:prstGeom prst="roundRect">
              <a:avLst>
                <a:gd name="adj" fmla="val 20000"/>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2" name="TextBox 51"/>
            <p:cNvSpPr txBox="1"/>
            <p:nvPr/>
          </p:nvSpPr>
          <p:spPr>
            <a:xfrm>
              <a:off x="10858500" y="8606589"/>
              <a:ext cx="5143500" cy="410577"/>
            </a:xfrm>
            <a:prstGeom prst="rect">
              <a:avLst/>
            </a:prstGeom>
            <a:noFill/>
          </p:spPr>
          <p:txBody>
            <a:bodyPr wrap="square" lIns="0" tIns="0" rIns="0" bIns="0" anchor="ctr">
              <a:spAutoFit/>
            </a:bodyPr>
            <a:lstStyle/>
            <a:p>
              <a:pPr algn="ctr"/>
              <a:r>
                <a:rPr lang="en-US" sz="1200" b="1" i="0" cap="all" spc="200" noProof="0">
                  <a:solidFill>
                    <a:srgbClr val="0A3A99"/>
                  </a:solidFill>
                  <a:latin typeface="Aptos"/>
                </a:rPr>
                <a:t>SAME IDENTITY · SAME SIGNATURE · ANY LOCATION</a:t>
              </a:r>
            </a:p>
          </p:txBody>
        </p:sp>
      </p:grpSp>
      <p:cxnSp>
        <p:nvCxnSpPr>
          <p:cNvPr id="53" name="Connector 52"/>
          <p:cNvCxnSpPr>
            <a:cxnSpLocks/>
            <a:stCxn id="75" idx="3"/>
            <a:endCxn id="27" idx="1"/>
          </p:cNvCxnSpPr>
          <p:nvPr/>
        </p:nvCxnSpPr>
        <p:spPr>
          <a:xfrm>
            <a:off x="5242442" y="6450676"/>
            <a:ext cx="6700717" cy="1"/>
          </a:xfrm>
          <a:prstGeom prst="line">
            <a:avLst/>
          </a:prstGeom>
          <a:ln w="31750">
            <a:solidFill>
              <a:srgbClr val="0F6B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4">
            <a:extLst>
              <a:ext uri="{FF2B5EF4-FFF2-40B4-BE49-F238E27FC236}">
                <a16:creationId xmlns:a16="http://schemas.microsoft.com/office/drawing/2014/main" id="{E174AE8D-CE68-13F5-81B0-C77119DA2170}"/>
              </a:ext>
            </a:extLst>
          </p:cNvPr>
          <p:cNvSpPr txBox="1"/>
          <p:nvPr/>
        </p:nvSpPr>
        <p:spPr>
          <a:xfrm>
            <a:off x="8028206" y="6003746"/>
            <a:ext cx="1695806" cy="430887"/>
          </a:xfrm>
          <a:prstGeom prst="rect">
            <a:avLst/>
          </a:prstGeom>
          <a:noFill/>
        </p:spPr>
        <p:txBody>
          <a:bodyPr wrap="square" lIns="0" tIns="0" rIns="0" bIns="0">
            <a:spAutoFit/>
          </a:bodyPr>
          <a:lstStyle/>
          <a:p>
            <a:r>
              <a:rPr lang="en-US" sz="2800" b="1" i="0" noProof="0">
                <a:solidFill>
                  <a:srgbClr val="0A3A99"/>
                </a:solidFill>
                <a:latin typeface="Aptos"/>
              </a:rPr>
              <a:t>Transport</a:t>
            </a:r>
          </a:p>
        </p:txBody>
      </p:sp>
      <p:grpSp>
        <p:nvGrpSpPr>
          <p:cNvPr id="72" name="Gruppieren 71">
            <a:extLst>
              <a:ext uri="{FF2B5EF4-FFF2-40B4-BE49-F238E27FC236}">
                <a16:creationId xmlns:a16="http://schemas.microsoft.com/office/drawing/2014/main" id="{A2B55B44-E961-2CF6-42FF-BE4A8456D15F}"/>
              </a:ext>
            </a:extLst>
          </p:cNvPr>
          <p:cNvGrpSpPr/>
          <p:nvPr/>
        </p:nvGrpSpPr>
        <p:grpSpPr>
          <a:xfrm>
            <a:off x="2134911" y="6108528"/>
            <a:ext cx="3107531" cy="684296"/>
            <a:chOff x="11876484" y="5218697"/>
            <a:chExt cx="3107531" cy="684296"/>
          </a:xfrm>
        </p:grpSpPr>
        <p:sp>
          <p:nvSpPr>
            <p:cNvPr id="73" name="Rectangle 24">
              <a:extLst>
                <a:ext uri="{FF2B5EF4-FFF2-40B4-BE49-F238E27FC236}">
                  <a16:creationId xmlns:a16="http://schemas.microsoft.com/office/drawing/2014/main" id="{D9682F4C-3FAB-8CE6-E773-27F726C56553}"/>
                </a:ext>
              </a:extLst>
            </p:cNvPr>
            <p:cNvSpPr/>
            <p:nvPr/>
          </p:nvSpPr>
          <p:spPr>
            <a:xfrm>
              <a:off x="14233921" y="5218697"/>
              <a:ext cx="750093" cy="684296"/>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4" name="Rounded Rectangle 25">
              <a:extLst>
                <a:ext uri="{FF2B5EF4-FFF2-40B4-BE49-F238E27FC236}">
                  <a16:creationId xmlns:a16="http://schemas.microsoft.com/office/drawing/2014/main" id="{30738C3F-F063-0076-5370-8A14980CEFF0}"/>
                </a:ext>
              </a:extLst>
            </p:cNvPr>
            <p:cNvSpPr/>
            <p:nvPr/>
          </p:nvSpPr>
          <p:spPr>
            <a:xfrm>
              <a:off x="11876484" y="5218697"/>
              <a:ext cx="2357437" cy="684296"/>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5" name="Rounded Rectangle 26">
              <a:extLst>
                <a:ext uri="{FF2B5EF4-FFF2-40B4-BE49-F238E27FC236}">
                  <a16:creationId xmlns:a16="http://schemas.microsoft.com/office/drawing/2014/main" id="{54A64C39-6CD3-3122-31E4-D9C2156695EF}"/>
                </a:ext>
              </a:extLst>
            </p:cNvPr>
            <p:cNvSpPr/>
            <p:nvPr/>
          </p:nvSpPr>
          <p:spPr>
            <a:xfrm>
              <a:off x="11876484" y="5218697"/>
              <a:ext cx="3107531" cy="684296"/>
            </a:xfrm>
            <a:prstGeom prst="roundRect">
              <a:avLst>
                <a:gd name="adj" fmla="val 10000"/>
              </a:avLst>
            </a:prstGeom>
            <a:noFill/>
            <a:ln w="25400">
              <a:solidFill>
                <a:srgbClr val="0F6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cxnSp>
          <p:nvCxnSpPr>
            <p:cNvPr id="76" name="Connector 27">
              <a:extLst>
                <a:ext uri="{FF2B5EF4-FFF2-40B4-BE49-F238E27FC236}">
                  <a16:creationId xmlns:a16="http://schemas.microsoft.com/office/drawing/2014/main" id="{9B550C58-1A21-9236-D679-4E040084465A}"/>
                </a:ext>
              </a:extLst>
            </p:cNvPr>
            <p:cNvCxnSpPr/>
            <p:nvPr/>
          </p:nvCxnSpPr>
          <p:spPr>
            <a:xfrm>
              <a:off x="14233921" y="5277351"/>
              <a:ext cx="0" cy="566988"/>
            </a:xfrm>
            <a:prstGeom prst="line">
              <a:avLst/>
            </a:prstGeom>
            <a:ln w="17780">
              <a:solidFill>
                <a:srgbClr val="E5E7EB"/>
              </a:solidFill>
            </a:ln>
          </p:spPr>
          <p:style>
            <a:lnRef idx="2">
              <a:schemeClr val="accent1"/>
            </a:lnRef>
            <a:fillRef idx="0">
              <a:schemeClr val="accent1"/>
            </a:fillRef>
            <a:effectRef idx="1">
              <a:schemeClr val="accent1"/>
            </a:effectRef>
            <a:fontRef idx="minor">
              <a:schemeClr val="tx1"/>
            </a:fontRef>
          </p:style>
        </p:cxnSp>
        <p:sp>
          <p:nvSpPr>
            <p:cNvPr id="77" name="Oval 76">
              <a:extLst>
                <a:ext uri="{FF2B5EF4-FFF2-40B4-BE49-F238E27FC236}">
                  <a16:creationId xmlns:a16="http://schemas.microsoft.com/office/drawing/2014/main" id="{7263D2C7-063C-EC01-DBDE-3CB0E5BC80E6}"/>
                </a:ext>
              </a:extLst>
            </p:cNvPr>
            <p:cNvSpPr/>
            <p:nvPr/>
          </p:nvSpPr>
          <p:spPr>
            <a:xfrm>
              <a:off x="12005071" y="5367964"/>
              <a:ext cx="385762" cy="385762"/>
            </a:xfrm>
            <a:prstGeom prst="ellipse">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78" name="Picture 29" descr="lock-stroke-1.0-white.png">
              <a:extLst>
                <a:ext uri="{FF2B5EF4-FFF2-40B4-BE49-F238E27FC236}">
                  <a16:creationId xmlns:a16="http://schemas.microsoft.com/office/drawing/2014/main" id="{7983A35E-A693-23E9-BC56-98BE96D9A212}"/>
                </a:ext>
              </a:extLst>
            </p:cNvPr>
            <p:cNvPicPr>
              <a:picLocks noChangeAspect="1"/>
            </p:cNvPicPr>
            <p:nvPr/>
          </p:nvPicPr>
          <p:blipFill>
            <a:blip r:embed="rId4"/>
            <a:stretch>
              <a:fillRect/>
            </a:stretch>
          </p:blipFill>
          <p:spPr>
            <a:xfrm>
              <a:off x="12026503" y="5404434"/>
              <a:ext cx="342900" cy="312821"/>
            </a:xfrm>
            <a:prstGeom prst="rect">
              <a:avLst/>
            </a:prstGeom>
          </p:spPr>
        </p:pic>
        <p:sp>
          <p:nvSpPr>
            <p:cNvPr id="79" name="TextBox 30">
              <a:extLst>
                <a:ext uri="{FF2B5EF4-FFF2-40B4-BE49-F238E27FC236}">
                  <a16:creationId xmlns:a16="http://schemas.microsoft.com/office/drawing/2014/main" id="{E2464308-D47E-6A43-C237-AB368FF2565A}"/>
                </a:ext>
              </a:extLst>
            </p:cNvPr>
            <p:cNvSpPr txBox="1"/>
            <p:nvPr/>
          </p:nvSpPr>
          <p:spPr>
            <a:xfrm>
              <a:off x="12540853" y="5478287"/>
              <a:ext cx="1693068" cy="184666"/>
            </a:xfrm>
            <a:prstGeom prst="rect">
              <a:avLst/>
            </a:prstGeom>
            <a:noFill/>
          </p:spPr>
          <p:txBody>
            <a:bodyPr wrap="square" lIns="0" tIns="0" rIns="0" bIns="0">
              <a:spAutoFit/>
            </a:bodyPr>
            <a:lstStyle/>
            <a:p>
              <a:r>
                <a:rPr lang="en-US" sz="1200" b="1" i="0" noProof="0">
                  <a:solidFill>
                    <a:srgbClr val="0A3A99"/>
                  </a:solidFill>
                  <a:latin typeface="Consolas"/>
                </a:rPr>
                <a:t>github.com/acme/app</a:t>
              </a:r>
            </a:p>
          </p:txBody>
        </p:sp>
        <p:sp>
          <p:nvSpPr>
            <p:cNvPr id="81" name="TextBox 32">
              <a:extLst>
                <a:ext uri="{FF2B5EF4-FFF2-40B4-BE49-F238E27FC236}">
                  <a16:creationId xmlns:a16="http://schemas.microsoft.com/office/drawing/2014/main" id="{D65D5E71-207C-CCAF-20B9-B23F766BA5EE}"/>
                </a:ext>
              </a:extLst>
            </p:cNvPr>
            <p:cNvSpPr txBox="1"/>
            <p:nvPr/>
          </p:nvSpPr>
          <p:spPr>
            <a:xfrm>
              <a:off x="14233921" y="5463088"/>
              <a:ext cx="750093" cy="215064"/>
            </a:xfrm>
            <a:prstGeom prst="rect">
              <a:avLst/>
            </a:prstGeom>
            <a:noFill/>
          </p:spPr>
          <p:txBody>
            <a:bodyPr wrap="square" lIns="0" tIns="0" rIns="0" bIns="0" anchor="ctr">
              <a:spAutoFit/>
            </a:bodyPr>
            <a:lstStyle/>
            <a:p>
              <a:pPr algn="ctr"/>
              <a:r>
                <a:rPr lang="en-US" sz="1200" b="1" i="0" spc="100" noProof="0">
                  <a:solidFill>
                    <a:srgbClr val="0A3A99"/>
                  </a:solidFill>
                  <a:latin typeface="Aptos"/>
                </a:rPr>
                <a:t>v1.0.0</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a:t>SCAN</a:t>
            </a:r>
          </a:p>
        </p:txBody>
      </p:sp>
      <p:sp>
        <p:nvSpPr>
          <p:cNvPr id="3" name="Title 2"/>
          <p:cNvSpPr>
            <a:spLocks noGrp="1"/>
          </p:cNvSpPr>
          <p:nvPr>
            <p:ph type="title" idx="2"/>
          </p:nvPr>
        </p:nvSpPr>
        <p:spPr/>
        <p:txBody>
          <a:bodyPr>
            <a:normAutofit fontScale="90000"/>
          </a:bodyPr>
          <a:lstStyle/>
          <a:p>
            <a:r>
              <a:rPr lang="en-US" noProof="0" dirty="0"/>
              <a:t>Compliance as a system property -</a:t>
            </a:r>
          </a:p>
          <a:p>
            <a:r>
              <a:rPr lang="en-US" noProof="0" dirty="0"/>
              <a:t>not a quarterly retrofit.</a:t>
            </a:r>
          </a:p>
        </p:txBody>
      </p:sp>
      <p:sp>
        <p:nvSpPr>
          <p:cNvPr id="4" name="Text Placeholder 3"/>
          <p:cNvSpPr>
            <a:spLocks noGrp="1"/>
          </p:cNvSpPr>
          <p:nvPr>
            <p:ph type="body" idx="10"/>
          </p:nvPr>
        </p:nvSpPr>
        <p:spPr/>
        <p:txBody>
          <a:bodyPr/>
          <a:lstStyle/>
          <a:p>
            <a:pPr>
              <a:spcBef>
                <a:spcPts val="800"/>
              </a:spcBef>
              <a:spcAft>
                <a:spcPts val="800"/>
              </a:spcAft>
            </a:pPr>
            <a:r>
              <a:rPr lang="en-US" b="1" noProof="0" dirty="0">
                <a:solidFill>
                  <a:srgbClr val="0F6BFF"/>
                </a:solidFill>
              </a:rPr>
              <a:t>▪  </a:t>
            </a:r>
            <a:r>
              <a:rPr lang="en-US" noProof="0" dirty="0">
                <a:solidFill>
                  <a:schemeClr val="tx1"/>
                </a:solidFill>
              </a:rPr>
              <a:t>Open Delivery Gear (ODG): the OCM compliance automation engine, built on the same primitives.</a:t>
            </a:r>
            <a:r>
              <a:rPr lang="en-US" b="1" noProof="0" dirty="0">
                <a:solidFill>
                  <a:schemeClr val="tx1"/>
                </a:solidFill>
              </a:rPr>
              <a:t> </a:t>
            </a:r>
            <a:endParaRPr lang="en-US" b="1" noProof="0" dirty="0">
              <a:solidFill>
                <a:srgbClr val="0F6BFF"/>
              </a:solidFill>
            </a:endParaRPr>
          </a:p>
          <a:p>
            <a:pPr>
              <a:spcBef>
                <a:spcPts val="800"/>
              </a:spcBef>
              <a:spcAft>
                <a:spcPts val="800"/>
              </a:spcAft>
            </a:pPr>
            <a:r>
              <a:rPr lang="en-US" b="1" noProof="0" dirty="0">
                <a:solidFill>
                  <a:srgbClr val="0F6BFF"/>
                </a:solidFill>
              </a:rPr>
              <a:t>▪  </a:t>
            </a:r>
            <a:r>
              <a:rPr lang="en-US" noProof="0" dirty="0">
                <a:solidFill>
                  <a:srgbClr val="000000"/>
                </a:solidFill>
              </a:rPr>
              <a:t>The Compliance Dashboard: </a:t>
            </a:r>
            <a:r>
              <a:rPr lang="en-US" noProof="0" dirty="0"/>
              <a:t>every component, every finding, one view. </a:t>
            </a:r>
          </a:p>
          <a:p>
            <a:pPr>
              <a:spcBef>
                <a:spcPts val="800"/>
              </a:spcBef>
              <a:spcAft>
                <a:spcPts val="800"/>
              </a:spcAft>
            </a:pPr>
            <a:r>
              <a:rPr lang="en-US" b="1" noProof="0" dirty="0">
                <a:solidFill>
                  <a:srgbClr val="0F6BFF"/>
                </a:solidFill>
              </a:rPr>
              <a:t>▪  </a:t>
            </a:r>
            <a:r>
              <a:rPr lang="en-US" noProof="0" dirty="0">
                <a:solidFill>
                  <a:srgbClr val="000000"/>
                </a:solidFill>
              </a:rPr>
              <a:t>Continuous scans: </a:t>
            </a:r>
            <a:r>
              <a:rPr lang="en-US" noProof="0" dirty="0"/>
              <a:t>asynchronous, even post-release. </a:t>
            </a:r>
          </a:p>
          <a:p>
            <a:pPr>
              <a:spcBef>
                <a:spcPts val="800"/>
              </a:spcBef>
              <a:spcAft>
                <a:spcPts val="800"/>
              </a:spcAft>
            </a:pPr>
            <a:r>
              <a:rPr lang="en-US" b="1" noProof="0" dirty="0">
                <a:solidFill>
                  <a:srgbClr val="0F6BFF"/>
                </a:solidFill>
              </a:rPr>
              <a:t>▪  </a:t>
            </a:r>
            <a:r>
              <a:rPr lang="en-US" noProof="0" dirty="0">
                <a:solidFill>
                  <a:schemeClr val="tx1"/>
                </a:solidFill>
              </a:rPr>
              <a:t>Contextual rescoring: patch what matters, not the noise. </a:t>
            </a:r>
            <a:endParaRPr lang="en-US" noProof="0" dirty="0">
              <a:solidFill>
                <a:srgbClr val="000000"/>
              </a:solidFill>
            </a:endParaRPr>
          </a:p>
          <a:p>
            <a:pPr>
              <a:spcBef>
                <a:spcPts val="800"/>
              </a:spcBef>
              <a:spcAft>
                <a:spcPts val="800"/>
              </a:spcAft>
            </a:pPr>
            <a:r>
              <a:rPr lang="en-US" b="1" noProof="0" dirty="0">
                <a:solidFill>
                  <a:srgbClr val="0F6BFF"/>
                </a:solidFill>
              </a:rPr>
              <a:t>▪  </a:t>
            </a:r>
            <a:r>
              <a:rPr lang="en-US" noProof="0" dirty="0">
                <a:solidFill>
                  <a:schemeClr val="tx1"/>
                </a:solidFill>
              </a:rPr>
              <a:t>Identity-correlated evidence: auditors get answers, not spreadsheets.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dirty="0"/>
              <a:t>WHAT SAP GETS</a:t>
            </a:r>
          </a:p>
        </p:txBody>
      </p:sp>
      <p:sp>
        <p:nvSpPr>
          <p:cNvPr id="3" name="Title 2"/>
          <p:cNvSpPr>
            <a:spLocks noGrp="1"/>
          </p:cNvSpPr>
          <p:nvPr>
            <p:ph type="title" idx="2"/>
          </p:nvPr>
        </p:nvSpPr>
        <p:spPr/>
        <p:txBody>
          <a:bodyPr>
            <a:normAutofit fontScale="90000"/>
          </a:bodyPr>
          <a:lstStyle/>
          <a:p>
            <a:r>
              <a:rPr lang="en-US" noProof="0" dirty="0"/>
              <a:t>Six outcomes from one shared primitive.</a:t>
            </a:r>
          </a:p>
        </p:txBody>
      </p:sp>
      <p:sp>
        <p:nvSpPr>
          <p:cNvPr id="4" name="Text Placeholder 3"/>
          <p:cNvSpPr>
            <a:spLocks noGrp="1"/>
          </p:cNvSpPr>
          <p:nvPr>
            <p:ph type="body" idx="20"/>
          </p:nvPr>
        </p:nvSpPr>
        <p:spPr/>
        <p:txBody>
          <a:bodyPr/>
          <a:lstStyle/>
          <a:p>
            <a:r>
              <a:rPr lang="en-US" noProof="0"/>
              <a:t>Faster sovereign delivery</a:t>
            </a:r>
          </a:p>
        </p:txBody>
      </p:sp>
      <p:sp>
        <p:nvSpPr>
          <p:cNvPr id="5" name="Text Placeholder 4"/>
          <p:cNvSpPr>
            <a:spLocks noGrp="1"/>
          </p:cNvSpPr>
          <p:nvPr>
            <p:ph type="body" idx="21"/>
          </p:nvPr>
        </p:nvSpPr>
        <p:spPr/>
        <p:txBody>
          <a:bodyPr/>
          <a:lstStyle/>
          <a:p>
            <a:r>
              <a:rPr lang="en-US" noProof="0"/>
              <a:t>Pack once, ship everywhere.</a:t>
            </a:r>
          </a:p>
          <a:p>
            <a:r>
              <a:rPr lang="en-US" noProof="0"/>
              <a:t>Sovereign Cloud for all products.</a:t>
            </a:r>
          </a:p>
        </p:txBody>
      </p:sp>
      <p:sp>
        <p:nvSpPr>
          <p:cNvPr id="6" name="Text Placeholder 5"/>
          <p:cNvSpPr>
            <a:spLocks noGrp="1"/>
          </p:cNvSpPr>
          <p:nvPr>
            <p:ph type="body" idx="22"/>
          </p:nvPr>
        </p:nvSpPr>
        <p:spPr/>
        <p:txBody>
          <a:bodyPr/>
          <a:lstStyle/>
          <a:p>
            <a:r>
              <a:rPr lang="en-US" noProof="0"/>
              <a:t>Compliance leverage across LoBs</a:t>
            </a:r>
          </a:p>
        </p:txBody>
      </p:sp>
      <p:sp>
        <p:nvSpPr>
          <p:cNvPr id="7" name="Text Placeholder 6"/>
          <p:cNvSpPr>
            <a:spLocks noGrp="1"/>
          </p:cNvSpPr>
          <p:nvPr>
            <p:ph type="body" idx="23"/>
          </p:nvPr>
        </p:nvSpPr>
        <p:spPr/>
        <p:txBody>
          <a:bodyPr/>
          <a:lstStyle/>
          <a:p>
            <a:r>
              <a:rPr lang="en-US" noProof="0" dirty="0"/>
              <a:t>Report from one shared primitive -</a:t>
            </a:r>
          </a:p>
          <a:p>
            <a:r>
              <a:rPr lang="en-US" noProof="0" dirty="0"/>
              <a:t>ODG correlates all findings.</a:t>
            </a:r>
          </a:p>
        </p:txBody>
      </p:sp>
      <p:sp>
        <p:nvSpPr>
          <p:cNvPr id="8" name="Text Placeholder 7"/>
          <p:cNvSpPr>
            <a:spLocks noGrp="1"/>
          </p:cNvSpPr>
          <p:nvPr>
            <p:ph type="body" idx="24"/>
          </p:nvPr>
        </p:nvSpPr>
        <p:spPr/>
        <p:txBody>
          <a:bodyPr/>
          <a:lstStyle/>
          <a:p>
            <a:r>
              <a:rPr lang="en-US" noProof="0"/>
              <a:t>Integration after acquisition</a:t>
            </a:r>
          </a:p>
        </p:txBody>
      </p:sp>
      <p:sp>
        <p:nvSpPr>
          <p:cNvPr id="9" name="Text Placeholder 8"/>
          <p:cNvSpPr>
            <a:spLocks noGrp="1"/>
          </p:cNvSpPr>
          <p:nvPr>
            <p:ph type="body" idx="25"/>
          </p:nvPr>
        </p:nvSpPr>
        <p:spPr/>
        <p:txBody>
          <a:bodyPr/>
          <a:lstStyle/>
          <a:p>
            <a:r>
              <a:rPr lang="en-US" noProof="0"/>
              <a:t>Acquired companies converge onto one model.</a:t>
            </a:r>
          </a:p>
        </p:txBody>
      </p:sp>
      <p:sp>
        <p:nvSpPr>
          <p:cNvPr id="10" name="Text Placeholder 9"/>
          <p:cNvSpPr>
            <a:spLocks noGrp="1"/>
          </p:cNvSpPr>
          <p:nvPr>
            <p:ph type="body" idx="26"/>
          </p:nvPr>
        </p:nvSpPr>
        <p:spPr/>
        <p:txBody>
          <a:bodyPr/>
          <a:lstStyle/>
          <a:p>
            <a:r>
              <a:rPr lang="en-US" noProof="0"/>
              <a:t>Cross-LoB security correlation</a:t>
            </a:r>
          </a:p>
        </p:txBody>
      </p:sp>
      <p:sp>
        <p:nvSpPr>
          <p:cNvPr id="11" name="Text Placeholder 10"/>
          <p:cNvSpPr>
            <a:spLocks noGrp="1"/>
          </p:cNvSpPr>
          <p:nvPr>
            <p:ph type="body" idx="27"/>
          </p:nvPr>
        </p:nvSpPr>
        <p:spPr/>
        <p:txBody>
          <a:bodyPr/>
          <a:lstStyle/>
          <a:p>
            <a:r>
              <a:rPr lang="en-US" noProof="0" dirty="0"/>
              <a:t>Blast radius is one query -</a:t>
            </a:r>
          </a:p>
          <a:p>
            <a:r>
              <a:rPr lang="en-US" noProof="0" dirty="0"/>
              <a:t>answered via the OCM coordinate system.</a:t>
            </a:r>
          </a:p>
        </p:txBody>
      </p:sp>
      <p:sp>
        <p:nvSpPr>
          <p:cNvPr id="12" name="Text Placeholder 11"/>
          <p:cNvSpPr>
            <a:spLocks noGrp="1"/>
          </p:cNvSpPr>
          <p:nvPr>
            <p:ph type="body" idx="28"/>
          </p:nvPr>
        </p:nvSpPr>
        <p:spPr/>
        <p:txBody>
          <a:bodyPr/>
          <a:lstStyle/>
          <a:p>
            <a:r>
              <a:rPr lang="en-US" noProof="0"/>
              <a:t>One source of truth</a:t>
            </a:r>
          </a:p>
        </p:txBody>
      </p:sp>
      <p:sp>
        <p:nvSpPr>
          <p:cNvPr id="13" name="Text Placeholder 12"/>
          <p:cNvSpPr>
            <a:spLocks noGrp="1"/>
          </p:cNvSpPr>
          <p:nvPr>
            <p:ph type="body" idx="29"/>
          </p:nvPr>
        </p:nvSpPr>
        <p:spPr/>
        <p:txBody>
          <a:bodyPr/>
          <a:lstStyle/>
          <a:p>
            <a:r>
              <a:rPr lang="en-US" noProof="0"/>
              <a:t>One signed descriptor per delivery.</a:t>
            </a:r>
          </a:p>
          <a:p>
            <a:r>
              <a:rPr lang="en-US" noProof="0"/>
              <a:t>Rebuild any landscape.</a:t>
            </a:r>
          </a:p>
        </p:txBody>
      </p:sp>
      <p:sp>
        <p:nvSpPr>
          <p:cNvPr id="14" name="Text Placeholder 13"/>
          <p:cNvSpPr>
            <a:spLocks noGrp="1"/>
          </p:cNvSpPr>
          <p:nvPr>
            <p:ph type="body" idx="30"/>
          </p:nvPr>
        </p:nvSpPr>
        <p:spPr/>
        <p:txBody>
          <a:bodyPr/>
          <a:lstStyle/>
          <a:p>
            <a:r>
              <a:rPr lang="en-US" noProof="0"/>
              <a:t>Ecosystem stewardship</a:t>
            </a:r>
          </a:p>
        </p:txBody>
      </p:sp>
      <p:sp>
        <p:nvSpPr>
          <p:cNvPr id="15" name="Text Placeholder 14"/>
          <p:cNvSpPr>
            <a:spLocks noGrp="1"/>
          </p:cNvSpPr>
          <p:nvPr>
            <p:ph type="body" idx="31"/>
          </p:nvPr>
        </p:nvSpPr>
        <p:spPr/>
        <p:txBody>
          <a:bodyPr/>
          <a:lstStyle/>
          <a:p>
            <a:r>
              <a:rPr lang="en-US" noProof="0"/>
              <a:t>SAP investment compounds with</a:t>
            </a:r>
          </a:p>
          <a:p>
            <a:r>
              <a:rPr lang="en-US" noProof="0"/>
              <a:t>the open-peer ecosystem.</a:t>
            </a:r>
          </a:p>
        </p:txBody>
      </p:sp>
      <p:pic>
        <p:nvPicPr>
          <p:cNvPr id="21" name="Picture 20" descr="heart-handshake_96_0F6BFF.png"/>
          <p:cNvPicPr>
            <a:picLocks noChangeAspect="1"/>
          </p:cNvPicPr>
          <p:nvPr/>
        </p:nvPicPr>
        <p:blipFill>
          <a:blip r:embed="rId3"/>
          <a:stretch>
            <a:fillRect/>
          </a:stretch>
        </p:blipFill>
        <p:spPr>
          <a:xfrm>
            <a:off x="12192000" y="7600950"/>
            <a:ext cx="457200" cy="457200"/>
          </a:xfrm>
          <a:prstGeom prst="rect">
            <a:avLst/>
          </a:prstGeom>
        </p:spPr>
      </p:pic>
      <p:pic>
        <p:nvPicPr>
          <p:cNvPr id="22" name="Grafik 21" descr="Ein Bild, das Grafiken, Symbol, Design enthält.&#10;&#10;KI-generierte Inhalte können fehlerhaft sein.">
            <a:extLst>
              <a:ext uri="{FF2B5EF4-FFF2-40B4-BE49-F238E27FC236}">
                <a16:creationId xmlns:a16="http://schemas.microsoft.com/office/drawing/2014/main" id="{1A3561BE-4ED5-0E73-BAE6-C7BAADAB1157}"/>
              </a:ext>
            </a:extLst>
          </p:cNvPr>
          <p:cNvPicPr>
            <a:picLocks noChangeAspect="1"/>
          </p:cNvPicPr>
          <p:nvPr/>
        </p:nvPicPr>
        <p:blipFill>
          <a:blip r:embed="rId4"/>
          <a:stretch>
            <a:fillRect/>
          </a:stretch>
        </p:blipFill>
        <p:spPr>
          <a:xfrm>
            <a:off x="1257299" y="5115657"/>
            <a:ext cx="571501" cy="589086"/>
          </a:xfrm>
          <a:prstGeom prst="rect">
            <a:avLst/>
          </a:prstGeom>
        </p:spPr>
      </p:pic>
      <p:pic>
        <p:nvPicPr>
          <p:cNvPr id="23" name="Grafik 22" descr="Ein Bild, das Symbol, Grafiken, Kreis, Electric Blue (Farbe) enthält.&#10;&#10;KI-generierte Inhalte können fehlerhaft sein.">
            <a:extLst>
              <a:ext uri="{FF2B5EF4-FFF2-40B4-BE49-F238E27FC236}">
                <a16:creationId xmlns:a16="http://schemas.microsoft.com/office/drawing/2014/main" id="{B40830F7-17F4-8996-5EFB-09914AD21EF7}"/>
              </a:ext>
            </a:extLst>
          </p:cNvPr>
          <p:cNvPicPr>
            <a:picLocks noChangeAspect="1"/>
          </p:cNvPicPr>
          <p:nvPr/>
        </p:nvPicPr>
        <p:blipFill>
          <a:blip r:embed="rId5"/>
          <a:stretch>
            <a:fillRect/>
          </a:stretch>
        </p:blipFill>
        <p:spPr>
          <a:xfrm>
            <a:off x="6667499" y="5133594"/>
            <a:ext cx="571501" cy="545124"/>
          </a:xfrm>
          <a:prstGeom prst="rect">
            <a:avLst/>
          </a:prstGeom>
        </p:spPr>
      </p:pic>
      <p:pic>
        <p:nvPicPr>
          <p:cNvPr id="24" name="Grafik 23" descr="Ein Bild, das Symbol, Grafiken, Kreis, Schrift enthält.&#10;&#10;KI-generierte Inhalte können fehlerhaft sein.">
            <a:extLst>
              <a:ext uri="{FF2B5EF4-FFF2-40B4-BE49-F238E27FC236}">
                <a16:creationId xmlns:a16="http://schemas.microsoft.com/office/drawing/2014/main" id="{262A34B0-71F9-70C0-FF77-4C44F3E83A47}"/>
              </a:ext>
            </a:extLst>
          </p:cNvPr>
          <p:cNvPicPr>
            <a:picLocks noChangeAspect="1"/>
          </p:cNvPicPr>
          <p:nvPr/>
        </p:nvPicPr>
        <p:blipFill>
          <a:blip r:embed="rId6"/>
          <a:stretch>
            <a:fillRect/>
          </a:stretch>
        </p:blipFill>
        <p:spPr>
          <a:xfrm>
            <a:off x="1327637" y="7596553"/>
            <a:ext cx="527539" cy="483578"/>
          </a:xfrm>
          <a:prstGeom prst="rect">
            <a:avLst/>
          </a:prstGeom>
        </p:spPr>
      </p:pic>
      <p:pic>
        <p:nvPicPr>
          <p:cNvPr id="25" name="Grafik 24" descr="Ein Bild, das Kreis, Farbigkeit, Symbol, Design enthält.&#10;&#10;KI-generierte Inhalte können fehlerhaft sein.">
            <a:extLst>
              <a:ext uri="{FF2B5EF4-FFF2-40B4-BE49-F238E27FC236}">
                <a16:creationId xmlns:a16="http://schemas.microsoft.com/office/drawing/2014/main" id="{DA93FA96-6841-00B0-C880-37E554289485}"/>
              </a:ext>
            </a:extLst>
          </p:cNvPr>
          <p:cNvPicPr>
            <a:picLocks noChangeAspect="1"/>
          </p:cNvPicPr>
          <p:nvPr/>
        </p:nvPicPr>
        <p:blipFill>
          <a:blip r:embed="rId7"/>
          <a:stretch>
            <a:fillRect/>
          </a:stretch>
        </p:blipFill>
        <p:spPr>
          <a:xfrm>
            <a:off x="6746633" y="7590690"/>
            <a:ext cx="545123" cy="474786"/>
          </a:xfrm>
          <a:prstGeom prst="rect">
            <a:avLst/>
          </a:prstGeom>
        </p:spPr>
      </p:pic>
      <p:pic>
        <p:nvPicPr>
          <p:cNvPr id="27" name="Grafik 26">
            <a:extLst>
              <a:ext uri="{FF2B5EF4-FFF2-40B4-BE49-F238E27FC236}">
                <a16:creationId xmlns:a16="http://schemas.microsoft.com/office/drawing/2014/main" id="{B98537BE-B90E-E87E-C6A8-98812A781CA5}"/>
              </a:ext>
            </a:extLst>
          </p:cNvPr>
          <p:cNvPicPr>
            <a:picLocks noChangeAspect="1"/>
          </p:cNvPicPr>
          <p:nvPr/>
        </p:nvPicPr>
        <p:blipFill>
          <a:blip r:embed="rId8"/>
          <a:stretch>
            <a:fillRect/>
          </a:stretch>
        </p:blipFill>
        <p:spPr>
          <a:xfrm>
            <a:off x="12113514" y="5115657"/>
            <a:ext cx="535686" cy="5356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dirty="0"/>
              <a:t>WHERE OCM IS SHIPPING - OPEN ECOSYSTEM</a:t>
            </a:r>
          </a:p>
        </p:txBody>
      </p:sp>
      <p:sp>
        <p:nvSpPr>
          <p:cNvPr id="3" name="Title 2"/>
          <p:cNvSpPr>
            <a:spLocks noGrp="1"/>
          </p:cNvSpPr>
          <p:nvPr>
            <p:ph type="title" idx="2"/>
          </p:nvPr>
        </p:nvSpPr>
        <p:spPr/>
        <p:txBody>
          <a:bodyPr/>
          <a:lstStyle/>
          <a:p>
            <a:r>
              <a:rPr lang="en-US" noProof="0"/>
              <a:t>Peer in the open ecosystem.</a:t>
            </a:r>
          </a:p>
        </p:txBody>
      </p:sp>
      <p:pic>
        <p:nvPicPr>
          <p:cNvPr id="4" name="Picture 3" descr="gardener-horizontal-color_720.png">
            <a:hlinkClick r:id="rId3"/>
          </p:cNvPr>
          <p:cNvPicPr>
            <a:picLocks noChangeAspect="1"/>
          </p:cNvPicPr>
          <p:nvPr/>
        </p:nvPicPr>
        <p:blipFill>
          <a:blip r:embed="rId4"/>
          <a:stretch>
            <a:fillRect/>
          </a:stretch>
        </p:blipFill>
        <p:spPr>
          <a:xfrm>
            <a:off x="776216" y="5159068"/>
            <a:ext cx="4887604" cy="1424626"/>
          </a:xfrm>
          <a:prstGeom prst="rect">
            <a:avLst/>
          </a:prstGeom>
        </p:spPr>
      </p:pic>
      <p:pic>
        <p:nvPicPr>
          <p:cNvPr id="6" name="Picture 5" descr="kyma-icon-color_720.png">
            <a:hlinkClick r:id="rId5"/>
          </p:cNvPr>
          <p:cNvPicPr>
            <a:picLocks noChangeAspect="1"/>
          </p:cNvPicPr>
          <p:nvPr/>
        </p:nvPicPr>
        <p:blipFill>
          <a:blip r:embed="rId6"/>
          <a:stretch>
            <a:fillRect/>
          </a:stretch>
        </p:blipFill>
        <p:spPr>
          <a:xfrm>
            <a:off x="6282703" y="5299881"/>
            <a:ext cx="1179025" cy="1143000"/>
          </a:xfrm>
          <a:prstGeom prst="rect">
            <a:avLst/>
          </a:prstGeom>
        </p:spPr>
      </p:pic>
      <p:sp>
        <p:nvSpPr>
          <p:cNvPr id="7" name="TextBox 6"/>
          <p:cNvSpPr txBox="1"/>
          <p:nvPr/>
        </p:nvSpPr>
        <p:spPr>
          <a:xfrm>
            <a:off x="6503814" y="6583986"/>
            <a:ext cx="736805" cy="369332"/>
          </a:xfrm>
          <a:prstGeom prst="rect">
            <a:avLst/>
          </a:prstGeom>
          <a:noFill/>
        </p:spPr>
        <p:txBody>
          <a:bodyPr wrap="none" lIns="0" tIns="0" rIns="0" bIns="0" anchor="t">
            <a:spAutoFit/>
          </a:bodyPr>
          <a:lstStyle/>
          <a:p>
            <a:pPr algn="ctr"/>
            <a:r>
              <a:rPr lang="en-US" sz="2400">
                <a:solidFill>
                  <a:srgbClr val="6B7280"/>
                </a:solidFill>
              </a:rPr>
              <a:t>Kyma</a:t>
            </a:r>
            <a:endParaRPr lang="de-DE" sz="2000"/>
          </a:p>
        </p:txBody>
      </p:sp>
      <p:pic>
        <p:nvPicPr>
          <p:cNvPr id="8" name="Picture 7" descr="opencontrolplane-icon-color_720.png">
            <a:hlinkClick r:id="rId7"/>
          </p:cNvPr>
          <p:cNvPicPr>
            <a:picLocks noChangeAspect="1"/>
          </p:cNvPicPr>
          <p:nvPr/>
        </p:nvPicPr>
        <p:blipFill>
          <a:blip r:embed="rId8"/>
          <a:stretch>
            <a:fillRect/>
          </a:stretch>
        </p:blipFill>
        <p:spPr>
          <a:xfrm>
            <a:off x="9729992" y="5197523"/>
            <a:ext cx="1145292" cy="1288007"/>
          </a:xfrm>
          <a:prstGeom prst="rect">
            <a:avLst/>
          </a:prstGeom>
        </p:spPr>
      </p:pic>
      <p:sp>
        <p:nvSpPr>
          <p:cNvPr id="9" name="TextBox 8"/>
          <p:cNvSpPr txBox="1"/>
          <p:nvPr/>
        </p:nvSpPr>
        <p:spPr>
          <a:xfrm>
            <a:off x="9064287" y="6583986"/>
            <a:ext cx="2485232" cy="369332"/>
          </a:xfrm>
          <a:prstGeom prst="rect">
            <a:avLst/>
          </a:prstGeom>
          <a:noFill/>
        </p:spPr>
        <p:txBody>
          <a:bodyPr wrap="none" lIns="0" tIns="0" rIns="0" bIns="0" anchor="t">
            <a:spAutoFit/>
          </a:bodyPr>
          <a:lstStyle/>
          <a:p>
            <a:pPr algn="ctr"/>
            <a:r>
              <a:rPr lang="en-US" sz="2400" dirty="0" err="1">
                <a:solidFill>
                  <a:srgbClr val="6B7280"/>
                </a:solidFill>
              </a:rPr>
              <a:t>OpenControlPlane</a:t>
            </a:r>
            <a:endParaRPr lang="de-DE" sz="2400"/>
          </a:p>
        </p:txBody>
      </p:sp>
      <p:pic>
        <p:nvPicPr>
          <p:cNvPr id="10" name="Picture 9" descr="konfidence-horizontal-light_720.png">
            <a:hlinkClick r:id="rId9"/>
          </p:cNvPr>
          <p:cNvPicPr>
            <a:picLocks noChangeAspect="1"/>
          </p:cNvPicPr>
          <p:nvPr/>
        </p:nvPicPr>
        <p:blipFill>
          <a:blip r:embed="rId10"/>
          <a:stretch>
            <a:fillRect/>
          </a:stretch>
        </p:blipFill>
        <p:spPr>
          <a:xfrm>
            <a:off x="12504761" y="5568999"/>
            <a:ext cx="4691417" cy="596236"/>
          </a:xfrm>
          <a:prstGeom prst="rect">
            <a:avLst/>
          </a:prstGeom>
        </p:spPr>
      </p:pic>
      <p:grpSp>
        <p:nvGrpSpPr>
          <p:cNvPr id="14" name="Gruppieren 13">
            <a:extLst>
              <a:ext uri="{FF2B5EF4-FFF2-40B4-BE49-F238E27FC236}">
                <a16:creationId xmlns:a16="http://schemas.microsoft.com/office/drawing/2014/main" id="{20D082BF-DA3F-2809-48D0-107DBCA3F8BB}"/>
              </a:ext>
            </a:extLst>
          </p:cNvPr>
          <p:cNvGrpSpPr/>
          <p:nvPr/>
        </p:nvGrpSpPr>
        <p:grpSpPr>
          <a:xfrm>
            <a:off x="6723524" y="8459415"/>
            <a:ext cx="4840952" cy="584679"/>
            <a:chOff x="6041452" y="8037273"/>
            <a:chExt cx="4840952" cy="584679"/>
          </a:xfrm>
        </p:grpSpPr>
        <p:pic>
          <p:nvPicPr>
            <p:cNvPr id="15" name="Picture 3" descr="neonephos-foundation-horizontal-color_640_crop.png">
              <a:hlinkClick r:id="rId11"/>
              <a:extLst>
                <a:ext uri="{FF2B5EF4-FFF2-40B4-BE49-F238E27FC236}">
                  <a16:creationId xmlns:a16="http://schemas.microsoft.com/office/drawing/2014/main" id="{7DE60AA8-AFD2-CD57-ABE7-BAF3E61BA33A}"/>
                </a:ext>
              </a:extLst>
            </p:cNvPr>
            <p:cNvPicPr>
              <a:picLocks noChangeAspect="1"/>
            </p:cNvPicPr>
            <p:nvPr/>
          </p:nvPicPr>
          <p:blipFill>
            <a:blip r:embed="rId12"/>
            <a:stretch>
              <a:fillRect/>
            </a:stretch>
          </p:blipFill>
          <p:spPr>
            <a:xfrm>
              <a:off x="7834404" y="8037273"/>
              <a:ext cx="3048000" cy="584679"/>
            </a:xfrm>
            <a:prstGeom prst="rect">
              <a:avLst/>
            </a:prstGeom>
          </p:spPr>
        </p:pic>
        <p:sp>
          <p:nvSpPr>
            <p:cNvPr id="16" name="TextBox 12">
              <a:extLst>
                <a:ext uri="{FF2B5EF4-FFF2-40B4-BE49-F238E27FC236}">
                  <a16:creationId xmlns:a16="http://schemas.microsoft.com/office/drawing/2014/main" id="{A767F18A-53E9-4995-DB07-5590E6344080}"/>
                </a:ext>
              </a:extLst>
            </p:cNvPr>
            <p:cNvSpPr txBox="1"/>
            <p:nvPr/>
          </p:nvSpPr>
          <p:spPr>
            <a:xfrm>
              <a:off x="6041452" y="8144947"/>
              <a:ext cx="1678345" cy="369332"/>
            </a:xfrm>
            <a:prstGeom prst="rect">
              <a:avLst/>
            </a:prstGeom>
            <a:noFill/>
          </p:spPr>
          <p:txBody>
            <a:bodyPr wrap="none" lIns="0" tIns="0" rIns="0" bIns="0">
              <a:spAutoFit/>
            </a:bodyPr>
            <a:lstStyle/>
            <a:p>
              <a:pPr algn="r"/>
              <a:r>
                <a:rPr lang="en-US" sz="2400" i="0" noProof="0">
                  <a:solidFill>
                    <a:srgbClr val="0A3A99"/>
                  </a:solidFill>
                  <a:latin typeface="Aptos"/>
                </a:rPr>
                <a:t>Aligned with </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dirty="0"/>
              <a:t>WHERE OCM IS SHIPPING - SAP</a:t>
            </a:r>
          </a:p>
        </p:txBody>
      </p:sp>
      <p:sp>
        <p:nvSpPr>
          <p:cNvPr id="3" name="Title 2"/>
          <p:cNvSpPr>
            <a:spLocks noGrp="1"/>
          </p:cNvSpPr>
          <p:nvPr>
            <p:ph type="title" idx="2"/>
          </p:nvPr>
        </p:nvSpPr>
        <p:spPr/>
        <p:txBody>
          <a:bodyPr>
            <a:normAutofit fontScale="90000"/>
          </a:bodyPr>
          <a:lstStyle/>
          <a:p>
            <a:r>
              <a:rPr lang="en-US"/>
              <a:t>Five SAP teams. Already </a:t>
            </a:r>
            <a:r>
              <a:rPr lang="en-US" sz="8000"/>
              <a:t>running</a:t>
            </a:r>
            <a:r>
              <a:rPr lang="en-US"/>
              <a:t> on OCM</a:t>
            </a:r>
            <a:endParaRPr lang="en-US" noProof="0"/>
          </a:p>
        </p:txBody>
      </p:sp>
      <p:sp>
        <p:nvSpPr>
          <p:cNvPr id="4" name="Text Placeholder 3"/>
          <p:cNvSpPr>
            <a:spLocks noGrp="1"/>
          </p:cNvSpPr>
          <p:nvPr>
            <p:ph type="body" idx="10"/>
          </p:nvPr>
        </p:nvSpPr>
        <p:spPr/>
        <p:txBody>
          <a:bodyPr/>
          <a:lstStyle/>
          <a:p>
            <a:pPr>
              <a:spcBef>
                <a:spcPts val="800"/>
              </a:spcBef>
              <a:spcAft>
                <a:spcPts val="800"/>
              </a:spcAft>
            </a:pPr>
            <a:r>
              <a:rPr lang="en-US" b="1" noProof="0" dirty="0">
                <a:solidFill>
                  <a:srgbClr val="0F6BFF"/>
                </a:solidFill>
              </a:rPr>
              <a:t>▪  </a:t>
            </a:r>
            <a:r>
              <a:rPr lang="en-US" noProof="0" dirty="0">
                <a:solidFill>
                  <a:srgbClr val="000000"/>
                </a:solidFill>
              </a:rPr>
              <a:t>Hyperspace:</a:t>
            </a:r>
            <a:r>
              <a:rPr lang="en-US" noProof="0" dirty="0"/>
              <a:t> internal Dev Portal &amp; product delivery.</a:t>
            </a:r>
          </a:p>
          <a:p>
            <a:pPr>
              <a:spcBef>
                <a:spcPts val="800"/>
              </a:spcBef>
              <a:spcAft>
                <a:spcPts val="800"/>
              </a:spcAft>
            </a:pPr>
            <a:r>
              <a:rPr lang="en-US" b="1" noProof="0" dirty="0">
                <a:solidFill>
                  <a:srgbClr val="0F6BFF"/>
                </a:solidFill>
              </a:rPr>
              <a:t>▪  </a:t>
            </a:r>
            <a:r>
              <a:rPr lang="en-US" noProof="0" dirty="0">
                <a:solidFill>
                  <a:srgbClr val="000000"/>
                </a:solidFill>
              </a:rPr>
              <a:t>Release-Based Shipment Channel (RBSC): </a:t>
            </a:r>
            <a:r>
              <a:rPr lang="en-US" noProof="0" dirty="0"/>
              <a:t>customer shipment channel.</a:t>
            </a:r>
          </a:p>
          <a:p>
            <a:pPr>
              <a:spcBef>
                <a:spcPts val="800"/>
              </a:spcBef>
              <a:spcAft>
                <a:spcPts val="800"/>
              </a:spcAft>
            </a:pPr>
            <a:r>
              <a:rPr lang="en-US" b="1" noProof="0" dirty="0">
                <a:solidFill>
                  <a:srgbClr val="0F6BFF"/>
                </a:solidFill>
              </a:rPr>
              <a:t>▪  </a:t>
            </a:r>
            <a:r>
              <a:rPr lang="en-US" noProof="0" dirty="0">
                <a:solidFill>
                  <a:srgbClr val="000000"/>
                </a:solidFill>
              </a:rPr>
              <a:t>Common Service Infrastructure (CSI): </a:t>
            </a:r>
            <a:r>
              <a:rPr lang="en-US" noProof="0" dirty="0"/>
              <a:t>shared internal services platform.</a:t>
            </a:r>
          </a:p>
          <a:p>
            <a:pPr>
              <a:spcBef>
                <a:spcPts val="800"/>
              </a:spcBef>
              <a:spcAft>
                <a:spcPts val="800"/>
              </a:spcAft>
            </a:pPr>
            <a:r>
              <a:rPr lang="en-US" b="1" noProof="0" dirty="0">
                <a:solidFill>
                  <a:srgbClr val="0F6BFF"/>
                </a:solidFill>
              </a:rPr>
              <a:t>▪  </a:t>
            </a:r>
            <a:r>
              <a:rPr lang="en-US" noProof="0" dirty="0">
                <a:solidFill>
                  <a:srgbClr val="000000"/>
                </a:solidFill>
              </a:rPr>
              <a:t>Steampunk: ABAP Development</a:t>
            </a:r>
            <a:r>
              <a:rPr lang="en-US" noProof="0" dirty="0"/>
              <a:t> PaaS.</a:t>
            </a:r>
            <a:endParaRPr lang="en-US" noProof="0" dirty="0">
              <a:solidFill>
                <a:srgbClr val="000000"/>
              </a:solidFill>
            </a:endParaRPr>
          </a:p>
          <a:p>
            <a:pPr>
              <a:spcBef>
                <a:spcPts val="800"/>
              </a:spcBef>
              <a:spcAft>
                <a:spcPts val="800"/>
              </a:spcAft>
            </a:pPr>
            <a:r>
              <a:rPr lang="en-US" b="1" noProof="0" dirty="0">
                <a:solidFill>
                  <a:srgbClr val="0F6BFF"/>
                </a:solidFill>
              </a:rPr>
              <a:t>▪ </a:t>
            </a:r>
            <a:r>
              <a:rPr lang="en-US" b="1" dirty="0">
                <a:solidFill>
                  <a:srgbClr val="0F6BFF"/>
                </a:solidFill>
              </a:rPr>
              <a:t> </a:t>
            </a:r>
            <a:r>
              <a:rPr lang="en-US" dirty="0"/>
              <a:t>Sovereign Services &amp; Delivery: operates SAP products in sovereign clouds</a:t>
            </a:r>
            <a:endParaRPr lang="en-US"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
          </p:nvPr>
        </p:nvSpPr>
        <p:spPr/>
        <p:txBody>
          <a:bodyPr>
            <a:normAutofit fontScale="90000"/>
          </a:bodyPr>
          <a:lstStyle/>
          <a:p>
            <a:r>
              <a:rPr lang="en-US" noProof="1">
                <a:solidFill>
                  <a:srgbClr val="FFFFFF"/>
                </a:solidFill>
              </a:rPr>
              <a:t>Sponsor. Scale. Standardize.</a:t>
            </a:r>
          </a:p>
        </p:txBody>
      </p:sp>
      <p:sp>
        <p:nvSpPr>
          <p:cNvPr id="3" name="Text Placeholder 2"/>
          <p:cNvSpPr>
            <a:spLocks noGrp="1"/>
          </p:cNvSpPr>
          <p:nvPr>
            <p:ph type="body" idx="2"/>
          </p:nvPr>
        </p:nvSpPr>
        <p:spPr>
          <a:xfrm>
            <a:off x="914400" y="4381500"/>
            <a:ext cx="16192500" cy="1524000"/>
          </a:xfrm>
        </p:spPr>
        <p:txBody>
          <a:bodyPr/>
          <a:lstStyle/>
          <a:p>
            <a:r>
              <a:rPr lang="en-US" b="1" noProof="1">
                <a:solidFill>
                  <a:srgbClr val="5CD6FF"/>
                </a:solidFill>
              </a:rPr>
              <a:t>Sponsor</a:t>
            </a:r>
            <a:r>
              <a:rPr lang="en-US" noProof="1">
                <a:solidFill>
                  <a:srgbClr val="FFFFFF"/>
                </a:solidFill>
              </a:rPr>
              <a:t> -  Allocate engineering capacity to OCM stewardship in your LoB.</a:t>
            </a:r>
          </a:p>
          <a:p>
            <a:r>
              <a:rPr lang="en-US" b="1" noProof="1">
                <a:solidFill>
                  <a:srgbClr val="5CD6FF"/>
                </a:solidFill>
              </a:rPr>
              <a:t>Scale</a:t>
            </a:r>
            <a:r>
              <a:rPr lang="en-US" noProof="1">
                <a:solidFill>
                  <a:srgbClr val="FFFFFF"/>
                </a:solidFill>
              </a:rPr>
              <a:t> -  </a:t>
            </a:r>
            <a:r>
              <a:rPr lang="en-US" noProof="1"/>
              <a:t>Pack one regulated component as an OCM component this quarter.</a:t>
            </a:r>
          </a:p>
          <a:p>
            <a:r>
              <a:rPr lang="en-US" b="1" noProof="1">
                <a:solidFill>
                  <a:srgbClr val="5CD6FF"/>
                </a:solidFill>
              </a:rPr>
              <a:t>Standardize</a:t>
            </a:r>
            <a:r>
              <a:rPr lang="en-US" noProof="1">
                <a:solidFill>
                  <a:srgbClr val="FFFFFF"/>
                </a:solidFill>
              </a:rPr>
              <a:t>  - Bring your LoB into the OCM steering conversation -  </a:t>
            </a:r>
            <a:r>
              <a:rPr lang="en-US" b="1" noProof="1">
                <a:solidFill>
                  <a:srgbClr val="FFFFFF"/>
                </a:solidFill>
              </a:rPr>
              <a:t>SAP Slack </a:t>
            </a:r>
            <a:r>
              <a:rPr lang="en-US" noProof="1">
                <a:solidFill>
                  <a:srgbClr val="FFFFFF"/>
                </a:solidFill>
              </a:rPr>
              <a:t>#sap-tech-ocm.</a:t>
            </a:r>
          </a:p>
        </p:txBody>
      </p:sp>
      <p:pic>
        <p:nvPicPr>
          <p:cNvPr id="4" name="Picture 3" descr="ocm-horizontal-white_400.png"/>
          <p:cNvPicPr>
            <a:picLocks noChangeAspect="1"/>
          </p:cNvPicPr>
          <p:nvPr/>
        </p:nvPicPr>
        <p:blipFill>
          <a:blip r:embed="rId3"/>
          <a:stretch>
            <a:fillRect/>
          </a:stretch>
        </p:blipFill>
        <p:spPr>
          <a:xfrm>
            <a:off x="914400" y="9029700"/>
            <a:ext cx="1905000" cy="723900"/>
          </a:xfrm>
          <a:prstGeom prst="rect">
            <a:avLst/>
          </a:prstGeom>
        </p:spPr>
      </p:pic>
      <p:pic>
        <p:nvPicPr>
          <p:cNvPr id="5" name="Picture 4" descr="neonephos-foundation-horizontal-white_400.png"/>
          <p:cNvPicPr>
            <a:picLocks noChangeAspect="1"/>
          </p:cNvPicPr>
          <p:nvPr/>
        </p:nvPicPr>
        <p:blipFill>
          <a:blip r:embed="rId4"/>
          <a:stretch>
            <a:fillRect/>
          </a:stretch>
        </p:blipFill>
        <p:spPr>
          <a:xfrm>
            <a:off x="14833600" y="9258300"/>
            <a:ext cx="2540000" cy="495300"/>
          </a:xfrm>
          <a:prstGeom prst="rect">
            <a:avLst/>
          </a:prstGeom>
        </p:spPr>
      </p:pic>
      <p:pic>
        <p:nvPicPr>
          <p:cNvPr id="6" name="Grafik 5">
            <a:extLst>
              <a:ext uri="{FF2B5EF4-FFF2-40B4-BE49-F238E27FC236}">
                <a16:creationId xmlns:a16="http://schemas.microsoft.com/office/drawing/2014/main" id="{AA01D47D-DD13-3740-B6B8-80CFDDD6E0B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4400" y="6087254"/>
            <a:ext cx="952500" cy="952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143000" y="1088629"/>
            <a:ext cx="16002000" cy="457200"/>
          </a:xfrm>
        </p:spPr>
        <p:txBody>
          <a:bodyPr>
            <a:normAutofit lnSpcReduction="10000"/>
          </a:bodyPr>
          <a:lstStyle/>
          <a:p>
            <a:r>
              <a:rPr lang="en-US" noProof="0" dirty="0"/>
              <a:t>APPENDIX - ABBREVIATIONS</a:t>
            </a:r>
          </a:p>
        </p:txBody>
      </p:sp>
      <p:sp>
        <p:nvSpPr>
          <p:cNvPr id="3" name="Title 2"/>
          <p:cNvSpPr>
            <a:spLocks noGrp="1"/>
          </p:cNvSpPr>
          <p:nvPr>
            <p:ph type="title" idx="2"/>
          </p:nvPr>
        </p:nvSpPr>
        <p:spPr>
          <a:xfrm>
            <a:off x="1143000" y="1545829"/>
            <a:ext cx="16002000" cy="2236176"/>
          </a:xfrm>
        </p:spPr>
        <p:txBody>
          <a:bodyPr vert="horz" wrap="square" lIns="0" tIns="0" rIns="0" bIns="0" rtlCol="0" anchor="t">
            <a:noAutofit/>
          </a:bodyPr>
          <a:lstStyle/>
          <a:p>
            <a:r>
              <a:rPr lang="en-US" sz="8000" noProof="0"/>
              <a:t>Quick reference for the acronyms used in this deck.</a:t>
            </a:r>
          </a:p>
        </p:txBody>
      </p:sp>
      <p:sp>
        <p:nvSpPr>
          <p:cNvPr id="4" name="TextBox 3"/>
          <p:cNvSpPr txBox="1"/>
          <p:nvPr/>
        </p:nvSpPr>
        <p:spPr>
          <a:xfrm>
            <a:off x="1143000" y="4252237"/>
            <a:ext cx="7715250" cy="5345053"/>
          </a:xfrm>
          <a:prstGeom prst="rect">
            <a:avLst/>
          </a:prstGeom>
          <a:noFill/>
        </p:spPr>
        <p:txBody>
          <a:bodyPr wrap="square" lIns="0" tIns="0" rIns="0" bIns="0" anchor="t">
            <a:spAutoFit/>
          </a:bodyPr>
          <a:lstStyle/>
          <a:p>
            <a:pPr>
              <a:spcBef>
                <a:spcPts val="200"/>
              </a:spcBef>
              <a:spcAft>
                <a:spcPts val="600"/>
              </a:spcAft>
            </a:pPr>
            <a:r>
              <a:rPr lang="en-US" sz="1600" b="1" noProof="0" dirty="0">
                <a:solidFill>
                  <a:srgbClr val="0F6BFF"/>
                </a:solidFill>
                <a:latin typeface="Aptos"/>
              </a:rPr>
              <a:t>BSI C5</a:t>
            </a:r>
            <a:r>
              <a:rPr lang="en-US" sz="1400" noProof="0" dirty="0">
                <a:solidFill>
                  <a:srgbClr val="000000"/>
                </a:solidFill>
                <a:latin typeface="Aptos"/>
              </a:rPr>
              <a:t>  -  Bundesamt für Sicherheit in der Informationstechnik - Cloud Computing Compliance Criteria Catalogue.</a:t>
            </a:r>
          </a:p>
          <a:p>
            <a:pPr>
              <a:spcBef>
                <a:spcPts val="200"/>
              </a:spcBef>
              <a:spcAft>
                <a:spcPts val="600"/>
              </a:spcAft>
            </a:pPr>
            <a:r>
              <a:rPr lang="en-US" sz="1600" b="1" noProof="0" dirty="0">
                <a:solidFill>
                  <a:srgbClr val="0F6BFF"/>
                </a:solidFill>
                <a:latin typeface="Aptos"/>
              </a:rPr>
              <a:t>BTP</a:t>
            </a:r>
            <a:r>
              <a:rPr lang="en-US" sz="1400" noProof="0" dirty="0">
                <a:solidFill>
                  <a:srgbClr val="000000"/>
                </a:solidFill>
                <a:latin typeface="Aptos"/>
              </a:rPr>
              <a:t>  -  SAP Business Technology Platform.</a:t>
            </a:r>
          </a:p>
          <a:p>
            <a:pPr>
              <a:spcBef>
                <a:spcPts val="200"/>
              </a:spcBef>
              <a:spcAft>
                <a:spcPts val="600"/>
              </a:spcAft>
            </a:pPr>
            <a:r>
              <a:rPr lang="en-US" sz="1600" b="1" noProof="0" dirty="0">
                <a:solidFill>
                  <a:srgbClr val="0F6BFF"/>
                </a:solidFill>
                <a:latin typeface="Aptos"/>
              </a:rPr>
              <a:t>CRA</a:t>
            </a:r>
            <a:r>
              <a:rPr lang="en-US" sz="1400" noProof="0" dirty="0">
                <a:solidFill>
                  <a:srgbClr val="000000"/>
                </a:solidFill>
                <a:latin typeface="Aptos"/>
              </a:rPr>
              <a:t>  -  Cyber Resilience Act - EU regulation on cybersecurity for products with digital elements.</a:t>
            </a:r>
          </a:p>
          <a:p>
            <a:pPr>
              <a:spcBef>
                <a:spcPts val="200"/>
              </a:spcBef>
              <a:spcAft>
                <a:spcPts val="600"/>
              </a:spcAft>
            </a:pPr>
            <a:r>
              <a:rPr lang="en-US" sz="1600" b="1" noProof="0" dirty="0">
                <a:solidFill>
                  <a:srgbClr val="0F6BFF"/>
                </a:solidFill>
                <a:latin typeface="Aptos"/>
              </a:rPr>
              <a:t>DORA</a:t>
            </a:r>
            <a:r>
              <a:rPr lang="en-US" sz="1400" noProof="0" dirty="0">
                <a:solidFill>
                  <a:srgbClr val="000000"/>
                </a:solidFill>
                <a:latin typeface="Aptos"/>
              </a:rPr>
              <a:t>  -  Digital Operational Resilience Act - EU regulation on ICT risk management in financial services.</a:t>
            </a:r>
          </a:p>
          <a:p>
            <a:pPr>
              <a:spcBef>
                <a:spcPts val="200"/>
              </a:spcBef>
              <a:spcAft>
                <a:spcPts val="600"/>
              </a:spcAft>
            </a:pPr>
            <a:r>
              <a:rPr lang="en-US" sz="1600" b="1" noProof="0" dirty="0">
                <a:solidFill>
                  <a:srgbClr val="0F6BFF"/>
                </a:solidFill>
                <a:latin typeface="Aptos"/>
              </a:rPr>
              <a:t>FedRAMP</a:t>
            </a:r>
            <a:r>
              <a:rPr lang="en-US" sz="1400" noProof="0" dirty="0">
                <a:solidFill>
                  <a:srgbClr val="000000"/>
                </a:solidFill>
                <a:latin typeface="Aptos"/>
              </a:rPr>
              <a:t>  -  Federal Risk and Authorization Management Program - US standardised cloud security assessment.</a:t>
            </a:r>
          </a:p>
          <a:p>
            <a:pPr>
              <a:spcBef>
                <a:spcPts val="200"/>
              </a:spcBef>
              <a:spcAft>
                <a:spcPts val="600"/>
              </a:spcAft>
            </a:pPr>
            <a:r>
              <a:rPr lang="en-US" sz="1600" b="1" noProof="0" dirty="0">
                <a:solidFill>
                  <a:srgbClr val="0F6BFF"/>
                </a:solidFill>
                <a:latin typeface="Aptos"/>
              </a:rPr>
              <a:t>FISMA</a:t>
            </a:r>
            <a:r>
              <a:rPr lang="en-US" sz="1400" noProof="0" dirty="0">
                <a:solidFill>
                  <a:srgbClr val="000000"/>
                </a:solidFill>
                <a:latin typeface="Aptos"/>
              </a:rPr>
              <a:t>  -  Federal Information Security Modernization Act - US federal information security mandate.</a:t>
            </a:r>
          </a:p>
          <a:p>
            <a:pPr>
              <a:spcBef>
                <a:spcPts val="200"/>
              </a:spcBef>
              <a:spcAft>
                <a:spcPts val="600"/>
              </a:spcAft>
            </a:pPr>
            <a:r>
              <a:rPr lang="en-US" sz="1600" b="1" noProof="0" dirty="0">
                <a:solidFill>
                  <a:srgbClr val="0F6BFF"/>
                </a:solidFill>
                <a:latin typeface="Aptos"/>
              </a:rPr>
              <a:t>Grype</a:t>
            </a:r>
            <a:r>
              <a:rPr lang="en-US" sz="1400" noProof="0" dirty="0">
                <a:solidFill>
                  <a:srgbClr val="000000"/>
                </a:solidFill>
                <a:latin typeface="Aptos"/>
              </a:rPr>
              <a:t>  -  Open-source vulnerability scanner for container images and filesystems (Anchore).</a:t>
            </a:r>
          </a:p>
          <a:p>
            <a:pPr>
              <a:spcBef>
                <a:spcPts val="200"/>
              </a:spcBef>
              <a:spcAft>
                <a:spcPts val="600"/>
              </a:spcAft>
            </a:pPr>
            <a:r>
              <a:rPr lang="en-US" sz="1600" b="1" noProof="0" dirty="0">
                <a:solidFill>
                  <a:srgbClr val="0F6BFF"/>
                </a:solidFill>
                <a:latin typeface="Aptos"/>
              </a:rPr>
              <a:t>Helm</a:t>
            </a:r>
            <a:r>
              <a:rPr lang="en-US" sz="1400" noProof="0" dirty="0">
                <a:solidFill>
                  <a:srgbClr val="000000"/>
                </a:solidFill>
                <a:latin typeface="Aptos"/>
              </a:rPr>
              <a:t>  -  Package manager for Kubernetes; reference artifact type for OCM.</a:t>
            </a:r>
          </a:p>
          <a:p>
            <a:pPr>
              <a:spcBef>
                <a:spcPts val="200"/>
              </a:spcBef>
              <a:spcAft>
                <a:spcPts val="600"/>
              </a:spcAft>
            </a:pPr>
            <a:r>
              <a:rPr lang="en-US" sz="1600" b="1" noProof="0" dirty="0">
                <a:solidFill>
                  <a:srgbClr val="0F6BFF"/>
                </a:solidFill>
                <a:latin typeface="Aptos"/>
              </a:rPr>
              <a:t>LoB</a:t>
            </a:r>
            <a:r>
              <a:rPr lang="en-US" sz="1400" noProof="0" dirty="0">
                <a:solidFill>
                  <a:srgbClr val="000000"/>
                </a:solidFill>
                <a:latin typeface="Aptos"/>
              </a:rPr>
              <a:t>  -  Line of Business - SAP organisational unit owning a product portfolio.</a:t>
            </a:r>
          </a:p>
          <a:p>
            <a:pPr>
              <a:spcBef>
                <a:spcPts val="200"/>
              </a:spcBef>
              <a:spcAft>
                <a:spcPts val="600"/>
              </a:spcAft>
            </a:pPr>
            <a:r>
              <a:rPr lang="en-US" sz="1600" b="1" noProof="0" dirty="0">
                <a:solidFill>
                  <a:srgbClr val="0F6BFF"/>
                </a:solidFill>
                <a:latin typeface="Aptos"/>
              </a:rPr>
              <a:t>NeoNephos</a:t>
            </a:r>
            <a:r>
              <a:rPr lang="en-US" sz="1400" noProof="0" dirty="0">
                <a:solidFill>
                  <a:srgbClr val="000000"/>
                </a:solidFill>
                <a:latin typeface="Aptos"/>
              </a:rPr>
              <a:t>  -  European foundation for sovereign cloud open-source projects, hosted under the Linux Foundation.</a:t>
            </a:r>
          </a:p>
          <a:p>
            <a:pPr>
              <a:spcBef>
                <a:spcPts val="200"/>
              </a:spcBef>
              <a:spcAft>
                <a:spcPts val="600"/>
              </a:spcAft>
            </a:pPr>
            <a:r>
              <a:rPr lang="en-US" sz="1600" b="1" noProof="0" dirty="0">
                <a:solidFill>
                  <a:srgbClr val="0F6BFF"/>
                </a:solidFill>
                <a:latin typeface="Aptos"/>
              </a:rPr>
              <a:t>NIS2</a:t>
            </a:r>
            <a:r>
              <a:rPr lang="en-US" sz="1400" noProof="0" dirty="0">
                <a:solidFill>
                  <a:srgbClr val="000000"/>
                </a:solidFill>
                <a:latin typeface="Aptos"/>
              </a:rPr>
              <a:t>  -  Network and Information Security Directive 2 - EU baseline for cybersecurity of essential entities.</a:t>
            </a:r>
          </a:p>
          <a:p>
            <a:pPr>
              <a:spcBef>
                <a:spcPts val="200"/>
              </a:spcBef>
              <a:spcAft>
                <a:spcPts val="600"/>
              </a:spcAft>
            </a:pPr>
            <a:r>
              <a:rPr lang="en-US" sz="1600" b="1" noProof="0" dirty="0">
                <a:solidFill>
                  <a:srgbClr val="0F6BFF"/>
                </a:solidFill>
                <a:latin typeface="Aptos"/>
              </a:rPr>
              <a:t>OCI</a:t>
            </a:r>
            <a:r>
              <a:rPr lang="en-US" sz="1400" noProof="0" dirty="0">
                <a:solidFill>
                  <a:srgbClr val="000000"/>
                </a:solidFill>
                <a:latin typeface="Aptos"/>
              </a:rPr>
              <a:t>  -  Open Container Initiative - open standards for container image format and distribution.</a:t>
            </a:r>
          </a:p>
        </p:txBody>
      </p:sp>
      <p:sp>
        <p:nvSpPr>
          <p:cNvPr id="5" name="TextBox 4"/>
          <p:cNvSpPr txBox="1"/>
          <p:nvPr/>
        </p:nvSpPr>
        <p:spPr>
          <a:xfrm>
            <a:off x="9429750" y="4252237"/>
            <a:ext cx="7715250" cy="4380686"/>
          </a:xfrm>
          <a:prstGeom prst="rect">
            <a:avLst/>
          </a:prstGeom>
          <a:noFill/>
        </p:spPr>
        <p:txBody>
          <a:bodyPr wrap="square" lIns="0" tIns="0" rIns="0" bIns="0">
            <a:spAutoFit/>
          </a:bodyPr>
          <a:lstStyle/>
          <a:p>
            <a:pPr>
              <a:spcBef>
                <a:spcPts val="200"/>
              </a:spcBef>
              <a:spcAft>
                <a:spcPts val="600"/>
              </a:spcAft>
            </a:pPr>
            <a:r>
              <a:rPr lang="en-US" sz="1600" b="1" noProof="0" dirty="0">
                <a:solidFill>
                  <a:srgbClr val="0F6BFF"/>
                </a:solidFill>
                <a:latin typeface="Aptos"/>
              </a:rPr>
              <a:t>OCM</a:t>
            </a:r>
            <a:r>
              <a:rPr lang="en-US" sz="1400" noProof="0" dirty="0">
                <a:solidFill>
                  <a:srgbClr val="000000"/>
                </a:solidFill>
                <a:latin typeface="Aptos"/>
              </a:rPr>
              <a:t>  -  Open Component Model - vendor-neutral specification for signed, transportable software components.</a:t>
            </a:r>
          </a:p>
          <a:p>
            <a:pPr>
              <a:spcBef>
                <a:spcPts val="200"/>
              </a:spcBef>
              <a:spcAft>
                <a:spcPts val="600"/>
              </a:spcAft>
            </a:pPr>
            <a:r>
              <a:rPr lang="en-US" sz="1600" b="1" noProof="0" dirty="0">
                <a:solidFill>
                  <a:srgbClr val="0F6BFF"/>
                </a:solidFill>
                <a:latin typeface="Aptos"/>
              </a:rPr>
              <a:t>ODG</a:t>
            </a:r>
            <a:r>
              <a:rPr lang="en-US" sz="1400" noProof="0" dirty="0">
                <a:solidFill>
                  <a:srgbClr val="000000"/>
                </a:solidFill>
                <a:latin typeface="Aptos"/>
              </a:rPr>
              <a:t>  -  Open Delivery Gear - OCM-native compliance automation engine and dashboard.</a:t>
            </a:r>
          </a:p>
          <a:p>
            <a:pPr>
              <a:spcBef>
                <a:spcPts val="200"/>
              </a:spcBef>
              <a:spcAft>
                <a:spcPts val="600"/>
              </a:spcAft>
            </a:pPr>
            <a:r>
              <a:rPr lang="en-US" sz="1600" b="1" noProof="0" dirty="0">
                <a:solidFill>
                  <a:srgbClr val="0F6BFF"/>
                </a:solidFill>
                <a:latin typeface="Aptos"/>
              </a:rPr>
              <a:t>OSS</a:t>
            </a:r>
            <a:r>
              <a:rPr lang="en-US" sz="1400" noProof="0" dirty="0">
                <a:solidFill>
                  <a:srgbClr val="000000"/>
                </a:solidFill>
                <a:latin typeface="Aptos"/>
              </a:rPr>
              <a:t>  -  Open Source Software.</a:t>
            </a:r>
          </a:p>
          <a:p>
            <a:pPr>
              <a:spcBef>
                <a:spcPts val="200"/>
              </a:spcBef>
              <a:spcAft>
                <a:spcPts val="600"/>
              </a:spcAft>
            </a:pPr>
            <a:r>
              <a:rPr lang="en-US" sz="1600" b="1" noProof="0" dirty="0">
                <a:solidFill>
                  <a:srgbClr val="0F6BFF"/>
                </a:solidFill>
                <a:latin typeface="Aptos"/>
              </a:rPr>
              <a:t>PKI</a:t>
            </a:r>
            <a:r>
              <a:rPr lang="en-US" sz="1400" noProof="0" dirty="0">
                <a:solidFill>
                  <a:srgbClr val="000000"/>
                </a:solidFill>
                <a:latin typeface="Aptos"/>
              </a:rPr>
              <a:t>  -  Public Key Infrastructure - framework for managing certificates and signing keys.</a:t>
            </a:r>
          </a:p>
          <a:p>
            <a:pPr>
              <a:spcBef>
                <a:spcPts val="200"/>
              </a:spcBef>
              <a:spcAft>
                <a:spcPts val="600"/>
              </a:spcAft>
            </a:pPr>
            <a:r>
              <a:rPr lang="en-US" sz="1600" b="1" noProof="0" dirty="0">
                <a:solidFill>
                  <a:srgbClr val="0F6BFF"/>
                </a:solidFill>
                <a:latin typeface="Aptos"/>
              </a:rPr>
              <a:t>SBOD</a:t>
            </a:r>
            <a:r>
              <a:rPr lang="en-US" sz="1400" noProof="0" dirty="0">
                <a:solidFill>
                  <a:srgbClr val="000000"/>
                </a:solidFill>
                <a:latin typeface="Aptos"/>
              </a:rPr>
              <a:t>  -  Software Bill of Delivery - the OCM component descriptor, signed and traceable. Containing all artifacts and metadata for delivery and deployment.</a:t>
            </a:r>
          </a:p>
          <a:p>
            <a:pPr>
              <a:spcBef>
                <a:spcPts val="200"/>
              </a:spcBef>
              <a:spcAft>
                <a:spcPts val="600"/>
              </a:spcAft>
            </a:pPr>
            <a:r>
              <a:rPr lang="en-US" sz="1600" b="1" noProof="0" dirty="0">
                <a:solidFill>
                  <a:srgbClr val="0F6BFF"/>
                </a:solidFill>
                <a:latin typeface="Aptos"/>
              </a:rPr>
              <a:t>SBOM</a:t>
            </a:r>
            <a:r>
              <a:rPr lang="en-US" sz="1400" noProof="0" dirty="0">
                <a:solidFill>
                  <a:srgbClr val="000000"/>
                </a:solidFill>
                <a:latin typeface="Aptos"/>
              </a:rPr>
              <a:t>  -  Software Bill of Materials - inventory of components and dependencies inside a software artifact.</a:t>
            </a:r>
          </a:p>
          <a:p>
            <a:pPr>
              <a:spcBef>
                <a:spcPts val="200"/>
              </a:spcBef>
              <a:spcAft>
                <a:spcPts val="600"/>
              </a:spcAft>
            </a:pPr>
            <a:r>
              <a:rPr lang="en-US" sz="1600" b="1" noProof="0" dirty="0">
                <a:solidFill>
                  <a:srgbClr val="0F6BFF"/>
                </a:solidFill>
                <a:latin typeface="Aptos"/>
              </a:rPr>
              <a:t>SecNumCloud</a:t>
            </a:r>
            <a:r>
              <a:rPr lang="en-US" sz="1400" noProof="0" dirty="0">
                <a:solidFill>
                  <a:srgbClr val="000000"/>
                </a:solidFill>
                <a:latin typeface="Aptos"/>
              </a:rPr>
              <a:t>  -  French cloud security qualification scheme operated by ANSSI.</a:t>
            </a:r>
          </a:p>
          <a:p>
            <a:pPr>
              <a:spcBef>
                <a:spcPts val="200"/>
              </a:spcBef>
              <a:spcAft>
                <a:spcPts val="600"/>
              </a:spcAft>
            </a:pPr>
            <a:r>
              <a:rPr lang="en-US" sz="1600" b="1" noProof="0" dirty="0">
                <a:solidFill>
                  <a:srgbClr val="0F6BFF"/>
                </a:solidFill>
                <a:latin typeface="Aptos"/>
              </a:rPr>
              <a:t>Sigstore</a:t>
            </a:r>
            <a:r>
              <a:rPr lang="en-US" sz="1400" noProof="0" dirty="0">
                <a:solidFill>
                  <a:srgbClr val="000000"/>
                </a:solidFill>
                <a:latin typeface="Aptos"/>
              </a:rPr>
              <a:t>  -  Open-source project for keyless software signing using OIDC identities.</a:t>
            </a:r>
          </a:p>
          <a:p>
            <a:pPr>
              <a:spcBef>
                <a:spcPts val="200"/>
              </a:spcBef>
              <a:spcAft>
                <a:spcPts val="600"/>
              </a:spcAft>
            </a:pPr>
            <a:r>
              <a:rPr lang="en-US" sz="1600" b="1" noProof="0" dirty="0">
                <a:solidFill>
                  <a:srgbClr val="0F6BFF"/>
                </a:solidFill>
                <a:latin typeface="Aptos"/>
              </a:rPr>
              <a:t>SPDX</a:t>
            </a:r>
            <a:r>
              <a:rPr lang="en-US" sz="1400" noProof="0" dirty="0">
                <a:solidFill>
                  <a:srgbClr val="000000"/>
                </a:solidFill>
                <a:latin typeface="Aptos"/>
              </a:rPr>
              <a:t>  -  Software Package Data Exchange - ISO/IEC 5962 standard format for SBOM data.</a:t>
            </a:r>
          </a:p>
          <a:p>
            <a:pPr>
              <a:spcBef>
                <a:spcPts val="200"/>
              </a:spcBef>
              <a:spcAft>
                <a:spcPts val="600"/>
              </a:spcAft>
            </a:pPr>
            <a:r>
              <a:rPr lang="en-US" sz="1600" b="1" noProof="0" dirty="0">
                <a:solidFill>
                  <a:srgbClr val="0F6BFF"/>
                </a:solidFill>
                <a:latin typeface="Aptos"/>
              </a:rPr>
              <a:t>SWID</a:t>
            </a:r>
            <a:r>
              <a:rPr lang="en-US" sz="1400" noProof="0" dirty="0">
                <a:solidFill>
                  <a:srgbClr val="000000"/>
                </a:solidFill>
                <a:latin typeface="Aptos"/>
              </a:rPr>
              <a:t>  -  Software Identification Tags - ISO/IEC 19770-2 standard for software inventory.</a:t>
            </a:r>
          </a:p>
          <a:p>
            <a:pPr>
              <a:spcBef>
                <a:spcPts val="200"/>
              </a:spcBef>
              <a:spcAft>
                <a:spcPts val="600"/>
              </a:spcAft>
            </a:pPr>
            <a:r>
              <a:rPr lang="en-US" sz="1600" b="1" noProof="0" dirty="0">
                <a:solidFill>
                  <a:srgbClr val="0F6BFF"/>
                </a:solidFill>
                <a:latin typeface="Aptos"/>
              </a:rPr>
              <a:t>Trivy</a:t>
            </a:r>
            <a:r>
              <a:rPr lang="en-US" sz="1400" noProof="0" dirty="0">
                <a:solidFill>
                  <a:srgbClr val="000000"/>
                </a:solidFill>
                <a:latin typeface="Aptos"/>
              </a:rPr>
              <a:t>  -  Open-source security scanner for containers, IaC, and code (Aqua Security).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a:t>TRADEMARK &amp; LICENSE NOTICES (1/2)</a:t>
            </a:r>
          </a:p>
        </p:txBody>
      </p:sp>
      <p:sp>
        <p:nvSpPr>
          <p:cNvPr id="3" name="Title 2"/>
          <p:cNvSpPr>
            <a:spLocks noGrp="1"/>
          </p:cNvSpPr>
          <p:nvPr>
            <p:ph type="title" idx="2"/>
          </p:nvPr>
        </p:nvSpPr>
        <p:spPr/>
        <p:txBody>
          <a:bodyPr>
            <a:normAutofit fontScale="90000"/>
          </a:bodyPr>
          <a:lstStyle/>
          <a:p>
            <a:r>
              <a:rPr lang="en-US" noProof="0"/>
              <a:t>Logos and trademarks named for technical reference.</a:t>
            </a:r>
          </a:p>
        </p:txBody>
      </p:sp>
      <p:sp>
        <p:nvSpPr>
          <p:cNvPr id="4" name="Text Placeholder 3"/>
          <p:cNvSpPr>
            <a:spLocks noGrp="1"/>
          </p:cNvSpPr>
          <p:nvPr>
            <p:ph type="body" idx="10"/>
          </p:nvPr>
        </p:nvSpPr>
        <p:spPr>
          <a:xfrm>
            <a:off x="1143000" y="5524499"/>
            <a:ext cx="16002000" cy="5013586"/>
          </a:xfrm>
        </p:spPr>
        <p:txBody>
          <a:bodyPr>
            <a:noAutofit/>
          </a:bodyPr>
          <a:lstStyle/>
          <a:p>
            <a:pPr>
              <a:spcBef>
                <a:spcPts val="800"/>
              </a:spcBef>
              <a:spcAft>
                <a:spcPts val="800"/>
              </a:spcAft>
            </a:pPr>
            <a:r>
              <a:rPr lang="en-US" sz="2400" b="1" noProof="0" dirty="0">
                <a:solidFill>
                  <a:srgbClr val="0F6BFF"/>
                </a:solidFill>
              </a:rPr>
              <a:t>▪  </a:t>
            </a:r>
            <a:r>
              <a:rPr lang="en-US" sz="2400" noProof="0" dirty="0">
                <a:solidFill>
                  <a:srgbClr val="000000"/>
                </a:solidFill>
              </a:rPr>
              <a:t>SAP, SAP NS2 - trademarks of SAP SE / SAP National Security Services. Editorial use only; no endorsement implied. sap.com · sapns2.com</a:t>
            </a:r>
          </a:p>
          <a:p>
            <a:pPr>
              <a:spcBef>
                <a:spcPts val="800"/>
              </a:spcBef>
              <a:spcAft>
                <a:spcPts val="800"/>
              </a:spcAft>
            </a:pPr>
            <a:r>
              <a:rPr lang="en-US" sz="2400" b="1" noProof="0" dirty="0">
                <a:solidFill>
                  <a:srgbClr val="0F6BFF"/>
                </a:solidFill>
              </a:rPr>
              <a:t>▪  </a:t>
            </a:r>
            <a:r>
              <a:rPr lang="en-US" sz="2400" noProof="0" dirty="0">
                <a:solidFill>
                  <a:srgbClr val="000000"/>
                </a:solidFill>
              </a:rPr>
              <a:t>BWI - trademark of BWI GmbH (Bundeswehr-IT). Editorial use of the Wikimedia public-domain wordmark; verify against BWI press conditions before external publication. bwi.de</a:t>
            </a:r>
          </a:p>
          <a:p>
            <a:pPr>
              <a:spcBef>
                <a:spcPts val="800"/>
              </a:spcBef>
              <a:spcAft>
                <a:spcPts val="800"/>
              </a:spcAft>
            </a:pPr>
            <a:r>
              <a:rPr lang="en-US" sz="2400" b="1" noProof="0" dirty="0">
                <a:solidFill>
                  <a:srgbClr val="0F6BFF"/>
                </a:solidFill>
              </a:rPr>
              <a:t>▪  </a:t>
            </a:r>
            <a:r>
              <a:rPr lang="en-US" sz="2400" noProof="0" dirty="0">
                <a:solidFill>
                  <a:srgbClr val="000000"/>
                </a:solidFill>
              </a:rPr>
              <a:t>Gardener, Platform Mesh, NeoNephos Foundation - Linux Foundation Europe artwork; usage governed by the Linux Foundation trademark usage guidelines (linuxfoundation.org/legal/trademark-usage). gardener.cloud · platform-mesh.io · neonephos.org</a:t>
            </a:r>
          </a:p>
          <a:p>
            <a:pPr>
              <a:spcBef>
                <a:spcPts val="800"/>
              </a:spcBef>
              <a:spcAft>
                <a:spcPts val="800"/>
              </a:spcAft>
            </a:pPr>
            <a:r>
              <a:rPr lang="en-US" sz="2400" b="1" noProof="0" dirty="0">
                <a:solidFill>
                  <a:srgbClr val="0F6BFF"/>
                </a:solidFill>
              </a:rPr>
              <a:t>▪  </a:t>
            </a:r>
            <a:r>
              <a:rPr lang="en-US" sz="2400" noProof="0" dirty="0">
                <a:solidFill>
                  <a:srgbClr val="000000"/>
                </a:solidFill>
              </a:rPr>
              <a:t>Konfidence - SAP-supported open project; logo from konfidence.cloud. Editorial use only; verify with the Konfidence project before external publication. konfidence.cloud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a:t>TRADEMARK &amp; LICENSE NOTICES (2/2)</a:t>
            </a:r>
          </a:p>
        </p:txBody>
      </p:sp>
      <p:sp>
        <p:nvSpPr>
          <p:cNvPr id="3" name="Title 2"/>
          <p:cNvSpPr>
            <a:spLocks noGrp="1"/>
          </p:cNvSpPr>
          <p:nvPr>
            <p:ph type="title" idx="2"/>
          </p:nvPr>
        </p:nvSpPr>
        <p:spPr/>
        <p:txBody>
          <a:bodyPr>
            <a:normAutofit fontScale="90000"/>
          </a:bodyPr>
          <a:lstStyle/>
          <a:p>
            <a:r>
              <a:rPr lang="en-US" noProof="0"/>
              <a:t>Logos and trademarks named for technical reference.</a:t>
            </a:r>
          </a:p>
        </p:txBody>
      </p:sp>
      <p:sp>
        <p:nvSpPr>
          <p:cNvPr id="4" name="Text Placeholder 3"/>
          <p:cNvSpPr>
            <a:spLocks noGrp="1"/>
          </p:cNvSpPr>
          <p:nvPr>
            <p:ph type="body" idx="10"/>
          </p:nvPr>
        </p:nvSpPr>
        <p:spPr/>
        <p:txBody>
          <a:bodyPr>
            <a:normAutofit/>
          </a:bodyPr>
          <a:lstStyle/>
          <a:p>
            <a:pPr>
              <a:spcBef>
                <a:spcPts val="800"/>
              </a:spcBef>
              <a:spcAft>
                <a:spcPts val="800"/>
              </a:spcAft>
            </a:pPr>
            <a:r>
              <a:rPr lang="en-US" sz="2400" b="1" noProof="0" dirty="0">
                <a:solidFill>
                  <a:srgbClr val="0F6BFF"/>
                </a:solidFill>
              </a:rPr>
              <a:t>▪  </a:t>
            </a:r>
            <a:r>
              <a:rPr lang="en-US" sz="2400" noProof="0" dirty="0"/>
              <a:t>OpenControlPlane - open-source project at open-control-plane.io. Editorial use only; verify with the project before external publication. open-control-plane.io</a:t>
            </a:r>
            <a:endParaRPr lang="en-US" sz="2400" b="1" noProof="0" dirty="0">
              <a:solidFill>
                <a:srgbClr val="0F6BFF"/>
              </a:solidFill>
            </a:endParaRPr>
          </a:p>
          <a:p>
            <a:pPr>
              <a:spcBef>
                <a:spcPts val="800"/>
              </a:spcBef>
              <a:spcAft>
                <a:spcPts val="800"/>
              </a:spcAft>
            </a:pPr>
            <a:r>
              <a:rPr lang="en-US" sz="2400" b="1" noProof="0" dirty="0">
                <a:solidFill>
                  <a:srgbClr val="0F6BFF"/>
                </a:solidFill>
              </a:rPr>
              <a:t>▪  </a:t>
            </a:r>
            <a:r>
              <a:rPr lang="en-US" sz="2400" noProof="0" dirty="0">
                <a:solidFill>
                  <a:srgbClr val="000000"/>
                </a:solidFill>
              </a:rPr>
              <a:t>Kyma - SAP-originated open-source project at kyma-project.io. Editorial use only. kyma-project.io</a:t>
            </a:r>
          </a:p>
          <a:p>
            <a:pPr>
              <a:spcBef>
                <a:spcPts val="800"/>
              </a:spcBef>
              <a:spcAft>
                <a:spcPts val="800"/>
              </a:spcAft>
            </a:pPr>
            <a:r>
              <a:rPr lang="en-US" sz="2400" b="1" noProof="0" dirty="0">
                <a:solidFill>
                  <a:srgbClr val="0F6BFF"/>
                </a:solidFill>
              </a:rPr>
              <a:t>▪  </a:t>
            </a:r>
            <a:r>
              <a:rPr lang="en-US" sz="2400" noProof="0" dirty="0">
                <a:solidFill>
                  <a:srgbClr val="000000"/>
                </a:solidFill>
              </a:rPr>
              <a:t>Hyperspace, RBSC, CSI, Greenhouse, Steampunk - internal SAP delivery infrastructure named for context; not third-party marks.</a:t>
            </a:r>
          </a:p>
          <a:p>
            <a:pPr>
              <a:spcBef>
                <a:spcPts val="800"/>
              </a:spcBef>
              <a:spcAft>
                <a:spcPts val="800"/>
              </a:spcAft>
            </a:pPr>
            <a:r>
              <a:rPr lang="en-US" sz="2400" b="1" noProof="0" dirty="0">
                <a:solidFill>
                  <a:srgbClr val="0F6BFF"/>
                </a:solidFill>
              </a:rPr>
              <a:t>▪  </a:t>
            </a:r>
            <a:r>
              <a:rPr lang="en-US" sz="2400" noProof="0" dirty="0">
                <a:solidFill>
                  <a:srgbClr val="000000"/>
                </a:solidFill>
              </a:rPr>
              <a:t>Trivy, Grype, Sigstore, Helm, OCI, Kubernetes, kro, Flux, Argo CD - third-party trademarks named for technical reference; ownership remains with their respective projects and organisations.</a:t>
            </a:r>
          </a:p>
          <a:p>
            <a:pPr>
              <a:spcBef>
                <a:spcPts val="800"/>
              </a:spcBef>
              <a:spcAft>
                <a:spcPts val="800"/>
              </a:spcAft>
            </a:pPr>
            <a:endParaRPr lang="en-US" sz="2400" noProof="0" dirty="0">
              <a:solidFill>
                <a:srgbClr val="000000"/>
              </a:solidFill>
            </a:endParaRPr>
          </a:p>
        </p:txBody>
      </p:sp>
    </p:spTree>
  </p:cSld>
  <p:clrMapOvr>
    <a:masterClrMapping/>
  </p:clrMapOvr>
</p:sld>
</file>

<file path=ppt/theme/theme1.xml><?xml version="1.0" encoding="utf-8"?>
<a:theme xmlns:a="http://schemas.openxmlformats.org/drawingml/2006/main" name="OCM">
  <a:themeElements>
    <a:clrScheme name="OCM">
      <a:dk1>
        <a:srgbClr val="000000"/>
      </a:dk1>
      <a:lt1>
        <a:srgbClr val="FFFFFF"/>
      </a:lt1>
      <a:dk2>
        <a:srgbClr val="0A3A99"/>
      </a:dk2>
      <a:lt2>
        <a:srgbClr val="F3F4F6"/>
      </a:lt2>
      <a:accent1>
        <a:srgbClr val="0F6BFF"/>
      </a:accent1>
      <a:accent2>
        <a:srgbClr val="0A3A99"/>
      </a:accent2>
      <a:accent3>
        <a:srgbClr val="5CD6FF"/>
      </a:accent3>
      <a:accent4>
        <a:srgbClr val="6B7280"/>
      </a:accent4>
      <a:accent5>
        <a:srgbClr val="0A1530"/>
      </a:accent5>
      <a:accent6>
        <a:srgbClr val="F3F4F6"/>
      </a:accent6>
      <a:hlink>
        <a:srgbClr val="0F6BFF"/>
      </a:hlink>
      <a:folHlink>
        <a:srgbClr val="0A3A99"/>
      </a:folHlink>
    </a:clrScheme>
    <a:fontScheme name="OCM">
      <a:majorFont>
        <a:latin typeface="Aptos Display"/>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40000" dist="20000" dir="5400000" rotWithShape="0">
              <a:srgbClr val="000000">
                <a:alpha val="38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50000">
              <a:schemeClr val="phClr">
                <a:tint val="98000"/>
                <a:satMod val="130000"/>
                <a:shade val="9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a6d13f6-f01e-4a65-ae09-5a5653d84bec">
      <Terms xmlns="http://schemas.microsoft.com/office/infopath/2007/PartnerControls"/>
    </lcf76f155ced4ddcb4097134ff3c332f>
    <TaxCatchAll xmlns="05b660bb-c4f4-43c1-874c-d1e08947809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17EFA48812873240AA97B5B839318D37" ma:contentTypeVersion="14" ma:contentTypeDescription="Ein neues Dokument erstellen." ma:contentTypeScope="" ma:versionID="4bce6beaeb9c8ec65b9f37b447a7570d">
  <xsd:schema xmlns:xsd="http://www.w3.org/2001/XMLSchema" xmlns:xs="http://www.w3.org/2001/XMLSchema" xmlns:p="http://schemas.microsoft.com/office/2006/metadata/properties" xmlns:ns2="ba6d13f6-f01e-4a65-ae09-5a5653d84bec" xmlns:ns3="05b660bb-c4f4-43c1-874c-d1e089478096" targetNamespace="http://schemas.microsoft.com/office/2006/metadata/properties" ma:root="true" ma:fieldsID="22a9e4bc8febba88b361bb00f6ddf6de" ns2:_="" ns3:_="">
    <xsd:import namespace="ba6d13f6-f01e-4a65-ae09-5a5653d84bec"/>
    <xsd:import namespace="05b660bb-c4f4-43c1-874c-d1e08947809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6d13f6-f01e-4a65-ae09-5a5653d84b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Bildmarkierungen" ma:readOnly="false" ma:fieldId="{5cf76f15-5ced-4ddc-b409-7134ff3c332f}" ma:taxonomyMulti="true" ma:sspId="c7b3fb9d-ee0a-40a8-bd42-4026b75186d8"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5b660bb-c4f4-43c1-874c-d1e089478096" elementFormDefault="qualified">
    <xsd:import namespace="http://schemas.microsoft.com/office/2006/documentManagement/types"/>
    <xsd:import namespace="http://schemas.microsoft.com/office/infopath/2007/PartnerControls"/>
    <xsd:element name="SharedWithUsers" ma:index="1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Freigegeben für - Details" ma:internalName="SharedWithDetails" ma:readOnly="true">
      <xsd:simpleType>
        <xsd:restriction base="dms:Note">
          <xsd:maxLength value="255"/>
        </xsd:restriction>
      </xsd:simpleType>
    </xsd:element>
    <xsd:element name="TaxCatchAll" ma:index="20" nillable="true" ma:displayName="Taxonomy Catch All Column" ma:hidden="true" ma:list="{fff8ce3b-15f6-4222-8a04-f02cd1531d9b}" ma:internalName="TaxCatchAll" ma:showField="CatchAllData" ma:web="05b660bb-c4f4-43c1-874c-d1e0894780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7D4624B-273F-4E9E-957C-571E4127E36D}">
  <ds:schemaRefs>
    <ds:schemaRef ds:uri="ba6d13f6-f01e-4a65-ae09-5a5653d84bec"/>
    <ds:schemaRef ds:uri="http://schemas.microsoft.com/office/2006/metadata/properties"/>
    <ds:schemaRef ds:uri="http://purl.org/dc/dcmitype/"/>
    <ds:schemaRef ds:uri="http://purl.org/dc/terms/"/>
    <ds:schemaRef ds:uri="http://purl.org/dc/elements/1.1/"/>
    <ds:schemaRef ds:uri="http://schemas.microsoft.com/office/infopath/2007/PartnerControls"/>
    <ds:schemaRef ds:uri="http://schemas.openxmlformats.org/package/2006/metadata/core-properties"/>
    <ds:schemaRef ds:uri="http://schemas.microsoft.com/office/2006/documentManagement/types"/>
    <ds:schemaRef ds:uri="05b660bb-c4f4-43c1-874c-d1e089478096"/>
    <ds:schemaRef ds:uri="http://www.w3.org/XML/1998/namespace"/>
  </ds:schemaRefs>
</ds:datastoreItem>
</file>

<file path=customXml/itemProps2.xml><?xml version="1.0" encoding="utf-8"?>
<ds:datastoreItem xmlns:ds="http://schemas.openxmlformats.org/officeDocument/2006/customXml" ds:itemID="{13A4C9B6-3046-43CF-A33F-8FD3889CA3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6d13f6-f01e-4a65-ae09-5a5653d84bec"/>
    <ds:schemaRef ds:uri="05b660bb-c4f4-43c1-874c-d1e0894780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6AD3D1D-5107-4BB3-9CAB-BCBBA0DEEF6A}">
  <ds:schemaRefs>
    <ds:schemaRef ds:uri="http://schemas.microsoft.com/sharepoint/v3/contenttype/forms"/>
  </ds:schemaRefs>
</ds:datastoreItem>
</file>

<file path=docMetadata/LabelInfo.xml><?xml version="1.0" encoding="utf-8"?>
<clbl:labelList xmlns:clbl="http://schemas.microsoft.com/office/2020/mipLabelMetadata">
  <clbl:label id="{0cf7ac0a-4681-4823-ab0b-04ef02c5f873}" enabled="1" method="Standard" siteId="{42f7676c-f455-423c-82f6-dc2d99791af7}" removed="0"/>
</clbl:labelList>
</file>

<file path=docProps/app.xml><?xml version="1.0" encoding="utf-8"?>
<Properties xmlns="http://schemas.openxmlformats.org/officeDocument/2006/extended-properties" xmlns:vt="http://schemas.openxmlformats.org/officeDocument/2006/docPropsVTypes">
  <TotalTime>0</TotalTime>
  <Words>3749</Words>
  <Application>Microsoft Macintosh PowerPoint</Application>
  <PresentationFormat>Benutzerdefiniert</PresentationFormat>
  <Paragraphs>217</Paragraphs>
  <Slides>17</Slides>
  <Notes>15</Notes>
  <HiddenSlides>2</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17</vt:i4>
      </vt:variant>
    </vt:vector>
  </HeadingPairs>
  <TitlesOfParts>
    <vt:vector size="22" baseType="lpstr">
      <vt:lpstr>Aptos</vt:lpstr>
      <vt:lpstr>Aptos Display</vt:lpstr>
      <vt:lpstr>Arial</vt:lpstr>
      <vt:lpstr>Consolas</vt:lpstr>
      <vt:lpstr>OCM</vt:lpstr>
      <vt:lpstr>Every LoB ships</vt:lpstr>
      <vt:lpstr>Compliance and sovereignty are given. Our strategic position is a choice.</vt:lpstr>
      <vt:lpstr>Meet OCM. One identity, every boundary.</vt:lpstr>
      <vt:lpstr>SBOM lists. SBOD delivers.</vt:lpstr>
      <vt:lpstr>What the envelope holds.</vt:lpstr>
      <vt:lpstr>Composes around your existing stack.</vt:lpstr>
      <vt:lpstr>Pack · Sign · Transport · Deploy</vt:lpstr>
      <vt:lpstr>Trust, but verify.</vt:lpstr>
      <vt:lpstr>Trust travels with the component.</vt:lpstr>
      <vt:lpstr>Compliance as a system property - not a quarterly retrofit.</vt:lpstr>
      <vt:lpstr>Six outcomes from one shared primitive.</vt:lpstr>
      <vt:lpstr>Peer in the open ecosystem.</vt:lpstr>
      <vt:lpstr>Five SAP teams. Already running on OCM</vt:lpstr>
      <vt:lpstr>Sponsor. Scale. Standardize.</vt:lpstr>
      <vt:lpstr>Quick reference for the acronyms used in this deck.</vt:lpstr>
      <vt:lpstr>Logos and trademarks named for technical reference.</vt:lpstr>
      <vt:lpstr>Logos and trademarks named for technical reference.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Morrison, Gerald</cp:lastModifiedBy>
  <cp:revision>1</cp:revision>
  <dcterms:created xsi:type="dcterms:W3CDTF">2013-01-27T09:14:16Z</dcterms:created>
  <dcterms:modified xsi:type="dcterms:W3CDTF">2026-07-02T12:13:09Z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0x01010017EFA48812873240AA97B5B839318D37</vt:lpwstr>
  </property>
  <property fmtid="{D5CDD505-2E9C-101B-9397-08002B2CF9AE}" pid="3" name="MediaServiceImageTags">
    <vt:lpwstr/>
  </property>
</Properties>
</file>