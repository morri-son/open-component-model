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07_0.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11_0.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72" r:id="rId11"/>
    <p:sldId id="263" r:id="rId12"/>
    <p:sldId id="264" r:id="rId13"/>
    <p:sldId id="265" r:id="rId14"/>
    <p:sldId id="273" r:id="rId15"/>
    <p:sldId id="267" r:id="rId16"/>
    <p:sldId id="268" r:id="rId17"/>
    <p:sldId id="269" r:id="rId18"/>
    <p:sldId id="270" r:id="rId19"/>
    <p:sldId id="271" r:id="rId20"/>
    <p:sldId id="274" r:id="rId21"/>
    <p:sldId id="276" r:id="rId22"/>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D6C709-C207-BD8E-B06E-7F305D748799}" name="Morrison, Gerald" initials="MG" userId="S::gerald.morrison@sap.com::7611ca13-cc5f-41ee-a954-b612bc1298db" providerId="AD"/>
  <p188:author id="{DDD8A6C9-2489-6BC4-4E2B-1BA24F0A757B}" name="Wilhelm, Frederic" initials="WF" userId="S::frederic.wilhelm@sap.com::1e88b249-80ac-47b2-aadb-2ee82b9a8044"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2F9718-3A1C-C340-899C-1918A9B88446}" v="318" dt="2026-07-01T14:18:31.3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641"/>
    <p:restoredTop sz="66881"/>
  </p:normalViewPr>
  <p:slideViewPr>
    <p:cSldViewPr snapToGrid="0">
      <p:cViewPr varScale="1">
        <p:scale>
          <a:sx n="55" d="100"/>
          <a:sy n="55" d="100"/>
        </p:scale>
        <p:origin x="240" y="224"/>
      </p:cViewPr>
      <p:guideLst>
        <p:guide orient="horz" pos="2160"/>
        <p:guide pos="2880"/>
      </p:guideLst>
    </p:cSldViewPr>
  </p:slideViewPr>
  <p:outlineViewPr>
    <p:cViewPr>
      <p:scale>
        <a:sx n="33" d="100"/>
        <a:sy n="33" d="100"/>
      </p:scale>
      <p:origin x="0" y="-708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rrison, Gerald" userId="S::gerald.morrison@sap.com::7611ca13-cc5f-41ee-a954-b612bc1298db" providerId="AD" clId="Web-{1F613CCF-A286-BF1F-9FFD-CBC46E4A2668}"/>
    <pc:docChg chg="modSld">
      <pc:chgData name="Morrison, Gerald" userId="S::gerald.morrison@sap.com::7611ca13-cc5f-41ee-a954-b612bc1298db" providerId="AD" clId="Web-{1F613CCF-A286-BF1F-9FFD-CBC46E4A2668}" dt="2026-06-30T14:00:22.322" v="0"/>
      <pc:docMkLst>
        <pc:docMk/>
      </pc:docMkLst>
      <pc:sldChg chg="modNotes">
        <pc:chgData name="Morrison, Gerald" userId="S::gerald.morrison@sap.com::7611ca13-cc5f-41ee-a954-b612bc1298db" providerId="AD" clId="Web-{1F613CCF-A286-BF1F-9FFD-CBC46E4A2668}" dt="2026-06-30T14:00:22.322" v="0"/>
        <pc:sldMkLst>
          <pc:docMk/>
          <pc:sldMk cId="0" sldId="269"/>
        </pc:sldMkLst>
      </pc:sldChg>
    </pc:docChg>
  </pc:docChgLst>
  <pc:docChgLst>
    <pc:chgData name="Morrison, Gerald" userId="S::gerald.morrison@sap.com::7611ca13-cc5f-41ee-a954-b612bc1298db" providerId="AD" clId="Web-{98730744-E9EC-D9DB-A6DA-0AF2525075A0}"/>
    <pc:docChg chg="modSld">
      <pc:chgData name="Morrison, Gerald" userId="S::gerald.morrison@sap.com::7611ca13-cc5f-41ee-a954-b612bc1298db" providerId="AD" clId="Web-{98730744-E9EC-D9DB-A6DA-0AF2525075A0}" dt="2026-06-26T17:45:41.978" v="17" actId="20577"/>
      <pc:docMkLst>
        <pc:docMk/>
      </pc:docMkLst>
      <pc:sldChg chg="modSp">
        <pc:chgData name="Morrison, Gerald" userId="S::gerald.morrison@sap.com::7611ca13-cc5f-41ee-a954-b612bc1298db" providerId="AD" clId="Web-{98730744-E9EC-D9DB-A6DA-0AF2525075A0}" dt="2026-06-26T17:45:41.978" v="17" actId="20577"/>
        <pc:sldMkLst>
          <pc:docMk/>
          <pc:sldMk cId="0" sldId="261"/>
        </pc:sldMkLst>
        <pc:spChg chg="mod">
          <ac:chgData name="Morrison, Gerald" userId="S::gerald.morrison@sap.com::7611ca13-cc5f-41ee-a954-b612bc1298db" providerId="AD" clId="Web-{98730744-E9EC-D9DB-A6DA-0AF2525075A0}" dt="2026-06-26T17:45:41.978" v="17" actId="20577"/>
          <ac:spMkLst>
            <pc:docMk/>
            <pc:sldMk cId="0" sldId="261"/>
            <ac:spMk id="14" creationId="{F0C1FEB4-CE64-9BC5-3003-53DF1C3A552B}"/>
          </ac:spMkLst>
        </pc:spChg>
      </pc:sldChg>
    </pc:docChg>
  </pc:docChgLst>
  <pc:docChgLst>
    <pc:chgData name="Morrison, Gerald" userId="S::gerald.morrison@sap.com::7611ca13-cc5f-41ee-a954-b612bc1298db" providerId="AD" clId="Web-{D2460A76-D608-2600-76EE-FEBC48D41FAC}"/>
    <pc:docChg chg="sldOrd">
      <pc:chgData name="Morrison, Gerald" userId="S::gerald.morrison@sap.com::7611ca13-cc5f-41ee-a954-b612bc1298db" providerId="AD" clId="Web-{D2460A76-D608-2600-76EE-FEBC48D41FAC}" dt="2026-06-30T09:57:16.263" v="0"/>
      <pc:docMkLst>
        <pc:docMk/>
      </pc:docMkLst>
      <pc:sldChg chg="ord">
        <pc:chgData name="Morrison, Gerald" userId="S::gerald.morrison@sap.com::7611ca13-cc5f-41ee-a954-b612bc1298db" providerId="AD" clId="Web-{D2460A76-D608-2600-76EE-FEBC48D41FAC}" dt="2026-06-30T09:57:16.263" v="0"/>
        <pc:sldMkLst>
          <pc:docMk/>
          <pc:sldMk cId="0" sldId="274"/>
        </pc:sldMkLst>
      </pc:sldChg>
    </pc:docChg>
  </pc:docChgLst>
  <pc:docChgLst>
    <pc:chgData name="Morrison, Gerald" userId="S::gerald.morrison@sap.com::7611ca13-cc5f-41ee-a954-b612bc1298db" providerId="AD" clId="Web-{D5DA6ACB-1C01-7BFC-002A-52B4750A4377}"/>
    <pc:docChg chg="sldOrd">
      <pc:chgData name="Morrison, Gerald" userId="S::gerald.morrison@sap.com::7611ca13-cc5f-41ee-a954-b612bc1298db" providerId="AD" clId="Web-{D5DA6ACB-1C01-7BFC-002A-52B4750A4377}" dt="2026-06-30T10:17:04.535" v="0"/>
      <pc:docMkLst>
        <pc:docMk/>
      </pc:docMkLst>
      <pc:sldChg chg="ord">
        <pc:chgData name="Morrison, Gerald" userId="S::gerald.morrison@sap.com::7611ca13-cc5f-41ee-a954-b612bc1298db" providerId="AD" clId="Web-{D5DA6ACB-1C01-7BFC-002A-52B4750A4377}" dt="2026-06-30T10:17:04.535" v="0"/>
        <pc:sldMkLst>
          <pc:docMk/>
          <pc:sldMk cId="0" sldId="264"/>
        </pc:sldMkLst>
      </pc:sldChg>
    </pc:docChg>
  </pc:docChgLst>
  <pc:docChgLst>
    <pc:chgData name="Morrison, Gerald" userId="S::gerald.morrison@sap.com::7611ca13-cc5f-41ee-a954-b612bc1298db" providerId="AD" clId="Web-{AA14A079-A49A-4F28-F2EB-B01654C179EC}"/>
    <pc:docChg chg="modSld">
      <pc:chgData name="Morrison, Gerald" userId="S::gerald.morrison@sap.com::7611ca13-cc5f-41ee-a954-b612bc1298db" providerId="AD" clId="Web-{AA14A079-A49A-4F28-F2EB-B01654C179EC}" dt="2026-06-29T08:04:10.689" v="0" actId="20577"/>
      <pc:docMkLst>
        <pc:docMk/>
      </pc:docMkLst>
      <pc:sldChg chg="modSp">
        <pc:chgData name="Morrison, Gerald" userId="S::gerald.morrison@sap.com::7611ca13-cc5f-41ee-a954-b612bc1298db" providerId="AD" clId="Web-{AA14A079-A49A-4F28-F2EB-B01654C179EC}" dt="2026-06-29T08:04:10.689" v="0" actId="20577"/>
        <pc:sldMkLst>
          <pc:docMk/>
          <pc:sldMk cId="0" sldId="256"/>
        </pc:sldMkLst>
        <pc:spChg chg="mod">
          <ac:chgData name="Morrison, Gerald" userId="S::gerald.morrison@sap.com::7611ca13-cc5f-41ee-a954-b612bc1298db" providerId="AD" clId="Web-{AA14A079-A49A-4F28-F2EB-B01654C179EC}" dt="2026-06-29T08:04:10.689" v="0" actId="20577"/>
          <ac:spMkLst>
            <pc:docMk/>
            <pc:sldMk cId="0" sldId="256"/>
            <ac:spMk id="5" creationId="{00000000-0000-0000-0000-000000000000}"/>
          </ac:spMkLst>
        </pc:spChg>
      </pc:sldChg>
    </pc:docChg>
  </pc:docChgLst>
  <pc:docChgLst>
    <pc:chgData name="Morrison, Gerald" userId="7611ca13-cc5f-41ee-a954-b612bc1298db" providerId="ADAL" clId="{B47175D1-F1FB-505F-809D-7A5D89969F47}"/>
    <pc:docChg chg="undo custSel addSld delSld modSld">
      <pc:chgData name="Morrison, Gerald" userId="7611ca13-cc5f-41ee-a954-b612bc1298db" providerId="ADAL" clId="{B47175D1-F1FB-505F-809D-7A5D89969F47}" dt="2026-07-01T14:27:38.651" v="1036" actId="790"/>
      <pc:docMkLst>
        <pc:docMk/>
      </pc:docMkLst>
      <pc:sldChg chg="modSp mod modNotesTx">
        <pc:chgData name="Morrison, Gerald" userId="7611ca13-cc5f-41ee-a954-b612bc1298db" providerId="ADAL" clId="{B47175D1-F1FB-505F-809D-7A5D89969F47}" dt="2026-07-01T14:25:49.563" v="1024" actId="790"/>
        <pc:sldMkLst>
          <pc:docMk/>
          <pc:sldMk cId="0" sldId="256"/>
        </pc:sldMkLst>
        <pc:spChg chg="mod">
          <ac:chgData name="Morrison, Gerald" userId="7611ca13-cc5f-41ee-a954-b612bc1298db" providerId="ADAL" clId="{B47175D1-F1FB-505F-809D-7A5D89969F47}" dt="2026-07-01T14:25:49.563" v="1024" actId="790"/>
          <ac:spMkLst>
            <pc:docMk/>
            <pc:sldMk cId="0" sldId="256"/>
            <ac:spMk id="2" creationId="{00000000-0000-0000-0000-000000000000}"/>
          </ac:spMkLst>
        </pc:spChg>
        <pc:spChg chg="mod">
          <ac:chgData name="Morrison, Gerald" userId="7611ca13-cc5f-41ee-a954-b612bc1298db" providerId="ADAL" clId="{B47175D1-F1FB-505F-809D-7A5D89969F47}" dt="2026-07-01T14:25:49.563" v="1024" actId="790"/>
          <ac:spMkLst>
            <pc:docMk/>
            <pc:sldMk cId="0" sldId="256"/>
            <ac:spMk id="3" creationId="{00000000-0000-0000-0000-000000000000}"/>
          </ac:spMkLst>
        </pc:spChg>
        <pc:spChg chg="mod">
          <ac:chgData name="Morrison, Gerald" userId="7611ca13-cc5f-41ee-a954-b612bc1298db" providerId="ADAL" clId="{B47175D1-F1FB-505F-809D-7A5D89969F47}" dt="2026-07-01T14:25:49.563" v="1024" actId="790"/>
          <ac:spMkLst>
            <pc:docMk/>
            <pc:sldMk cId="0" sldId="256"/>
            <ac:spMk id="4" creationId="{00000000-0000-0000-0000-000000000000}"/>
          </ac:spMkLst>
        </pc:spChg>
        <pc:spChg chg="mod">
          <ac:chgData name="Morrison, Gerald" userId="7611ca13-cc5f-41ee-a954-b612bc1298db" providerId="ADAL" clId="{B47175D1-F1FB-505F-809D-7A5D89969F47}" dt="2026-07-01T14:25:49.563" v="1024" actId="790"/>
          <ac:spMkLst>
            <pc:docMk/>
            <pc:sldMk cId="0" sldId="256"/>
            <ac:spMk id="5" creationId="{00000000-0000-0000-0000-000000000000}"/>
          </ac:spMkLst>
        </pc:spChg>
      </pc:sldChg>
      <pc:sldChg chg="modSp mod modNotes modNotesTx">
        <pc:chgData name="Morrison, Gerald" userId="7611ca13-cc5f-41ee-a954-b612bc1298db" providerId="ADAL" clId="{B47175D1-F1FB-505F-809D-7A5D89969F47}" dt="2026-07-01T14:25:49.563" v="1024" actId="790"/>
        <pc:sldMkLst>
          <pc:docMk/>
          <pc:sldMk cId="0" sldId="257"/>
        </pc:sldMkLst>
        <pc:spChg chg="mod">
          <ac:chgData name="Morrison, Gerald" userId="7611ca13-cc5f-41ee-a954-b612bc1298db" providerId="ADAL" clId="{B47175D1-F1FB-505F-809D-7A5D89969F47}" dt="2026-07-01T14:25:49.563" v="1024" actId="790"/>
          <ac:spMkLst>
            <pc:docMk/>
            <pc:sldMk cId="0" sldId="257"/>
            <ac:spMk id="2" creationId="{00000000-0000-0000-0000-000000000000}"/>
          </ac:spMkLst>
        </pc:spChg>
        <pc:spChg chg="mod">
          <ac:chgData name="Morrison, Gerald" userId="7611ca13-cc5f-41ee-a954-b612bc1298db" providerId="ADAL" clId="{B47175D1-F1FB-505F-809D-7A5D89969F47}" dt="2026-07-01T14:25:49.563" v="1024" actId="790"/>
          <ac:spMkLst>
            <pc:docMk/>
            <pc:sldMk cId="0" sldId="257"/>
            <ac:spMk id="3" creationId="{00000000-0000-0000-0000-000000000000}"/>
          </ac:spMkLst>
        </pc:spChg>
        <pc:spChg chg="mod">
          <ac:chgData name="Morrison, Gerald" userId="7611ca13-cc5f-41ee-a954-b612bc1298db" providerId="ADAL" clId="{B47175D1-F1FB-505F-809D-7A5D89969F47}" dt="2026-07-01T14:25:49.563" v="1024" actId="790"/>
          <ac:spMkLst>
            <pc:docMk/>
            <pc:sldMk cId="0" sldId="257"/>
            <ac:spMk id="4" creationId="{00000000-0000-0000-0000-000000000000}"/>
          </ac:spMkLst>
        </pc:spChg>
      </pc:sldChg>
      <pc:sldChg chg="addSp modSp mod modNotes modNotesTx">
        <pc:chgData name="Morrison, Gerald" userId="7611ca13-cc5f-41ee-a954-b612bc1298db" providerId="ADAL" clId="{B47175D1-F1FB-505F-809D-7A5D89969F47}" dt="2026-07-01T14:25:49.563" v="1024" actId="790"/>
        <pc:sldMkLst>
          <pc:docMk/>
          <pc:sldMk cId="0" sldId="258"/>
        </pc:sldMkLst>
        <pc:spChg chg="mod">
          <ac:chgData name="Morrison, Gerald" userId="7611ca13-cc5f-41ee-a954-b612bc1298db" providerId="ADAL" clId="{B47175D1-F1FB-505F-809D-7A5D89969F47}" dt="2026-07-01T14:25:49.563" v="1024" actId="790"/>
          <ac:spMkLst>
            <pc:docMk/>
            <pc:sldMk cId="0" sldId="258"/>
            <ac:spMk id="2" creationId="{00000000-0000-0000-0000-000000000000}"/>
          </ac:spMkLst>
        </pc:spChg>
        <pc:spChg chg="mod">
          <ac:chgData name="Morrison, Gerald" userId="7611ca13-cc5f-41ee-a954-b612bc1298db" providerId="ADAL" clId="{B47175D1-F1FB-505F-809D-7A5D89969F47}" dt="2026-07-01T14:25:49.563" v="1024" actId="790"/>
          <ac:spMkLst>
            <pc:docMk/>
            <pc:sldMk cId="0" sldId="258"/>
            <ac:spMk id="3" creationId="{00000000-0000-0000-0000-000000000000}"/>
          </ac:spMkLst>
        </pc:spChg>
        <pc:spChg chg="mod">
          <ac:chgData name="Morrison, Gerald" userId="7611ca13-cc5f-41ee-a954-b612bc1298db" providerId="ADAL" clId="{B47175D1-F1FB-505F-809D-7A5D89969F47}" dt="2026-07-01T14:24:14.984" v="1022" actId="790"/>
          <ac:spMkLst>
            <pc:docMk/>
            <pc:sldMk cId="0" sldId="258"/>
            <ac:spMk id="4" creationId="{00000000-0000-0000-0000-000000000000}"/>
          </ac:spMkLst>
        </pc:spChg>
        <pc:spChg chg="mod">
          <ac:chgData name="Morrison, Gerald" userId="7611ca13-cc5f-41ee-a954-b612bc1298db" providerId="ADAL" clId="{B47175D1-F1FB-505F-809D-7A5D89969F47}" dt="2026-06-30T14:44:30.225" v="696" actId="790"/>
          <ac:spMkLst>
            <pc:docMk/>
            <pc:sldMk cId="0" sldId="258"/>
            <ac:spMk id="5" creationId="{00000000-0000-0000-0000-000000000000}"/>
          </ac:spMkLst>
        </pc:spChg>
        <pc:spChg chg="mod">
          <ac:chgData name="Morrison, Gerald" userId="7611ca13-cc5f-41ee-a954-b612bc1298db" providerId="ADAL" clId="{B47175D1-F1FB-505F-809D-7A5D89969F47}" dt="2026-07-01T14:24:14.984" v="1022" actId="790"/>
          <ac:spMkLst>
            <pc:docMk/>
            <pc:sldMk cId="0" sldId="258"/>
            <ac:spMk id="6" creationId="{00000000-0000-0000-0000-000000000000}"/>
          </ac:spMkLst>
        </pc:spChg>
        <pc:spChg chg="mod">
          <ac:chgData name="Morrison, Gerald" userId="7611ca13-cc5f-41ee-a954-b612bc1298db" providerId="ADAL" clId="{B47175D1-F1FB-505F-809D-7A5D89969F47}" dt="2026-07-01T14:24:14.984" v="1022" actId="790"/>
          <ac:spMkLst>
            <pc:docMk/>
            <pc:sldMk cId="0" sldId="258"/>
            <ac:spMk id="7" creationId="{00000000-0000-0000-0000-000000000000}"/>
          </ac:spMkLst>
        </pc:spChg>
        <pc:spChg chg="mod">
          <ac:chgData name="Morrison, Gerald" userId="7611ca13-cc5f-41ee-a954-b612bc1298db" providerId="ADAL" clId="{B47175D1-F1FB-505F-809D-7A5D89969F47}" dt="2026-07-01T14:24:14.984" v="1022" actId="790"/>
          <ac:spMkLst>
            <pc:docMk/>
            <pc:sldMk cId="0" sldId="258"/>
            <ac:spMk id="8" creationId="{00000000-0000-0000-0000-000000000000}"/>
          </ac:spMkLst>
        </pc:spChg>
        <pc:spChg chg="mod">
          <ac:chgData name="Morrison, Gerald" userId="7611ca13-cc5f-41ee-a954-b612bc1298db" providerId="ADAL" clId="{B47175D1-F1FB-505F-809D-7A5D89969F47}" dt="2026-07-01T14:24:14.984" v="1022" actId="790"/>
          <ac:spMkLst>
            <pc:docMk/>
            <pc:sldMk cId="0" sldId="258"/>
            <ac:spMk id="9" creationId="{00000000-0000-0000-0000-000000000000}"/>
          </ac:spMkLst>
        </pc:spChg>
        <pc:spChg chg="mod">
          <ac:chgData name="Morrison, Gerald" userId="7611ca13-cc5f-41ee-a954-b612bc1298db" providerId="ADAL" clId="{B47175D1-F1FB-505F-809D-7A5D89969F47}" dt="2026-07-01T14:24:14.984" v="1022" actId="790"/>
          <ac:spMkLst>
            <pc:docMk/>
            <pc:sldMk cId="0" sldId="258"/>
            <ac:spMk id="10" creationId="{00000000-0000-0000-0000-000000000000}"/>
          </ac:spMkLst>
        </pc:spChg>
        <pc:spChg chg="mod">
          <ac:chgData name="Morrison, Gerald" userId="7611ca13-cc5f-41ee-a954-b612bc1298db" providerId="ADAL" clId="{B47175D1-F1FB-505F-809D-7A5D89969F47}" dt="2026-07-01T14:24:14.984" v="1022" actId="790"/>
          <ac:spMkLst>
            <pc:docMk/>
            <pc:sldMk cId="0" sldId="258"/>
            <ac:spMk id="11" creationId="{00000000-0000-0000-0000-000000000000}"/>
          </ac:spMkLst>
        </pc:spChg>
        <pc:spChg chg="add mod">
          <ac:chgData name="Morrison, Gerald" userId="7611ca13-cc5f-41ee-a954-b612bc1298db" providerId="ADAL" clId="{B47175D1-F1FB-505F-809D-7A5D89969F47}" dt="2026-07-01T14:24:14.984" v="1022" actId="790"/>
          <ac:spMkLst>
            <pc:docMk/>
            <pc:sldMk cId="0" sldId="258"/>
            <ac:spMk id="16" creationId="{56B3A11C-3147-58CC-481E-CDF4DA01024F}"/>
          </ac:spMkLst>
        </pc:spChg>
        <pc:grpChg chg="add mod">
          <ac:chgData name="Morrison, Gerald" userId="7611ca13-cc5f-41ee-a954-b612bc1298db" providerId="ADAL" clId="{B47175D1-F1FB-505F-809D-7A5D89969F47}" dt="2026-06-26T16:50:06.914" v="13" actId="1076"/>
          <ac:grpSpMkLst>
            <pc:docMk/>
            <pc:sldMk cId="0" sldId="258"/>
            <ac:grpSpMk id="17" creationId="{1BCD934B-6EC4-F51A-8ECE-8603384F8DF9}"/>
          </ac:grpSpMkLst>
        </pc:grpChg>
        <pc:cxnChg chg="mod">
          <ac:chgData name="Morrison, Gerald" userId="7611ca13-cc5f-41ee-a954-b612bc1298db" providerId="ADAL" clId="{B47175D1-F1FB-505F-809D-7A5D89969F47}" dt="2026-06-26T16:49:45.916" v="11" actId="164"/>
          <ac:cxnSpMkLst>
            <pc:docMk/>
            <pc:sldMk cId="0" sldId="258"/>
            <ac:cxnSpMk id="12" creationId="{00000000-0000-0000-0000-000000000000}"/>
          </ac:cxnSpMkLst>
        </pc:cxnChg>
        <pc:cxnChg chg="mod">
          <ac:chgData name="Morrison, Gerald" userId="7611ca13-cc5f-41ee-a954-b612bc1298db" providerId="ADAL" clId="{B47175D1-F1FB-505F-809D-7A5D89969F47}" dt="2026-06-26T16:49:45.916" v="11" actId="164"/>
          <ac:cxnSpMkLst>
            <pc:docMk/>
            <pc:sldMk cId="0" sldId="258"/>
            <ac:cxnSpMk id="13" creationId="{00000000-0000-0000-0000-000000000000}"/>
          </ac:cxnSpMkLst>
        </pc:cxnChg>
      </pc:sldChg>
      <pc:sldChg chg="modSp mod modNotes modNotesTx">
        <pc:chgData name="Morrison, Gerald" userId="7611ca13-cc5f-41ee-a954-b612bc1298db" providerId="ADAL" clId="{B47175D1-F1FB-505F-809D-7A5D89969F47}" dt="2026-07-01T14:25:49.563" v="1024" actId="790"/>
        <pc:sldMkLst>
          <pc:docMk/>
          <pc:sldMk cId="0" sldId="259"/>
        </pc:sldMkLst>
        <pc:spChg chg="mod">
          <ac:chgData name="Morrison, Gerald" userId="7611ca13-cc5f-41ee-a954-b612bc1298db" providerId="ADAL" clId="{B47175D1-F1FB-505F-809D-7A5D89969F47}" dt="2026-07-01T14:25:49.563" v="1024" actId="790"/>
          <ac:spMkLst>
            <pc:docMk/>
            <pc:sldMk cId="0" sldId="259"/>
            <ac:spMk id="2" creationId="{00000000-0000-0000-0000-000000000000}"/>
          </ac:spMkLst>
        </pc:spChg>
        <pc:spChg chg="mod">
          <ac:chgData name="Morrison, Gerald" userId="7611ca13-cc5f-41ee-a954-b612bc1298db" providerId="ADAL" clId="{B47175D1-F1FB-505F-809D-7A5D89969F47}" dt="2026-07-01T14:25:49.563" v="1024" actId="790"/>
          <ac:spMkLst>
            <pc:docMk/>
            <pc:sldMk cId="0" sldId="259"/>
            <ac:spMk id="3" creationId="{00000000-0000-0000-0000-000000000000}"/>
          </ac:spMkLst>
        </pc:spChg>
        <pc:spChg chg="mod">
          <ac:chgData name="Morrison, Gerald" userId="7611ca13-cc5f-41ee-a954-b612bc1298db" providerId="ADAL" clId="{B47175D1-F1FB-505F-809D-7A5D89969F47}" dt="2026-07-01T14:25:49.563" v="1024" actId="790"/>
          <ac:spMkLst>
            <pc:docMk/>
            <pc:sldMk cId="0" sldId="259"/>
            <ac:spMk id="4" creationId="{00000000-0000-0000-0000-000000000000}"/>
          </ac:spMkLst>
        </pc:spChg>
        <pc:spChg chg="mod">
          <ac:chgData name="Morrison, Gerald" userId="7611ca13-cc5f-41ee-a954-b612bc1298db" providerId="ADAL" clId="{B47175D1-F1FB-505F-809D-7A5D89969F47}" dt="2026-07-01T14:25:49.563" v="1024" actId="790"/>
          <ac:spMkLst>
            <pc:docMk/>
            <pc:sldMk cId="0" sldId="259"/>
            <ac:spMk id="5" creationId="{00000000-0000-0000-0000-000000000000}"/>
          </ac:spMkLst>
        </pc:spChg>
        <pc:spChg chg="mod">
          <ac:chgData name="Morrison, Gerald" userId="7611ca13-cc5f-41ee-a954-b612bc1298db" providerId="ADAL" clId="{B47175D1-F1FB-505F-809D-7A5D89969F47}" dt="2026-07-01T14:25:49.563" v="1024" actId="790"/>
          <ac:spMkLst>
            <pc:docMk/>
            <pc:sldMk cId="0" sldId="259"/>
            <ac:spMk id="6" creationId="{00000000-0000-0000-0000-000000000000}"/>
          </ac:spMkLst>
        </pc:spChg>
        <pc:spChg chg="mod">
          <ac:chgData name="Morrison, Gerald" userId="7611ca13-cc5f-41ee-a954-b612bc1298db" providerId="ADAL" clId="{B47175D1-F1FB-505F-809D-7A5D89969F47}" dt="2026-07-01T14:25:49.563" v="1024" actId="790"/>
          <ac:spMkLst>
            <pc:docMk/>
            <pc:sldMk cId="0" sldId="259"/>
            <ac:spMk id="7" creationId="{00000000-0000-0000-0000-000000000000}"/>
          </ac:spMkLst>
        </pc:spChg>
        <pc:spChg chg="mod">
          <ac:chgData name="Morrison, Gerald" userId="7611ca13-cc5f-41ee-a954-b612bc1298db" providerId="ADAL" clId="{B47175D1-F1FB-505F-809D-7A5D89969F47}" dt="2026-07-01T14:25:49.563" v="1024" actId="790"/>
          <ac:spMkLst>
            <pc:docMk/>
            <pc:sldMk cId="0" sldId="259"/>
            <ac:spMk id="8" creationId="{00000000-0000-0000-0000-000000000000}"/>
          </ac:spMkLst>
        </pc:spChg>
        <pc:spChg chg="mod">
          <ac:chgData name="Morrison, Gerald" userId="7611ca13-cc5f-41ee-a954-b612bc1298db" providerId="ADAL" clId="{B47175D1-F1FB-505F-809D-7A5D89969F47}" dt="2026-07-01T14:25:49.563" v="1024" actId="790"/>
          <ac:spMkLst>
            <pc:docMk/>
            <pc:sldMk cId="0" sldId="259"/>
            <ac:spMk id="9" creationId="{00000000-0000-0000-0000-000000000000}"/>
          </ac:spMkLst>
        </pc:spChg>
      </pc:sldChg>
      <pc:sldChg chg="delSp modSp mod modNotesTx">
        <pc:chgData name="Morrison, Gerald" userId="7611ca13-cc5f-41ee-a954-b612bc1298db" providerId="ADAL" clId="{B47175D1-F1FB-505F-809D-7A5D89969F47}" dt="2026-07-01T14:25:49.563" v="1024" actId="790"/>
        <pc:sldMkLst>
          <pc:docMk/>
          <pc:sldMk cId="0" sldId="260"/>
        </pc:sldMkLst>
        <pc:spChg chg="mod">
          <ac:chgData name="Morrison, Gerald" userId="7611ca13-cc5f-41ee-a954-b612bc1298db" providerId="ADAL" clId="{B47175D1-F1FB-505F-809D-7A5D89969F47}" dt="2026-07-01T14:25:49.563" v="1024" actId="790"/>
          <ac:spMkLst>
            <pc:docMk/>
            <pc:sldMk cId="0" sldId="260"/>
            <ac:spMk id="2" creationId="{00000000-0000-0000-0000-000000000000}"/>
          </ac:spMkLst>
        </pc:spChg>
        <pc:spChg chg="mod">
          <ac:chgData name="Morrison, Gerald" userId="7611ca13-cc5f-41ee-a954-b612bc1298db" providerId="ADAL" clId="{B47175D1-F1FB-505F-809D-7A5D89969F47}" dt="2026-07-01T14:25:49.563" v="1024" actId="790"/>
          <ac:spMkLst>
            <pc:docMk/>
            <pc:sldMk cId="0" sldId="260"/>
            <ac:spMk id="3" creationId="{00000000-0000-0000-0000-000000000000}"/>
          </ac:spMkLst>
        </pc:spChg>
        <pc:spChg chg="mod">
          <ac:chgData name="Morrison, Gerald" userId="7611ca13-cc5f-41ee-a954-b612bc1298db" providerId="ADAL" clId="{B47175D1-F1FB-505F-809D-7A5D89969F47}" dt="2026-07-01T14:24:14.984" v="1022" actId="790"/>
          <ac:spMkLst>
            <pc:docMk/>
            <pc:sldMk cId="0" sldId="260"/>
            <ac:spMk id="4" creationId="{00000000-0000-0000-0000-000000000000}"/>
          </ac:spMkLst>
        </pc:spChg>
      </pc:sldChg>
      <pc:sldChg chg="addSp delSp modSp mod modNotes modNotesTx">
        <pc:chgData name="Morrison, Gerald" userId="7611ca13-cc5f-41ee-a954-b612bc1298db" providerId="ADAL" clId="{B47175D1-F1FB-505F-809D-7A5D89969F47}" dt="2026-07-01T14:25:49.563" v="1024" actId="790"/>
        <pc:sldMkLst>
          <pc:docMk/>
          <pc:sldMk cId="0" sldId="261"/>
        </pc:sldMkLst>
        <pc:spChg chg="mod">
          <ac:chgData name="Morrison, Gerald" userId="7611ca13-cc5f-41ee-a954-b612bc1298db" providerId="ADAL" clId="{B47175D1-F1FB-505F-809D-7A5D89969F47}" dt="2026-07-01T14:25:49.563" v="1024" actId="790"/>
          <ac:spMkLst>
            <pc:docMk/>
            <pc:sldMk cId="0" sldId="261"/>
            <ac:spMk id="2" creationId="{00000000-0000-0000-0000-000000000000}"/>
          </ac:spMkLst>
        </pc:spChg>
        <pc:spChg chg="mod">
          <ac:chgData name="Morrison, Gerald" userId="7611ca13-cc5f-41ee-a954-b612bc1298db" providerId="ADAL" clId="{B47175D1-F1FB-505F-809D-7A5D89969F47}" dt="2026-07-01T14:25:49.563" v="1024" actId="790"/>
          <ac:spMkLst>
            <pc:docMk/>
            <pc:sldMk cId="0" sldId="261"/>
            <ac:spMk id="3" creationId="{00000000-0000-0000-0000-000000000000}"/>
          </ac:spMkLst>
        </pc:spChg>
        <pc:spChg chg="add mod">
          <ac:chgData name="Morrison, Gerald" userId="7611ca13-cc5f-41ee-a954-b612bc1298db" providerId="ADAL" clId="{B47175D1-F1FB-505F-809D-7A5D89969F47}" dt="2026-07-01T14:24:14.984" v="1022" actId="790"/>
          <ac:spMkLst>
            <pc:docMk/>
            <pc:sldMk cId="0" sldId="261"/>
            <ac:spMk id="14" creationId="{F0C1FEB4-CE64-9BC5-3003-53DF1C3A552B}"/>
          </ac:spMkLst>
        </pc:spChg>
      </pc:sldChg>
      <pc:sldChg chg="modSp add del mod modNotes modNotesTx">
        <pc:chgData name="Morrison, Gerald" userId="7611ca13-cc5f-41ee-a954-b612bc1298db" providerId="ADAL" clId="{B47175D1-F1FB-505F-809D-7A5D89969F47}" dt="2026-07-01T14:27:38.651" v="1036" actId="790"/>
        <pc:sldMkLst>
          <pc:docMk/>
          <pc:sldMk cId="0" sldId="263"/>
        </pc:sldMkLst>
        <pc:spChg chg="mod">
          <ac:chgData name="Morrison, Gerald" userId="7611ca13-cc5f-41ee-a954-b612bc1298db" providerId="ADAL" clId="{B47175D1-F1FB-505F-809D-7A5D89969F47}" dt="2026-07-01T14:25:49.563" v="1024" actId="790"/>
          <ac:spMkLst>
            <pc:docMk/>
            <pc:sldMk cId="0" sldId="263"/>
            <ac:spMk id="2" creationId="{00000000-0000-0000-0000-000000000000}"/>
          </ac:spMkLst>
        </pc:spChg>
        <pc:spChg chg="mod">
          <ac:chgData name="Morrison, Gerald" userId="7611ca13-cc5f-41ee-a954-b612bc1298db" providerId="ADAL" clId="{B47175D1-F1FB-505F-809D-7A5D89969F47}" dt="2026-07-01T14:25:49.563" v="1024" actId="790"/>
          <ac:spMkLst>
            <pc:docMk/>
            <pc:sldMk cId="0" sldId="263"/>
            <ac:spMk id="3" creationId="{00000000-0000-0000-0000-000000000000}"/>
          </ac:spMkLst>
        </pc:spChg>
        <pc:spChg chg="mod">
          <ac:chgData name="Morrison, Gerald" userId="7611ca13-cc5f-41ee-a954-b612bc1298db" providerId="ADAL" clId="{B47175D1-F1FB-505F-809D-7A5D89969F47}" dt="2026-07-01T14:24:14.984" v="1022" actId="790"/>
          <ac:spMkLst>
            <pc:docMk/>
            <pc:sldMk cId="0" sldId="263"/>
            <ac:spMk id="4" creationId="{00000000-0000-0000-0000-000000000000}"/>
          </ac:spMkLst>
        </pc:spChg>
        <pc:spChg chg="mod">
          <ac:chgData name="Morrison, Gerald" userId="7611ca13-cc5f-41ee-a954-b612bc1298db" providerId="ADAL" clId="{B47175D1-F1FB-505F-809D-7A5D89969F47}" dt="2026-07-01T14:24:14.984" v="1022" actId="790"/>
          <ac:spMkLst>
            <pc:docMk/>
            <pc:sldMk cId="0" sldId="263"/>
            <ac:spMk id="5" creationId="{00000000-0000-0000-0000-000000000000}"/>
          </ac:spMkLst>
        </pc:spChg>
        <pc:spChg chg="mod">
          <ac:chgData name="Morrison, Gerald" userId="7611ca13-cc5f-41ee-a954-b612bc1298db" providerId="ADAL" clId="{B47175D1-F1FB-505F-809D-7A5D89969F47}" dt="2026-07-01T14:24:14.984" v="1022" actId="790"/>
          <ac:spMkLst>
            <pc:docMk/>
            <pc:sldMk cId="0" sldId="263"/>
            <ac:spMk id="6" creationId="{00000000-0000-0000-0000-000000000000}"/>
          </ac:spMkLst>
        </pc:spChg>
        <pc:spChg chg="mod">
          <ac:chgData name="Morrison, Gerald" userId="7611ca13-cc5f-41ee-a954-b612bc1298db" providerId="ADAL" clId="{B47175D1-F1FB-505F-809D-7A5D89969F47}" dt="2026-07-01T14:24:14.984" v="1022" actId="790"/>
          <ac:spMkLst>
            <pc:docMk/>
            <pc:sldMk cId="0" sldId="263"/>
            <ac:spMk id="7" creationId="{00000000-0000-0000-0000-000000000000}"/>
          </ac:spMkLst>
        </pc:spChg>
        <pc:spChg chg="mod">
          <ac:chgData name="Morrison, Gerald" userId="7611ca13-cc5f-41ee-a954-b612bc1298db" providerId="ADAL" clId="{B47175D1-F1FB-505F-809D-7A5D89969F47}" dt="2026-07-01T14:24:14.984" v="1022" actId="790"/>
          <ac:spMkLst>
            <pc:docMk/>
            <pc:sldMk cId="0" sldId="263"/>
            <ac:spMk id="8" creationId="{00000000-0000-0000-0000-000000000000}"/>
          </ac:spMkLst>
        </pc:spChg>
        <pc:spChg chg="mod">
          <ac:chgData name="Morrison, Gerald" userId="7611ca13-cc5f-41ee-a954-b612bc1298db" providerId="ADAL" clId="{B47175D1-F1FB-505F-809D-7A5D89969F47}" dt="2026-07-01T14:24:14.984" v="1022" actId="790"/>
          <ac:spMkLst>
            <pc:docMk/>
            <pc:sldMk cId="0" sldId="263"/>
            <ac:spMk id="9" creationId="{00000000-0000-0000-0000-000000000000}"/>
          </ac:spMkLst>
        </pc:spChg>
        <pc:spChg chg="mod">
          <ac:chgData name="Morrison, Gerald" userId="7611ca13-cc5f-41ee-a954-b612bc1298db" providerId="ADAL" clId="{B47175D1-F1FB-505F-809D-7A5D89969F47}" dt="2026-07-01T14:24:14.984" v="1022" actId="790"/>
          <ac:spMkLst>
            <pc:docMk/>
            <pc:sldMk cId="0" sldId="263"/>
            <ac:spMk id="10" creationId="{3CE4B281-E5D7-72F8-824E-17238D4AFDA1}"/>
          </ac:spMkLst>
        </pc:spChg>
      </pc:sldChg>
      <pc:sldChg chg="addSp delSp modSp add del mod modNotes modNotesTx">
        <pc:chgData name="Morrison, Gerald" userId="7611ca13-cc5f-41ee-a954-b612bc1298db" providerId="ADAL" clId="{B47175D1-F1FB-505F-809D-7A5D89969F47}" dt="2026-07-01T14:27:33.696" v="1035" actId="790"/>
        <pc:sldMkLst>
          <pc:docMk/>
          <pc:sldMk cId="0" sldId="264"/>
        </pc:sldMkLst>
        <pc:spChg chg="mod">
          <ac:chgData name="Morrison, Gerald" userId="7611ca13-cc5f-41ee-a954-b612bc1298db" providerId="ADAL" clId="{B47175D1-F1FB-505F-809D-7A5D89969F47}" dt="2026-07-01T14:25:49.563" v="1024" actId="790"/>
          <ac:spMkLst>
            <pc:docMk/>
            <pc:sldMk cId="0" sldId="264"/>
            <ac:spMk id="2" creationId="{00000000-0000-0000-0000-000000000000}"/>
          </ac:spMkLst>
        </pc:spChg>
        <pc:spChg chg="mod">
          <ac:chgData name="Morrison, Gerald" userId="7611ca13-cc5f-41ee-a954-b612bc1298db" providerId="ADAL" clId="{B47175D1-F1FB-505F-809D-7A5D89969F47}" dt="2026-07-01T14:25:49.563" v="1024" actId="790"/>
          <ac:spMkLst>
            <pc:docMk/>
            <pc:sldMk cId="0" sldId="264"/>
            <ac:spMk id="3" creationId="{00000000-0000-0000-0000-000000000000}"/>
          </ac:spMkLst>
        </pc:spChg>
        <pc:spChg chg="mod">
          <ac:chgData name="Morrison, Gerald" userId="7611ca13-cc5f-41ee-a954-b612bc1298db" providerId="ADAL" clId="{B47175D1-F1FB-505F-809D-7A5D89969F47}" dt="2026-07-01T14:25:49.563" v="1024" actId="790"/>
          <ac:spMkLst>
            <pc:docMk/>
            <pc:sldMk cId="0" sldId="264"/>
            <ac:spMk id="4" creationId="{00000000-0000-0000-0000-000000000000}"/>
          </ac:spMkLst>
        </pc:spChg>
        <pc:spChg chg="mod">
          <ac:chgData name="Morrison, Gerald" userId="7611ca13-cc5f-41ee-a954-b612bc1298db" providerId="ADAL" clId="{B47175D1-F1FB-505F-809D-7A5D89969F47}" dt="2026-07-01T14:25:49.563" v="1024" actId="790"/>
          <ac:spMkLst>
            <pc:docMk/>
            <pc:sldMk cId="0" sldId="264"/>
            <ac:spMk id="5" creationId="{00000000-0000-0000-0000-000000000000}"/>
          </ac:spMkLst>
        </pc:spChg>
        <pc:spChg chg="mod">
          <ac:chgData name="Morrison, Gerald" userId="7611ca13-cc5f-41ee-a954-b612bc1298db" providerId="ADAL" clId="{B47175D1-F1FB-505F-809D-7A5D89969F47}" dt="2026-07-01T14:25:49.563" v="1024" actId="790"/>
          <ac:spMkLst>
            <pc:docMk/>
            <pc:sldMk cId="0" sldId="264"/>
            <ac:spMk id="6" creationId="{00000000-0000-0000-0000-000000000000}"/>
          </ac:spMkLst>
        </pc:spChg>
        <pc:spChg chg="mod">
          <ac:chgData name="Morrison, Gerald" userId="7611ca13-cc5f-41ee-a954-b612bc1298db" providerId="ADAL" clId="{B47175D1-F1FB-505F-809D-7A5D89969F47}" dt="2026-07-01T14:25:49.563" v="1024" actId="790"/>
          <ac:spMkLst>
            <pc:docMk/>
            <pc:sldMk cId="0" sldId="264"/>
            <ac:spMk id="7" creationId="{00000000-0000-0000-0000-000000000000}"/>
          </ac:spMkLst>
        </pc:spChg>
        <pc:spChg chg="mod">
          <ac:chgData name="Morrison, Gerald" userId="7611ca13-cc5f-41ee-a954-b612bc1298db" providerId="ADAL" clId="{B47175D1-F1FB-505F-809D-7A5D89969F47}" dt="2026-07-01T14:25:49.563" v="1024" actId="790"/>
          <ac:spMkLst>
            <pc:docMk/>
            <pc:sldMk cId="0" sldId="264"/>
            <ac:spMk id="8" creationId="{00000000-0000-0000-0000-000000000000}"/>
          </ac:spMkLst>
        </pc:spChg>
        <pc:spChg chg="mod">
          <ac:chgData name="Morrison, Gerald" userId="7611ca13-cc5f-41ee-a954-b612bc1298db" providerId="ADAL" clId="{B47175D1-F1FB-505F-809D-7A5D89969F47}" dt="2026-07-01T14:25:49.563" v="1024" actId="790"/>
          <ac:spMkLst>
            <pc:docMk/>
            <pc:sldMk cId="0" sldId="264"/>
            <ac:spMk id="9" creationId="{00000000-0000-0000-0000-000000000000}"/>
          </ac:spMkLst>
        </pc:spChg>
        <pc:spChg chg="add mod">
          <ac:chgData name="Morrison, Gerald" userId="7611ca13-cc5f-41ee-a954-b612bc1298db" providerId="ADAL" clId="{B47175D1-F1FB-505F-809D-7A5D89969F47}" dt="2026-07-01T14:24:14.984" v="1022" actId="790"/>
          <ac:spMkLst>
            <pc:docMk/>
            <pc:sldMk cId="0" sldId="264"/>
            <ac:spMk id="11" creationId="{C13B4A78-F84D-A746-665E-3938E3948B93}"/>
          </ac:spMkLst>
        </pc:spChg>
      </pc:sldChg>
      <pc:sldChg chg="addSp modSp mod modNotes modNotesTx">
        <pc:chgData name="Morrison, Gerald" userId="7611ca13-cc5f-41ee-a954-b612bc1298db" providerId="ADAL" clId="{B47175D1-F1FB-505F-809D-7A5D89969F47}" dt="2026-07-01T14:27:25.083" v="1034" actId="790"/>
        <pc:sldMkLst>
          <pc:docMk/>
          <pc:sldMk cId="0" sldId="265"/>
        </pc:sldMkLst>
        <pc:spChg chg="mod">
          <ac:chgData name="Morrison, Gerald" userId="7611ca13-cc5f-41ee-a954-b612bc1298db" providerId="ADAL" clId="{B47175D1-F1FB-505F-809D-7A5D89969F47}" dt="2026-07-01T14:25:49.563" v="1024" actId="790"/>
          <ac:spMkLst>
            <pc:docMk/>
            <pc:sldMk cId="0" sldId="265"/>
            <ac:spMk id="2" creationId="{00000000-0000-0000-0000-000000000000}"/>
          </ac:spMkLst>
        </pc:spChg>
        <pc:spChg chg="mod">
          <ac:chgData name="Morrison, Gerald" userId="7611ca13-cc5f-41ee-a954-b612bc1298db" providerId="ADAL" clId="{B47175D1-F1FB-505F-809D-7A5D89969F47}" dt="2026-07-01T14:25:49.563" v="1024" actId="790"/>
          <ac:spMkLst>
            <pc:docMk/>
            <pc:sldMk cId="0" sldId="265"/>
            <ac:spMk id="3" creationId="{00000000-0000-0000-0000-000000000000}"/>
          </ac:spMkLst>
        </pc:spChg>
        <pc:spChg chg="mod">
          <ac:chgData name="Morrison, Gerald" userId="7611ca13-cc5f-41ee-a954-b612bc1298db" providerId="ADAL" clId="{B47175D1-F1FB-505F-809D-7A5D89969F47}" dt="2026-07-01T14:25:49.563" v="1024" actId="790"/>
          <ac:spMkLst>
            <pc:docMk/>
            <pc:sldMk cId="0" sldId="265"/>
            <ac:spMk id="4" creationId="{00000000-0000-0000-0000-000000000000}"/>
          </ac:spMkLst>
        </pc:spChg>
        <pc:spChg chg="mod">
          <ac:chgData name="Morrison, Gerald" userId="7611ca13-cc5f-41ee-a954-b612bc1298db" providerId="ADAL" clId="{B47175D1-F1FB-505F-809D-7A5D89969F47}" dt="2026-07-01T14:25:49.563" v="1024" actId="790"/>
          <ac:spMkLst>
            <pc:docMk/>
            <pc:sldMk cId="0" sldId="265"/>
            <ac:spMk id="5" creationId="{00000000-0000-0000-0000-000000000000}"/>
          </ac:spMkLst>
        </pc:spChg>
        <pc:spChg chg="mod">
          <ac:chgData name="Morrison, Gerald" userId="7611ca13-cc5f-41ee-a954-b612bc1298db" providerId="ADAL" clId="{B47175D1-F1FB-505F-809D-7A5D89969F47}" dt="2026-07-01T14:25:49.563" v="1024" actId="790"/>
          <ac:spMkLst>
            <pc:docMk/>
            <pc:sldMk cId="0" sldId="265"/>
            <ac:spMk id="6" creationId="{00000000-0000-0000-0000-000000000000}"/>
          </ac:spMkLst>
        </pc:spChg>
        <pc:spChg chg="mod">
          <ac:chgData name="Morrison, Gerald" userId="7611ca13-cc5f-41ee-a954-b612bc1298db" providerId="ADAL" clId="{B47175D1-F1FB-505F-809D-7A5D89969F47}" dt="2026-07-01T14:25:49.563" v="1024" actId="790"/>
          <ac:spMkLst>
            <pc:docMk/>
            <pc:sldMk cId="0" sldId="265"/>
            <ac:spMk id="7" creationId="{00000000-0000-0000-0000-000000000000}"/>
          </ac:spMkLst>
        </pc:spChg>
        <pc:spChg chg="mod">
          <ac:chgData name="Morrison, Gerald" userId="7611ca13-cc5f-41ee-a954-b612bc1298db" providerId="ADAL" clId="{B47175D1-F1FB-505F-809D-7A5D89969F47}" dt="2026-07-01T14:25:49.563" v="1024" actId="790"/>
          <ac:spMkLst>
            <pc:docMk/>
            <pc:sldMk cId="0" sldId="265"/>
            <ac:spMk id="8" creationId="{00000000-0000-0000-0000-000000000000}"/>
          </ac:spMkLst>
        </pc:spChg>
        <pc:spChg chg="mod">
          <ac:chgData name="Morrison, Gerald" userId="7611ca13-cc5f-41ee-a954-b612bc1298db" providerId="ADAL" clId="{B47175D1-F1FB-505F-809D-7A5D89969F47}" dt="2026-07-01T14:25:49.563" v="1024" actId="790"/>
          <ac:spMkLst>
            <pc:docMk/>
            <pc:sldMk cId="0" sldId="265"/>
            <ac:spMk id="9" creationId="{00000000-0000-0000-0000-000000000000}"/>
          </ac:spMkLst>
        </pc:spChg>
        <pc:spChg chg="add mod">
          <ac:chgData name="Morrison, Gerald" userId="7611ca13-cc5f-41ee-a954-b612bc1298db" providerId="ADAL" clId="{B47175D1-F1FB-505F-809D-7A5D89969F47}" dt="2026-07-01T14:24:14.984" v="1022" actId="790"/>
          <ac:spMkLst>
            <pc:docMk/>
            <pc:sldMk cId="0" sldId="265"/>
            <ac:spMk id="10" creationId="{B471EC25-0ED6-E6BD-5E94-9EED607C141C}"/>
          </ac:spMkLst>
        </pc:spChg>
      </pc:sldChg>
      <pc:sldChg chg="modSp add del mod modNotes modNotesTx">
        <pc:chgData name="Morrison, Gerald" userId="7611ca13-cc5f-41ee-a954-b612bc1298db" providerId="ADAL" clId="{B47175D1-F1FB-505F-809D-7A5D89969F47}" dt="2026-07-01T14:25:49.563" v="1024" actId="790"/>
        <pc:sldMkLst>
          <pc:docMk/>
          <pc:sldMk cId="0" sldId="267"/>
        </pc:sldMkLst>
        <pc:spChg chg="mod">
          <ac:chgData name="Morrison, Gerald" userId="7611ca13-cc5f-41ee-a954-b612bc1298db" providerId="ADAL" clId="{B47175D1-F1FB-505F-809D-7A5D89969F47}" dt="2026-07-01T14:25:49.563" v="1024" actId="790"/>
          <ac:spMkLst>
            <pc:docMk/>
            <pc:sldMk cId="0" sldId="267"/>
            <ac:spMk id="2" creationId="{00000000-0000-0000-0000-000000000000}"/>
          </ac:spMkLst>
        </pc:spChg>
        <pc:spChg chg="mod">
          <ac:chgData name="Morrison, Gerald" userId="7611ca13-cc5f-41ee-a954-b612bc1298db" providerId="ADAL" clId="{B47175D1-F1FB-505F-809D-7A5D89969F47}" dt="2026-07-01T14:25:49.563" v="1024" actId="790"/>
          <ac:spMkLst>
            <pc:docMk/>
            <pc:sldMk cId="0" sldId="267"/>
            <ac:spMk id="3" creationId="{00000000-0000-0000-0000-000000000000}"/>
          </ac:spMkLst>
        </pc:spChg>
        <pc:spChg chg="mod">
          <ac:chgData name="Morrison, Gerald" userId="7611ca13-cc5f-41ee-a954-b612bc1298db" providerId="ADAL" clId="{B47175D1-F1FB-505F-809D-7A5D89969F47}" dt="2026-07-01T14:24:14.984" v="1022" actId="790"/>
          <ac:spMkLst>
            <pc:docMk/>
            <pc:sldMk cId="0" sldId="267"/>
            <ac:spMk id="4" creationId="{00000000-0000-0000-0000-000000000000}"/>
          </ac:spMkLst>
        </pc:spChg>
        <pc:spChg chg="mod">
          <ac:chgData name="Morrison, Gerald" userId="7611ca13-cc5f-41ee-a954-b612bc1298db" providerId="ADAL" clId="{B47175D1-F1FB-505F-809D-7A5D89969F47}" dt="2026-07-01T14:24:14.984" v="1022" actId="790"/>
          <ac:spMkLst>
            <pc:docMk/>
            <pc:sldMk cId="0" sldId="267"/>
            <ac:spMk id="5" creationId="{00000000-0000-0000-0000-000000000000}"/>
          </ac:spMkLst>
        </pc:spChg>
        <pc:spChg chg="mod">
          <ac:chgData name="Morrison, Gerald" userId="7611ca13-cc5f-41ee-a954-b612bc1298db" providerId="ADAL" clId="{B47175D1-F1FB-505F-809D-7A5D89969F47}" dt="2026-07-01T14:24:14.984" v="1022" actId="790"/>
          <ac:spMkLst>
            <pc:docMk/>
            <pc:sldMk cId="0" sldId="267"/>
            <ac:spMk id="6" creationId="{00000000-0000-0000-0000-000000000000}"/>
          </ac:spMkLst>
        </pc:spChg>
        <pc:spChg chg="mod">
          <ac:chgData name="Morrison, Gerald" userId="7611ca13-cc5f-41ee-a954-b612bc1298db" providerId="ADAL" clId="{B47175D1-F1FB-505F-809D-7A5D89969F47}" dt="2026-07-01T14:24:14.984" v="1022" actId="790"/>
          <ac:spMkLst>
            <pc:docMk/>
            <pc:sldMk cId="0" sldId="267"/>
            <ac:spMk id="8" creationId="{00000000-0000-0000-0000-000000000000}"/>
          </ac:spMkLst>
        </pc:spChg>
      </pc:sldChg>
      <pc:sldChg chg="modSp add del mod modNotes modNotesTx">
        <pc:chgData name="Morrison, Gerald" userId="7611ca13-cc5f-41ee-a954-b612bc1298db" providerId="ADAL" clId="{B47175D1-F1FB-505F-809D-7A5D89969F47}" dt="2026-07-01T14:26:30.777" v="1025" actId="790"/>
        <pc:sldMkLst>
          <pc:docMk/>
          <pc:sldMk cId="0" sldId="268"/>
        </pc:sldMkLst>
        <pc:spChg chg="mod">
          <ac:chgData name="Morrison, Gerald" userId="7611ca13-cc5f-41ee-a954-b612bc1298db" providerId="ADAL" clId="{B47175D1-F1FB-505F-809D-7A5D89969F47}" dt="2026-07-01T14:25:49.563" v="1024" actId="790"/>
          <ac:spMkLst>
            <pc:docMk/>
            <pc:sldMk cId="0" sldId="268"/>
            <ac:spMk id="2" creationId="{00000000-0000-0000-0000-000000000000}"/>
          </ac:spMkLst>
        </pc:spChg>
        <pc:spChg chg="mod">
          <ac:chgData name="Morrison, Gerald" userId="7611ca13-cc5f-41ee-a954-b612bc1298db" providerId="ADAL" clId="{B47175D1-F1FB-505F-809D-7A5D89969F47}" dt="2026-07-01T14:25:49.563" v="1024" actId="790"/>
          <ac:spMkLst>
            <pc:docMk/>
            <pc:sldMk cId="0" sldId="268"/>
            <ac:spMk id="3" creationId="{00000000-0000-0000-0000-000000000000}"/>
          </ac:spMkLst>
        </pc:spChg>
        <pc:spChg chg="mod">
          <ac:chgData name="Morrison, Gerald" userId="7611ca13-cc5f-41ee-a954-b612bc1298db" providerId="ADAL" clId="{B47175D1-F1FB-505F-809D-7A5D89969F47}" dt="2026-07-01T14:24:14.984" v="1022" actId="790"/>
          <ac:spMkLst>
            <pc:docMk/>
            <pc:sldMk cId="0" sldId="268"/>
            <ac:spMk id="4" creationId="{00000000-0000-0000-0000-000000000000}"/>
          </ac:spMkLst>
        </pc:spChg>
        <pc:spChg chg="mod">
          <ac:chgData name="Morrison, Gerald" userId="7611ca13-cc5f-41ee-a954-b612bc1298db" providerId="ADAL" clId="{B47175D1-F1FB-505F-809D-7A5D89969F47}" dt="2026-07-01T14:24:14.984" v="1022" actId="790"/>
          <ac:spMkLst>
            <pc:docMk/>
            <pc:sldMk cId="0" sldId="268"/>
            <ac:spMk id="6" creationId="{00000000-0000-0000-0000-000000000000}"/>
          </ac:spMkLst>
        </pc:spChg>
        <pc:spChg chg="mod">
          <ac:chgData name="Morrison, Gerald" userId="7611ca13-cc5f-41ee-a954-b612bc1298db" providerId="ADAL" clId="{B47175D1-F1FB-505F-809D-7A5D89969F47}" dt="2026-07-01T14:24:14.984" v="1022" actId="790"/>
          <ac:spMkLst>
            <pc:docMk/>
            <pc:sldMk cId="0" sldId="268"/>
            <ac:spMk id="7" creationId="{00000000-0000-0000-0000-000000000000}"/>
          </ac:spMkLst>
        </pc:spChg>
        <pc:spChg chg="mod">
          <ac:chgData name="Morrison, Gerald" userId="7611ca13-cc5f-41ee-a954-b612bc1298db" providerId="ADAL" clId="{B47175D1-F1FB-505F-809D-7A5D89969F47}" dt="2026-07-01T14:24:14.984" v="1022" actId="790"/>
          <ac:spMkLst>
            <pc:docMk/>
            <pc:sldMk cId="0" sldId="268"/>
            <ac:spMk id="9" creationId="{00000000-0000-0000-0000-000000000000}"/>
          </ac:spMkLst>
        </pc:spChg>
      </pc:sldChg>
      <pc:sldChg chg="modSp add del mod modNotes modNotesTx">
        <pc:chgData name="Morrison, Gerald" userId="7611ca13-cc5f-41ee-a954-b612bc1298db" providerId="ADAL" clId="{B47175D1-F1FB-505F-809D-7A5D89969F47}" dt="2026-07-01T14:26:41.776" v="1029" actId="790"/>
        <pc:sldMkLst>
          <pc:docMk/>
          <pc:sldMk cId="0" sldId="269"/>
        </pc:sldMkLst>
        <pc:spChg chg="mod">
          <ac:chgData name="Morrison, Gerald" userId="7611ca13-cc5f-41ee-a954-b612bc1298db" providerId="ADAL" clId="{B47175D1-F1FB-505F-809D-7A5D89969F47}" dt="2026-07-01T14:25:49.563" v="1024" actId="790"/>
          <ac:spMkLst>
            <pc:docMk/>
            <pc:sldMk cId="0" sldId="269"/>
            <ac:spMk id="2" creationId="{00000000-0000-0000-0000-000000000000}"/>
          </ac:spMkLst>
        </pc:spChg>
        <pc:spChg chg="mod">
          <ac:chgData name="Morrison, Gerald" userId="7611ca13-cc5f-41ee-a954-b612bc1298db" providerId="ADAL" clId="{B47175D1-F1FB-505F-809D-7A5D89969F47}" dt="2026-07-01T14:25:49.563" v="1024" actId="790"/>
          <ac:spMkLst>
            <pc:docMk/>
            <pc:sldMk cId="0" sldId="269"/>
            <ac:spMk id="3" creationId="{00000000-0000-0000-0000-000000000000}"/>
          </ac:spMkLst>
        </pc:spChg>
        <pc:spChg chg="mod">
          <ac:chgData name="Morrison, Gerald" userId="7611ca13-cc5f-41ee-a954-b612bc1298db" providerId="ADAL" clId="{B47175D1-F1FB-505F-809D-7A5D89969F47}" dt="2026-07-01T14:25:49.563" v="1024" actId="790"/>
          <ac:spMkLst>
            <pc:docMk/>
            <pc:sldMk cId="0" sldId="269"/>
            <ac:spMk id="4" creationId="{00000000-0000-0000-0000-000000000000}"/>
          </ac:spMkLst>
        </pc:spChg>
      </pc:sldChg>
      <pc:sldChg chg="addSp modSp mod modNotes modNotesTx">
        <pc:chgData name="Morrison, Gerald" userId="7611ca13-cc5f-41ee-a954-b612bc1298db" providerId="ADAL" clId="{B47175D1-F1FB-505F-809D-7A5D89969F47}" dt="2026-07-01T14:26:47.467" v="1030" actId="790"/>
        <pc:sldMkLst>
          <pc:docMk/>
          <pc:sldMk cId="0" sldId="270"/>
        </pc:sldMkLst>
        <pc:spChg chg="mod">
          <ac:chgData name="Morrison, Gerald" userId="7611ca13-cc5f-41ee-a954-b612bc1298db" providerId="ADAL" clId="{B47175D1-F1FB-505F-809D-7A5D89969F47}" dt="2026-07-01T14:25:49.563" v="1024" actId="790"/>
          <ac:spMkLst>
            <pc:docMk/>
            <pc:sldMk cId="0" sldId="270"/>
            <ac:spMk id="2" creationId="{00000000-0000-0000-0000-000000000000}"/>
          </ac:spMkLst>
        </pc:spChg>
        <pc:spChg chg="mod">
          <ac:chgData name="Morrison, Gerald" userId="7611ca13-cc5f-41ee-a954-b612bc1298db" providerId="ADAL" clId="{B47175D1-F1FB-505F-809D-7A5D89969F47}" dt="2026-07-01T14:25:49.563" v="1024" actId="790"/>
          <ac:spMkLst>
            <pc:docMk/>
            <pc:sldMk cId="0" sldId="270"/>
            <ac:spMk id="3" creationId="{00000000-0000-0000-0000-000000000000}"/>
          </ac:spMkLst>
        </pc:spChg>
        <pc:picChg chg="add mod">
          <ac:chgData name="Morrison, Gerald" userId="7611ca13-cc5f-41ee-a954-b612bc1298db" providerId="ADAL" clId="{B47175D1-F1FB-505F-809D-7A5D89969F47}" dt="2026-06-30T15:27:20.283" v="812"/>
          <ac:picMkLst>
            <pc:docMk/>
            <pc:sldMk cId="0" sldId="270"/>
            <ac:picMk id="6" creationId="{A1FC5F3F-C86C-CAE5-A3BA-69B3D314E998}"/>
          </ac:picMkLst>
        </pc:picChg>
      </pc:sldChg>
      <pc:sldChg chg="modSp add del mod modNotes modNotesTx">
        <pc:chgData name="Morrison, Gerald" userId="7611ca13-cc5f-41ee-a954-b612bc1298db" providerId="ADAL" clId="{B47175D1-F1FB-505F-809D-7A5D89969F47}" dt="2026-07-01T14:26:57.714" v="1031" actId="790"/>
        <pc:sldMkLst>
          <pc:docMk/>
          <pc:sldMk cId="0" sldId="271"/>
        </pc:sldMkLst>
        <pc:spChg chg="mod">
          <ac:chgData name="Morrison, Gerald" userId="7611ca13-cc5f-41ee-a954-b612bc1298db" providerId="ADAL" clId="{B47175D1-F1FB-505F-809D-7A5D89969F47}" dt="2026-07-01T14:25:49.563" v="1024" actId="790"/>
          <ac:spMkLst>
            <pc:docMk/>
            <pc:sldMk cId="0" sldId="271"/>
            <ac:spMk id="2" creationId="{00000000-0000-0000-0000-000000000000}"/>
          </ac:spMkLst>
        </pc:spChg>
        <pc:spChg chg="mod">
          <ac:chgData name="Morrison, Gerald" userId="7611ca13-cc5f-41ee-a954-b612bc1298db" providerId="ADAL" clId="{B47175D1-F1FB-505F-809D-7A5D89969F47}" dt="2026-07-01T14:25:49.563" v="1024" actId="790"/>
          <ac:spMkLst>
            <pc:docMk/>
            <pc:sldMk cId="0" sldId="271"/>
            <ac:spMk id="3" creationId="{00000000-0000-0000-0000-000000000000}"/>
          </ac:spMkLst>
        </pc:spChg>
        <pc:spChg chg="mod">
          <ac:chgData name="Morrison, Gerald" userId="7611ca13-cc5f-41ee-a954-b612bc1298db" providerId="ADAL" clId="{B47175D1-F1FB-505F-809D-7A5D89969F47}" dt="2026-06-26T17:23:14.467" v="158" actId="790"/>
          <ac:spMkLst>
            <pc:docMk/>
            <pc:sldMk cId="0" sldId="271"/>
            <ac:spMk id="4" creationId="{00000000-0000-0000-0000-000000000000}"/>
          </ac:spMkLst>
        </pc:spChg>
        <pc:spChg chg="mod">
          <ac:chgData name="Morrison, Gerald" userId="7611ca13-cc5f-41ee-a954-b612bc1298db" providerId="ADAL" clId="{B47175D1-F1FB-505F-809D-7A5D89969F47}" dt="2026-07-01T14:24:14.984" v="1022" actId="790"/>
          <ac:spMkLst>
            <pc:docMk/>
            <pc:sldMk cId="0" sldId="271"/>
            <ac:spMk id="5" creationId="{00000000-0000-0000-0000-000000000000}"/>
          </ac:spMkLst>
        </pc:spChg>
        <pc:spChg chg="mod">
          <ac:chgData name="Morrison, Gerald" userId="7611ca13-cc5f-41ee-a954-b612bc1298db" providerId="ADAL" clId="{B47175D1-F1FB-505F-809D-7A5D89969F47}" dt="2026-06-26T17:23:14.467" v="158" actId="790"/>
          <ac:spMkLst>
            <pc:docMk/>
            <pc:sldMk cId="0" sldId="271"/>
            <ac:spMk id="6" creationId="{00000000-0000-0000-0000-000000000000}"/>
          </ac:spMkLst>
        </pc:spChg>
        <pc:spChg chg="mod">
          <ac:chgData name="Morrison, Gerald" userId="7611ca13-cc5f-41ee-a954-b612bc1298db" providerId="ADAL" clId="{B47175D1-F1FB-505F-809D-7A5D89969F47}" dt="2026-06-26T17:23:14.467" v="158" actId="790"/>
          <ac:spMkLst>
            <pc:docMk/>
            <pc:sldMk cId="0" sldId="271"/>
            <ac:spMk id="7" creationId="{00000000-0000-0000-0000-000000000000}"/>
          </ac:spMkLst>
        </pc:spChg>
        <pc:spChg chg="mod">
          <ac:chgData name="Morrison, Gerald" userId="7611ca13-cc5f-41ee-a954-b612bc1298db" providerId="ADAL" clId="{B47175D1-F1FB-505F-809D-7A5D89969F47}" dt="2026-07-01T14:24:14.984" v="1022" actId="790"/>
          <ac:spMkLst>
            <pc:docMk/>
            <pc:sldMk cId="0" sldId="271"/>
            <ac:spMk id="10" creationId="{00000000-0000-0000-0000-000000000000}"/>
          </ac:spMkLst>
        </pc:spChg>
        <pc:spChg chg="mod">
          <ac:chgData name="Morrison, Gerald" userId="7611ca13-cc5f-41ee-a954-b612bc1298db" providerId="ADAL" clId="{B47175D1-F1FB-505F-809D-7A5D89969F47}" dt="2026-07-01T14:24:14.984" v="1022" actId="790"/>
          <ac:spMkLst>
            <pc:docMk/>
            <pc:sldMk cId="0" sldId="271"/>
            <ac:spMk id="11" creationId="{00000000-0000-0000-0000-000000000000}"/>
          </ac:spMkLst>
        </pc:spChg>
        <pc:spChg chg="mod">
          <ac:chgData name="Morrison, Gerald" userId="7611ca13-cc5f-41ee-a954-b612bc1298db" providerId="ADAL" clId="{B47175D1-F1FB-505F-809D-7A5D89969F47}" dt="2026-06-26T17:23:14.467" v="158" actId="790"/>
          <ac:spMkLst>
            <pc:docMk/>
            <pc:sldMk cId="0" sldId="271"/>
            <ac:spMk id="12" creationId="{00000000-0000-0000-0000-000000000000}"/>
          </ac:spMkLst>
        </pc:spChg>
        <pc:spChg chg="mod">
          <ac:chgData name="Morrison, Gerald" userId="7611ca13-cc5f-41ee-a954-b612bc1298db" providerId="ADAL" clId="{B47175D1-F1FB-505F-809D-7A5D89969F47}" dt="2026-07-01T14:24:14.984" v="1022" actId="790"/>
          <ac:spMkLst>
            <pc:docMk/>
            <pc:sldMk cId="0" sldId="271"/>
            <ac:spMk id="16" creationId="{00000000-0000-0000-0000-000000000000}"/>
          </ac:spMkLst>
        </pc:spChg>
        <pc:spChg chg="mod">
          <ac:chgData name="Morrison, Gerald" userId="7611ca13-cc5f-41ee-a954-b612bc1298db" providerId="ADAL" clId="{B47175D1-F1FB-505F-809D-7A5D89969F47}" dt="2026-07-01T14:24:14.984" v="1022" actId="790"/>
          <ac:spMkLst>
            <pc:docMk/>
            <pc:sldMk cId="0" sldId="271"/>
            <ac:spMk id="17" creationId="{00000000-0000-0000-0000-000000000000}"/>
          </ac:spMkLst>
        </pc:spChg>
        <pc:spChg chg="mod">
          <ac:chgData name="Morrison, Gerald" userId="7611ca13-cc5f-41ee-a954-b612bc1298db" providerId="ADAL" clId="{B47175D1-F1FB-505F-809D-7A5D89969F47}" dt="2026-07-01T14:24:14.984" v="1022" actId="790"/>
          <ac:spMkLst>
            <pc:docMk/>
            <pc:sldMk cId="0" sldId="271"/>
            <ac:spMk id="18" creationId="{00000000-0000-0000-0000-000000000000}"/>
          </ac:spMkLst>
        </pc:spChg>
        <pc:spChg chg="mod">
          <ac:chgData name="Morrison, Gerald" userId="7611ca13-cc5f-41ee-a954-b612bc1298db" providerId="ADAL" clId="{B47175D1-F1FB-505F-809D-7A5D89969F47}" dt="2026-06-30T14:44:30.225" v="696" actId="790"/>
          <ac:spMkLst>
            <pc:docMk/>
            <pc:sldMk cId="0" sldId="271"/>
            <ac:spMk id="23" creationId="{00000000-0000-0000-0000-000000000000}"/>
          </ac:spMkLst>
        </pc:spChg>
        <pc:spChg chg="mod">
          <ac:chgData name="Morrison, Gerald" userId="7611ca13-cc5f-41ee-a954-b612bc1298db" providerId="ADAL" clId="{B47175D1-F1FB-505F-809D-7A5D89969F47}" dt="2026-06-30T14:44:30.225" v="696" actId="790"/>
          <ac:spMkLst>
            <pc:docMk/>
            <pc:sldMk cId="0" sldId="271"/>
            <ac:spMk id="24" creationId="{00000000-0000-0000-0000-000000000000}"/>
          </ac:spMkLst>
        </pc:spChg>
        <pc:spChg chg="mod">
          <ac:chgData name="Morrison, Gerald" userId="7611ca13-cc5f-41ee-a954-b612bc1298db" providerId="ADAL" clId="{B47175D1-F1FB-505F-809D-7A5D89969F47}" dt="2026-07-01T14:24:14.984" v="1022" actId="790"/>
          <ac:spMkLst>
            <pc:docMk/>
            <pc:sldMk cId="0" sldId="271"/>
            <ac:spMk id="25" creationId="{00000000-0000-0000-0000-000000000000}"/>
          </ac:spMkLst>
        </pc:spChg>
        <pc:spChg chg="mod">
          <ac:chgData name="Morrison, Gerald" userId="7611ca13-cc5f-41ee-a954-b612bc1298db" providerId="ADAL" clId="{B47175D1-F1FB-505F-809D-7A5D89969F47}" dt="2026-07-01T14:24:14.984" v="1022" actId="790"/>
          <ac:spMkLst>
            <pc:docMk/>
            <pc:sldMk cId="0" sldId="271"/>
            <ac:spMk id="28" creationId="{00000000-0000-0000-0000-000000000000}"/>
          </ac:spMkLst>
        </pc:spChg>
        <pc:spChg chg="mod">
          <ac:chgData name="Morrison, Gerald" userId="7611ca13-cc5f-41ee-a954-b612bc1298db" providerId="ADAL" clId="{B47175D1-F1FB-505F-809D-7A5D89969F47}" dt="2026-06-30T14:44:30.225" v="696" actId="790"/>
          <ac:spMkLst>
            <pc:docMk/>
            <pc:sldMk cId="0" sldId="271"/>
            <ac:spMk id="29" creationId="{00000000-0000-0000-0000-000000000000}"/>
          </ac:spMkLst>
        </pc:spChg>
        <pc:spChg chg="mod">
          <ac:chgData name="Morrison, Gerald" userId="7611ca13-cc5f-41ee-a954-b612bc1298db" providerId="ADAL" clId="{B47175D1-F1FB-505F-809D-7A5D89969F47}" dt="2026-07-01T13:35:35.977" v="882" actId="313"/>
          <ac:spMkLst>
            <pc:docMk/>
            <pc:sldMk cId="0" sldId="271"/>
            <ac:spMk id="30" creationId="{00000000-0000-0000-0000-000000000000}"/>
          </ac:spMkLst>
        </pc:spChg>
        <pc:spChg chg="mod">
          <ac:chgData name="Morrison, Gerald" userId="7611ca13-cc5f-41ee-a954-b612bc1298db" providerId="ADAL" clId="{B47175D1-F1FB-505F-809D-7A5D89969F47}" dt="2026-06-30T14:44:30.225" v="696" actId="790"/>
          <ac:spMkLst>
            <pc:docMk/>
            <pc:sldMk cId="0" sldId="271"/>
            <ac:spMk id="33" creationId="{041AC62E-38A5-C52D-07CD-6D2A6C10128A}"/>
          </ac:spMkLst>
        </pc:spChg>
        <pc:spChg chg="mod">
          <ac:chgData name="Morrison, Gerald" userId="7611ca13-cc5f-41ee-a954-b612bc1298db" providerId="ADAL" clId="{B47175D1-F1FB-505F-809D-7A5D89969F47}" dt="2026-07-01T14:24:14.984" v="1022" actId="790"/>
          <ac:spMkLst>
            <pc:docMk/>
            <pc:sldMk cId="0" sldId="271"/>
            <ac:spMk id="36" creationId="{B5D680A5-CB0C-1360-5512-A392063A846D}"/>
          </ac:spMkLst>
        </pc:spChg>
      </pc:sldChg>
      <pc:sldChg chg="modSp add mod modNotes modNotesTx">
        <pc:chgData name="Morrison, Gerald" userId="7611ca13-cc5f-41ee-a954-b612bc1298db" providerId="ADAL" clId="{B47175D1-F1FB-505F-809D-7A5D89969F47}" dt="2026-07-01T14:25:49.563" v="1024" actId="790"/>
        <pc:sldMkLst>
          <pc:docMk/>
          <pc:sldMk cId="0" sldId="272"/>
        </pc:sldMkLst>
        <pc:spChg chg="mod">
          <ac:chgData name="Morrison, Gerald" userId="7611ca13-cc5f-41ee-a954-b612bc1298db" providerId="ADAL" clId="{B47175D1-F1FB-505F-809D-7A5D89969F47}" dt="2026-07-01T14:25:49.563" v="1024" actId="790"/>
          <ac:spMkLst>
            <pc:docMk/>
            <pc:sldMk cId="0" sldId="272"/>
            <ac:spMk id="2" creationId="{00000000-0000-0000-0000-000000000000}"/>
          </ac:spMkLst>
        </pc:spChg>
        <pc:spChg chg="mod">
          <ac:chgData name="Morrison, Gerald" userId="7611ca13-cc5f-41ee-a954-b612bc1298db" providerId="ADAL" clId="{B47175D1-F1FB-505F-809D-7A5D89969F47}" dt="2026-07-01T14:25:49.563" v="1024" actId="790"/>
          <ac:spMkLst>
            <pc:docMk/>
            <pc:sldMk cId="0" sldId="272"/>
            <ac:spMk id="3" creationId="{00000000-0000-0000-0000-000000000000}"/>
          </ac:spMkLst>
        </pc:spChg>
        <pc:spChg chg="mod">
          <ac:chgData name="Morrison, Gerald" userId="7611ca13-cc5f-41ee-a954-b612bc1298db" providerId="ADAL" clId="{B47175D1-F1FB-505F-809D-7A5D89969F47}" dt="2026-07-01T14:24:14.984" v="1022" actId="790"/>
          <ac:spMkLst>
            <pc:docMk/>
            <pc:sldMk cId="0" sldId="272"/>
            <ac:spMk id="4" creationId="{00000000-0000-0000-0000-000000000000}"/>
          </ac:spMkLst>
        </pc:spChg>
        <pc:spChg chg="mod">
          <ac:chgData name="Morrison, Gerald" userId="7611ca13-cc5f-41ee-a954-b612bc1298db" providerId="ADAL" clId="{B47175D1-F1FB-505F-809D-7A5D89969F47}" dt="2026-06-30T14:44:30.225" v="696" actId="790"/>
          <ac:spMkLst>
            <pc:docMk/>
            <pc:sldMk cId="0" sldId="272"/>
            <ac:spMk id="7" creationId="{00000000-0000-0000-0000-000000000000}"/>
          </ac:spMkLst>
        </pc:spChg>
        <pc:spChg chg="mod">
          <ac:chgData name="Morrison, Gerald" userId="7611ca13-cc5f-41ee-a954-b612bc1298db" providerId="ADAL" clId="{B47175D1-F1FB-505F-809D-7A5D89969F47}" dt="2026-07-01T14:24:14.984" v="1022" actId="790"/>
          <ac:spMkLst>
            <pc:docMk/>
            <pc:sldMk cId="0" sldId="272"/>
            <ac:spMk id="8" creationId="{00000000-0000-0000-0000-000000000000}"/>
          </ac:spMkLst>
        </pc:spChg>
        <pc:spChg chg="mod">
          <ac:chgData name="Morrison, Gerald" userId="7611ca13-cc5f-41ee-a954-b612bc1298db" providerId="ADAL" clId="{B47175D1-F1FB-505F-809D-7A5D89969F47}" dt="2026-07-01T14:24:14.984" v="1022" actId="790"/>
          <ac:spMkLst>
            <pc:docMk/>
            <pc:sldMk cId="0" sldId="272"/>
            <ac:spMk id="9" creationId="{00000000-0000-0000-0000-000000000000}"/>
          </ac:spMkLst>
        </pc:spChg>
        <pc:spChg chg="mod">
          <ac:chgData name="Morrison, Gerald" userId="7611ca13-cc5f-41ee-a954-b612bc1298db" providerId="ADAL" clId="{B47175D1-F1FB-505F-809D-7A5D89969F47}" dt="2026-06-30T14:44:30.225" v="696" actId="790"/>
          <ac:spMkLst>
            <pc:docMk/>
            <pc:sldMk cId="0" sldId="272"/>
            <ac:spMk id="10" creationId="{00000000-0000-0000-0000-000000000000}"/>
          </ac:spMkLst>
        </pc:spChg>
        <pc:spChg chg="mod">
          <ac:chgData name="Morrison, Gerald" userId="7611ca13-cc5f-41ee-a954-b612bc1298db" providerId="ADAL" clId="{B47175D1-F1FB-505F-809D-7A5D89969F47}" dt="2026-07-01T14:24:14.984" v="1022" actId="790"/>
          <ac:spMkLst>
            <pc:docMk/>
            <pc:sldMk cId="0" sldId="272"/>
            <ac:spMk id="13" creationId="{00000000-0000-0000-0000-000000000000}"/>
          </ac:spMkLst>
        </pc:spChg>
        <pc:spChg chg="mod">
          <ac:chgData name="Morrison, Gerald" userId="7611ca13-cc5f-41ee-a954-b612bc1298db" providerId="ADAL" clId="{B47175D1-F1FB-505F-809D-7A5D89969F47}" dt="2026-07-01T14:24:14.984" v="1022" actId="790"/>
          <ac:spMkLst>
            <pc:docMk/>
            <pc:sldMk cId="0" sldId="272"/>
            <ac:spMk id="15" creationId="{00000000-0000-0000-0000-000000000000}"/>
          </ac:spMkLst>
        </pc:spChg>
        <pc:spChg chg="mod">
          <ac:chgData name="Morrison, Gerald" userId="7611ca13-cc5f-41ee-a954-b612bc1298db" providerId="ADAL" clId="{B47175D1-F1FB-505F-809D-7A5D89969F47}" dt="2026-07-01T14:24:14.984" v="1022" actId="790"/>
          <ac:spMkLst>
            <pc:docMk/>
            <pc:sldMk cId="0" sldId="272"/>
            <ac:spMk id="19" creationId="{00000000-0000-0000-0000-000000000000}"/>
          </ac:spMkLst>
        </pc:spChg>
        <pc:spChg chg="mod">
          <ac:chgData name="Morrison, Gerald" userId="7611ca13-cc5f-41ee-a954-b612bc1298db" providerId="ADAL" clId="{B47175D1-F1FB-505F-809D-7A5D89969F47}" dt="2026-06-30T14:44:30.225" v="696" actId="790"/>
          <ac:spMkLst>
            <pc:docMk/>
            <pc:sldMk cId="0" sldId="272"/>
            <ac:spMk id="20" creationId="{00000000-0000-0000-0000-000000000000}"/>
          </ac:spMkLst>
        </pc:spChg>
        <pc:spChg chg="mod">
          <ac:chgData name="Morrison, Gerald" userId="7611ca13-cc5f-41ee-a954-b612bc1298db" providerId="ADAL" clId="{B47175D1-F1FB-505F-809D-7A5D89969F47}" dt="2026-07-01T14:24:14.984" v="1022" actId="790"/>
          <ac:spMkLst>
            <pc:docMk/>
            <pc:sldMk cId="0" sldId="272"/>
            <ac:spMk id="32" creationId="{00000000-0000-0000-0000-000000000000}"/>
          </ac:spMkLst>
        </pc:spChg>
        <pc:spChg chg="mod">
          <ac:chgData name="Morrison, Gerald" userId="7611ca13-cc5f-41ee-a954-b612bc1298db" providerId="ADAL" clId="{B47175D1-F1FB-505F-809D-7A5D89969F47}" dt="2026-07-01T14:24:14.984" v="1022" actId="790"/>
          <ac:spMkLst>
            <pc:docMk/>
            <pc:sldMk cId="0" sldId="272"/>
            <ac:spMk id="34" creationId="{00000000-0000-0000-0000-000000000000}"/>
          </ac:spMkLst>
        </pc:spChg>
        <pc:spChg chg="mod">
          <ac:chgData name="Morrison, Gerald" userId="7611ca13-cc5f-41ee-a954-b612bc1298db" providerId="ADAL" clId="{B47175D1-F1FB-505F-809D-7A5D89969F47}" dt="2026-07-01T14:24:14.984" v="1022" actId="790"/>
          <ac:spMkLst>
            <pc:docMk/>
            <pc:sldMk cId="0" sldId="272"/>
            <ac:spMk id="35" creationId="{00000000-0000-0000-0000-000000000000}"/>
          </ac:spMkLst>
        </pc:spChg>
        <pc:spChg chg="mod">
          <ac:chgData name="Morrison, Gerald" userId="7611ca13-cc5f-41ee-a954-b612bc1298db" providerId="ADAL" clId="{B47175D1-F1FB-505F-809D-7A5D89969F47}" dt="2026-06-30T14:44:30.225" v="696" actId="790"/>
          <ac:spMkLst>
            <pc:docMk/>
            <pc:sldMk cId="0" sldId="272"/>
            <ac:spMk id="38" creationId="{1FCA1E92-68EC-0680-E9E4-23C6F0C292C5}"/>
          </ac:spMkLst>
        </pc:spChg>
        <pc:spChg chg="mod">
          <ac:chgData name="Morrison, Gerald" userId="7611ca13-cc5f-41ee-a954-b612bc1298db" providerId="ADAL" clId="{B47175D1-F1FB-505F-809D-7A5D89969F47}" dt="2026-07-01T14:24:14.984" v="1022" actId="790"/>
          <ac:spMkLst>
            <pc:docMk/>
            <pc:sldMk cId="0" sldId="272"/>
            <ac:spMk id="42" creationId="{81344D99-E655-8F7A-EB1F-6748C602407E}"/>
          </ac:spMkLst>
        </pc:spChg>
        <pc:spChg chg="mod">
          <ac:chgData name="Morrison, Gerald" userId="7611ca13-cc5f-41ee-a954-b612bc1298db" providerId="ADAL" clId="{B47175D1-F1FB-505F-809D-7A5D89969F47}" dt="2026-06-30T14:44:30.225" v="696" actId="790"/>
          <ac:spMkLst>
            <pc:docMk/>
            <pc:sldMk cId="0" sldId="272"/>
            <ac:spMk id="48" creationId="{74198971-3169-BA4B-D785-07F81ECC6767}"/>
          </ac:spMkLst>
        </pc:spChg>
      </pc:sldChg>
      <pc:sldChg chg="addSp delSp modSp add del mod modNotes modNotesTx">
        <pc:chgData name="Morrison, Gerald" userId="7611ca13-cc5f-41ee-a954-b612bc1298db" providerId="ADAL" clId="{B47175D1-F1FB-505F-809D-7A5D89969F47}" dt="2026-07-01T14:27:19.617" v="1033" actId="790"/>
        <pc:sldMkLst>
          <pc:docMk/>
          <pc:sldMk cId="0" sldId="273"/>
        </pc:sldMkLst>
        <pc:spChg chg="mod">
          <ac:chgData name="Morrison, Gerald" userId="7611ca13-cc5f-41ee-a954-b612bc1298db" providerId="ADAL" clId="{B47175D1-F1FB-505F-809D-7A5D89969F47}" dt="2026-07-01T14:25:49.563" v="1024" actId="790"/>
          <ac:spMkLst>
            <pc:docMk/>
            <pc:sldMk cId="0" sldId="273"/>
            <ac:spMk id="2" creationId="{00000000-0000-0000-0000-000000000000}"/>
          </ac:spMkLst>
        </pc:spChg>
        <pc:spChg chg="mod">
          <ac:chgData name="Morrison, Gerald" userId="7611ca13-cc5f-41ee-a954-b612bc1298db" providerId="ADAL" clId="{B47175D1-F1FB-505F-809D-7A5D89969F47}" dt="2026-07-01T14:25:49.563" v="1024" actId="790"/>
          <ac:spMkLst>
            <pc:docMk/>
            <pc:sldMk cId="0" sldId="273"/>
            <ac:spMk id="3" creationId="{00000000-0000-0000-0000-000000000000}"/>
          </ac:spMkLst>
        </pc:spChg>
        <pc:spChg chg="mod">
          <ac:chgData name="Morrison, Gerald" userId="7611ca13-cc5f-41ee-a954-b612bc1298db" providerId="ADAL" clId="{B47175D1-F1FB-505F-809D-7A5D89969F47}" dt="2026-06-29T12:23:38.507" v="508" actId="14100"/>
          <ac:spMkLst>
            <pc:docMk/>
            <pc:sldMk cId="0" sldId="273"/>
            <ac:spMk id="4" creationId="{00000000-0000-0000-0000-000000000000}"/>
          </ac:spMkLst>
        </pc:spChg>
        <pc:spChg chg="mod">
          <ac:chgData name="Morrison, Gerald" userId="7611ca13-cc5f-41ee-a954-b612bc1298db" providerId="ADAL" clId="{B47175D1-F1FB-505F-809D-7A5D89969F47}" dt="2026-07-01T14:24:14.984" v="1022" actId="790"/>
          <ac:spMkLst>
            <pc:docMk/>
            <pc:sldMk cId="0" sldId="273"/>
            <ac:spMk id="5" creationId="{00000000-0000-0000-0000-000000000000}"/>
          </ac:spMkLst>
        </pc:spChg>
        <pc:spChg chg="mod">
          <ac:chgData name="Morrison, Gerald" userId="7611ca13-cc5f-41ee-a954-b612bc1298db" providerId="ADAL" clId="{B47175D1-F1FB-505F-809D-7A5D89969F47}" dt="2026-07-01T14:24:14.984" v="1022" actId="790"/>
          <ac:spMkLst>
            <pc:docMk/>
            <pc:sldMk cId="0" sldId="273"/>
            <ac:spMk id="6" creationId="{00000000-0000-0000-0000-000000000000}"/>
          </ac:spMkLst>
        </pc:spChg>
        <pc:spChg chg="mod">
          <ac:chgData name="Morrison, Gerald" userId="7611ca13-cc5f-41ee-a954-b612bc1298db" providerId="ADAL" clId="{B47175D1-F1FB-505F-809D-7A5D89969F47}" dt="2026-07-01T14:24:14.984" v="1022" actId="790"/>
          <ac:spMkLst>
            <pc:docMk/>
            <pc:sldMk cId="0" sldId="273"/>
            <ac:spMk id="7" creationId="{00000000-0000-0000-0000-000000000000}"/>
          </ac:spMkLst>
        </pc:spChg>
        <pc:spChg chg="mod">
          <ac:chgData name="Morrison, Gerald" userId="7611ca13-cc5f-41ee-a954-b612bc1298db" providerId="ADAL" clId="{B47175D1-F1FB-505F-809D-7A5D89969F47}" dt="2026-06-29T12:23:43.574" v="509" actId="14100"/>
          <ac:spMkLst>
            <pc:docMk/>
            <pc:sldMk cId="0" sldId="273"/>
            <ac:spMk id="10" creationId="{00000000-0000-0000-0000-000000000000}"/>
          </ac:spMkLst>
        </pc:spChg>
        <pc:spChg chg="mod">
          <ac:chgData name="Morrison, Gerald" userId="7611ca13-cc5f-41ee-a954-b612bc1298db" providerId="ADAL" clId="{B47175D1-F1FB-505F-809D-7A5D89969F47}" dt="2026-07-01T14:24:14.984" v="1022" actId="790"/>
          <ac:spMkLst>
            <pc:docMk/>
            <pc:sldMk cId="0" sldId="273"/>
            <ac:spMk id="12" creationId="{00000000-0000-0000-0000-000000000000}"/>
          </ac:spMkLst>
        </pc:spChg>
        <pc:spChg chg="mod">
          <ac:chgData name="Morrison, Gerald" userId="7611ca13-cc5f-41ee-a954-b612bc1298db" providerId="ADAL" clId="{B47175D1-F1FB-505F-809D-7A5D89969F47}" dt="2026-07-01T14:24:14.984" v="1022" actId="790"/>
          <ac:spMkLst>
            <pc:docMk/>
            <pc:sldMk cId="0" sldId="273"/>
            <ac:spMk id="13" creationId="{00000000-0000-0000-0000-000000000000}"/>
          </ac:spMkLst>
        </pc:spChg>
        <pc:spChg chg="mod">
          <ac:chgData name="Morrison, Gerald" userId="7611ca13-cc5f-41ee-a954-b612bc1298db" providerId="ADAL" clId="{B47175D1-F1FB-505F-809D-7A5D89969F47}" dt="2026-07-01T14:24:14.984" v="1022" actId="790"/>
          <ac:spMkLst>
            <pc:docMk/>
            <pc:sldMk cId="0" sldId="273"/>
            <ac:spMk id="14" creationId="{DB207210-AB90-8328-CF65-880A5D38F59C}"/>
          </ac:spMkLst>
        </pc:spChg>
        <pc:spChg chg="mod">
          <ac:chgData name="Morrison, Gerald" userId="7611ca13-cc5f-41ee-a954-b612bc1298db" providerId="ADAL" clId="{B47175D1-F1FB-505F-809D-7A5D89969F47}" dt="2026-06-29T12:23:46.140" v="511" actId="14100"/>
          <ac:spMkLst>
            <pc:docMk/>
            <pc:sldMk cId="0" sldId="273"/>
            <ac:spMk id="16" creationId="{00000000-0000-0000-0000-000000000000}"/>
          </ac:spMkLst>
        </pc:spChg>
        <pc:spChg chg="mod">
          <ac:chgData name="Morrison, Gerald" userId="7611ca13-cc5f-41ee-a954-b612bc1298db" providerId="ADAL" clId="{B47175D1-F1FB-505F-809D-7A5D89969F47}" dt="2026-06-30T14:44:30.225" v="696" actId="790"/>
          <ac:spMkLst>
            <pc:docMk/>
            <pc:sldMk cId="0" sldId="273"/>
            <ac:spMk id="17" creationId="{00000000-0000-0000-0000-000000000000}"/>
          </ac:spMkLst>
        </pc:spChg>
        <pc:spChg chg="mod">
          <ac:chgData name="Morrison, Gerald" userId="7611ca13-cc5f-41ee-a954-b612bc1298db" providerId="ADAL" clId="{B47175D1-F1FB-505F-809D-7A5D89969F47}" dt="2026-07-01T14:24:14.984" v="1022" actId="790"/>
          <ac:spMkLst>
            <pc:docMk/>
            <pc:sldMk cId="0" sldId="273"/>
            <ac:spMk id="18" creationId="{00000000-0000-0000-0000-000000000000}"/>
          </ac:spMkLst>
        </pc:spChg>
        <pc:spChg chg="mod">
          <ac:chgData name="Morrison, Gerald" userId="7611ca13-cc5f-41ee-a954-b612bc1298db" providerId="ADAL" clId="{B47175D1-F1FB-505F-809D-7A5D89969F47}" dt="2026-06-30T14:44:30.225" v="696" actId="790"/>
          <ac:spMkLst>
            <pc:docMk/>
            <pc:sldMk cId="0" sldId="273"/>
            <ac:spMk id="19" creationId="{00000000-0000-0000-0000-000000000000}"/>
          </ac:spMkLst>
        </pc:spChg>
        <pc:spChg chg="mod">
          <ac:chgData name="Morrison, Gerald" userId="7611ca13-cc5f-41ee-a954-b612bc1298db" providerId="ADAL" clId="{B47175D1-F1FB-505F-809D-7A5D89969F47}" dt="2026-06-29T12:23:50.007" v="512" actId="14100"/>
          <ac:spMkLst>
            <pc:docMk/>
            <pc:sldMk cId="0" sldId="273"/>
            <ac:spMk id="22" creationId="{00000000-0000-0000-0000-000000000000}"/>
          </ac:spMkLst>
        </pc:spChg>
        <pc:spChg chg="mod">
          <ac:chgData name="Morrison, Gerald" userId="7611ca13-cc5f-41ee-a954-b612bc1298db" providerId="ADAL" clId="{B47175D1-F1FB-505F-809D-7A5D89969F47}" dt="2026-07-01T14:24:14.984" v="1022" actId="790"/>
          <ac:spMkLst>
            <pc:docMk/>
            <pc:sldMk cId="0" sldId="273"/>
            <ac:spMk id="23" creationId="{00000000-0000-0000-0000-000000000000}"/>
          </ac:spMkLst>
        </pc:spChg>
        <pc:spChg chg="mod">
          <ac:chgData name="Morrison, Gerald" userId="7611ca13-cc5f-41ee-a954-b612bc1298db" providerId="ADAL" clId="{B47175D1-F1FB-505F-809D-7A5D89969F47}" dt="2026-07-01T14:24:14.984" v="1022" actId="790"/>
          <ac:spMkLst>
            <pc:docMk/>
            <pc:sldMk cId="0" sldId="273"/>
            <ac:spMk id="24" creationId="{00000000-0000-0000-0000-000000000000}"/>
          </ac:spMkLst>
        </pc:spChg>
        <pc:spChg chg="mod">
          <ac:chgData name="Morrison, Gerald" userId="7611ca13-cc5f-41ee-a954-b612bc1298db" providerId="ADAL" clId="{B47175D1-F1FB-505F-809D-7A5D89969F47}" dt="2026-06-30T14:44:30.225" v="696" actId="790"/>
          <ac:spMkLst>
            <pc:docMk/>
            <pc:sldMk cId="0" sldId="273"/>
            <ac:spMk id="25" creationId="{00000000-0000-0000-0000-000000000000}"/>
          </ac:spMkLst>
        </pc:spChg>
        <pc:spChg chg="mod">
          <ac:chgData name="Morrison, Gerald" userId="7611ca13-cc5f-41ee-a954-b612bc1298db" providerId="ADAL" clId="{B47175D1-F1FB-505F-809D-7A5D89969F47}" dt="2026-07-01T14:24:14.984" v="1022" actId="790"/>
          <ac:spMkLst>
            <pc:docMk/>
            <pc:sldMk cId="0" sldId="273"/>
            <ac:spMk id="28" creationId="{5A8EF3D0-BB1F-F1A1-B2AA-E784ED25B9B5}"/>
          </ac:spMkLst>
        </pc:spChg>
        <pc:spChg chg="mod">
          <ac:chgData name="Morrison, Gerald" userId="7611ca13-cc5f-41ee-a954-b612bc1298db" providerId="ADAL" clId="{B47175D1-F1FB-505F-809D-7A5D89969F47}" dt="2026-06-30T14:44:30.225" v="696" actId="790"/>
          <ac:spMkLst>
            <pc:docMk/>
            <pc:sldMk cId="0" sldId="273"/>
            <ac:spMk id="34" creationId="{EBA41518-C56A-4B55-A98A-D86162B6B7F7}"/>
          </ac:spMkLst>
        </pc:spChg>
        <pc:grpChg chg="add mod">
          <ac:chgData name="Morrison, Gerald" userId="7611ca13-cc5f-41ee-a954-b612bc1298db" providerId="ADAL" clId="{B47175D1-F1FB-505F-809D-7A5D89969F47}" dt="2026-06-29T12:24:58.475" v="520" actId="1076"/>
          <ac:grpSpMkLst>
            <pc:docMk/>
            <pc:sldMk cId="0" sldId="273"/>
            <ac:grpSpMk id="8" creationId="{AA70AA6D-CE8A-EFA1-379D-B6D70061376A}"/>
          </ac:grpSpMkLst>
        </pc:grpChg>
        <pc:grpChg chg="add mod">
          <ac:chgData name="Morrison, Gerald" userId="7611ca13-cc5f-41ee-a954-b612bc1298db" providerId="ADAL" clId="{B47175D1-F1FB-505F-809D-7A5D89969F47}" dt="2026-06-29T12:25:42.408" v="524" actId="1076"/>
          <ac:grpSpMkLst>
            <pc:docMk/>
            <pc:sldMk cId="0" sldId="273"/>
            <ac:grpSpMk id="26" creationId="{90187186-2125-FBA9-7CBE-29FFF7EFEEF4}"/>
          </ac:grpSpMkLst>
        </pc:grpChg>
        <pc:cxnChg chg="mod">
          <ac:chgData name="Morrison, Gerald" userId="7611ca13-cc5f-41ee-a954-b612bc1298db" providerId="ADAL" clId="{B47175D1-F1FB-505F-809D-7A5D89969F47}" dt="2026-06-29T12:24:29.752" v="517"/>
          <ac:cxnSpMkLst>
            <pc:docMk/>
            <pc:sldMk cId="0" sldId="273"/>
            <ac:cxnSpMk id="9" creationId="{21123984-CA27-C4F6-68A0-FD69AFB279A0}"/>
          </ac:cxnSpMkLst>
        </pc:cxnChg>
        <pc:cxnChg chg="mod">
          <ac:chgData name="Morrison, Gerald" userId="7611ca13-cc5f-41ee-a954-b612bc1298db" providerId="ADAL" clId="{B47175D1-F1FB-505F-809D-7A5D89969F47}" dt="2026-06-29T12:25:31.649" v="523"/>
          <ac:cxnSpMkLst>
            <pc:docMk/>
            <pc:sldMk cId="0" sldId="273"/>
            <ac:cxnSpMk id="27" creationId="{CDDA1FD3-5715-8DA5-CCE9-92F197EF0633}"/>
          </ac:cxnSpMkLst>
        </pc:cxnChg>
      </pc:sldChg>
      <pc:sldChg chg="modSp add mod modNotes modNotesTx">
        <pc:chgData name="Morrison, Gerald" userId="7611ca13-cc5f-41ee-a954-b612bc1298db" providerId="ADAL" clId="{B47175D1-F1FB-505F-809D-7A5D89969F47}" dt="2026-07-01T14:27:03.743" v="1032" actId="790"/>
        <pc:sldMkLst>
          <pc:docMk/>
          <pc:sldMk cId="0" sldId="274"/>
        </pc:sldMkLst>
        <pc:spChg chg="mod">
          <ac:chgData name="Morrison, Gerald" userId="7611ca13-cc5f-41ee-a954-b612bc1298db" providerId="ADAL" clId="{B47175D1-F1FB-505F-809D-7A5D89969F47}" dt="2026-07-01T14:25:49.563" v="1024" actId="790"/>
          <ac:spMkLst>
            <pc:docMk/>
            <pc:sldMk cId="0" sldId="274"/>
            <ac:spMk id="2" creationId="{00000000-0000-0000-0000-000000000000}"/>
          </ac:spMkLst>
        </pc:spChg>
        <pc:spChg chg="mod">
          <ac:chgData name="Morrison, Gerald" userId="7611ca13-cc5f-41ee-a954-b612bc1298db" providerId="ADAL" clId="{B47175D1-F1FB-505F-809D-7A5D89969F47}" dt="2026-07-01T14:25:49.563" v="1024" actId="790"/>
          <ac:spMkLst>
            <pc:docMk/>
            <pc:sldMk cId="0" sldId="274"/>
            <ac:spMk id="3" creationId="{00000000-0000-0000-0000-000000000000}"/>
          </ac:spMkLst>
        </pc:spChg>
        <pc:spChg chg="mod">
          <ac:chgData name="Morrison, Gerald" userId="7611ca13-cc5f-41ee-a954-b612bc1298db" providerId="ADAL" clId="{B47175D1-F1FB-505F-809D-7A5D89969F47}" dt="2026-07-01T14:24:14.984" v="1022" actId="790"/>
          <ac:spMkLst>
            <pc:docMk/>
            <pc:sldMk cId="0" sldId="274"/>
            <ac:spMk id="5" creationId="{00000000-0000-0000-0000-000000000000}"/>
          </ac:spMkLst>
        </pc:spChg>
        <pc:graphicFrameChg chg="modGraphic">
          <ac:chgData name="Morrison, Gerald" userId="7611ca13-cc5f-41ee-a954-b612bc1298db" providerId="ADAL" clId="{B47175D1-F1FB-505F-809D-7A5D89969F47}" dt="2026-07-01T14:24:14.984" v="1022" actId="790"/>
          <ac:graphicFrameMkLst>
            <pc:docMk/>
            <pc:sldMk cId="0" sldId="274"/>
            <ac:graphicFrameMk id="4" creationId="{00000000-0000-0000-0000-000000000000}"/>
          </ac:graphicFrameMkLst>
        </pc:graphicFrameChg>
      </pc:sldChg>
      <pc:sldChg chg="delSp modSp add mod">
        <pc:chgData name="Morrison, Gerald" userId="7611ca13-cc5f-41ee-a954-b612bc1298db" providerId="ADAL" clId="{B47175D1-F1FB-505F-809D-7A5D89969F47}" dt="2026-07-01T14:25:49.563" v="1024" actId="790"/>
        <pc:sldMkLst>
          <pc:docMk/>
          <pc:sldMk cId="0" sldId="276"/>
        </pc:sldMkLst>
        <pc:spChg chg="mod">
          <ac:chgData name="Morrison, Gerald" userId="7611ca13-cc5f-41ee-a954-b612bc1298db" providerId="ADAL" clId="{B47175D1-F1FB-505F-809D-7A5D89969F47}" dt="2026-07-01T14:25:49.563" v="1024" actId="790"/>
          <ac:spMkLst>
            <pc:docMk/>
            <pc:sldMk cId="0" sldId="276"/>
            <ac:spMk id="2" creationId="{00000000-0000-0000-0000-000000000000}"/>
          </ac:spMkLst>
        </pc:spChg>
        <pc:spChg chg="mod">
          <ac:chgData name="Morrison, Gerald" userId="7611ca13-cc5f-41ee-a954-b612bc1298db" providerId="ADAL" clId="{B47175D1-F1FB-505F-809D-7A5D89969F47}" dt="2026-07-01T14:25:49.563" v="1024" actId="790"/>
          <ac:spMkLst>
            <pc:docMk/>
            <pc:sldMk cId="0" sldId="276"/>
            <ac:spMk id="3" creationId="{00000000-0000-0000-0000-000000000000}"/>
          </ac:spMkLst>
        </pc:spChg>
        <pc:spChg chg="mod">
          <ac:chgData name="Morrison, Gerald" userId="7611ca13-cc5f-41ee-a954-b612bc1298db" providerId="ADAL" clId="{B47175D1-F1FB-505F-809D-7A5D89969F47}" dt="2026-07-01T13:35:40.842" v="886" actId="313"/>
          <ac:spMkLst>
            <pc:docMk/>
            <pc:sldMk cId="0" sldId="276"/>
            <ac:spMk id="4" creationId="{00000000-0000-0000-0000-000000000000}"/>
          </ac:spMkLst>
        </pc:spChg>
        <pc:spChg chg="mod">
          <ac:chgData name="Morrison, Gerald" userId="7611ca13-cc5f-41ee-a954-b612bc1298db" providerId="ADAL" clId="{B47175D1-F1FB-505F-809D-7A5D89969F47}" dt="2026-07-01T14:24:14.984" v="1022" actId="790"/>
          <ac:spMkLst>
            <pc:docMk/>
            <pc:sldMk cId="0" sldId="276"/>
            <ac:spMk id="5" creationId="{00000000-0000-0000-0000-000000000000}"/>
          </ac:spMkLst>
        </pc:spChg>
        <pc:spChg chg="del mod">
          <ac:chgData name="Morrison, Gerald" userId="7611ca13-cc5f-41ee-a954-b612bc1298db" providerId="ADAL" clId="{B47175D1-F1FB-505F-809D-7A5D89969F47}" dt="2026-06-30T14:59:40.694" v="803"/>
          <ac:spMkLst>
            <pc:docMk/>
            <pc:sldMk cId="0" sldId="276"/>
            <ac:spMk id="6" creationId="{00000000-0000-0000-0000-000000000000}"/>
          </ac:spMkLst>
        </pc:spChg>
        <pc:spChg chg="mod">
          <ac:chgData name="Morrison, Gerald" userId="7611ca13-cc5f-41ee-a954-b612bc1298db" providerId="ADAL" clId="{B47175D1-F1FB-505F-809D-7A5D89969F47}" dt="2026-07-01T14:24:14.984" v="1022" actId="790"/>
          <ac:spMkLst>
            <pc:docMk/>
            <pc:sldMk cId="0" sldId="276"/>
            <ac:spMk id="7" creationId="{00000000-0000-0000-0000-000000000000}"/>
          </ac:spMkLst>
        </pc:spChg>
        <pc:spChg chg="mod">
          <ac:chgData name="Morrison, Gerald" userId="7611ca13-cc5f-41ee-a954-b612bc1298db" providerId="ADAL" clId="{B47175D1-F1FB-505F-809D-7A5D89969F47}" dt="2026-07-01T14:24:14.984" v="1022" actId="790"/>
          <ac:spMkLst>
            <pc:docMk/>
            <pc:sldMk cId="0" sldId="276"/>
            <ac:spMk id="8" creationId="{00000000-0000-0000-0000-000000000000}"/>
          </ac:spMkLst>
        </pc:spChg>
        <pc:spChg chg="mod">
          <ac:chgData name="Morrison, Gerald" userId="7611ca13-cc5f-41ee-a954-b612bc1298db" providerId="ADAL" clId="{B47175D1-F1FB-505F-809D-7A5D89969F47}" dt="2026-07-01T14:24:14.984" v="1022" actId="790"/>
          <ac:spMkLst>
            <pc:docMk/>
            <pc:sldMk cId="0" sldId="276"/>
            <ac:spMk id="9" creationId="{00000000-0000-0000-0000-000000000000}"/>
          </ac:spMkLst>
        </pc:spChg>
        <pc:spChg chg="mod">
          <ac:chgData name="Morrison, Gerald" userId="7611ca13-cc5f-41ee-a954-b612bc1298db" providerId="ADAL" clId="{B47175D1-F1FB-505F-809D-7A5D89969F47}" dt="2026-07-01T14:24:14.984" v="1022" actId="790"/>
          <ac:spMkLst>
            <pc:docMk/>
            <pc:sldMk cId="0" sldId="276"/>
            <ac:spMk id="10" creationId="{00000000-0000-0000-0000-000000000000}"/>
          </ac:spMkLst>
        </pc:spChg>
        <pc:spChg chg="del mod">
          <ac:chgData name="Morrison, Gerald" userId="7611ca13-cc5f-41ee-a954-b612bc1298db" providerId="ADAL" clId="{B47175D1-F1FB-505F-809D-7A5D89969F47}" dt="2026-06-30T14:59:49.117" v="806" actId="478"/>
          <ac:spMkLst>
            <pc:docMk/>
            <pc:sldMk cId="0" sldId="276"/>
            <ac:spMk id="11" creationId="{00000000-0000-0000-0000-000000000000}"/>
          </ac:spMkLst>
        </pc:spChg>
        <pc:spChg chg="mod">
          <ac:chgData name="Morrison, Gerald" userId="7611ca13-cc5f-41ee-a954-b612bc1298db" providerId="ADAL" clId="{B47175D1-F1FB-505F-809D-7A5D89969F47}" dt="2026-07-01T14:24:14.984" v="1022" actId="790"/>
          <ac:spMkLst>
            <pc:docMk/>
            <pc:sldMk cId="0" sldId="276"/>
            <ac:spMk id="12" creationId="{00000000-0000-0000-0000-000000000000}"/>
          </ac:spMkLst>
        </pc:spChg>
        <pc:spChg chg="mod">
          <ac:chgData name="Morrison, Gerald" userId="7611ca13-cc5f-41ee-a954-b612bc1298db" providerId="ADAL" clId="{B47175D1-F1FB-505F-809D-7A5D89969F47}" dt="2026-07-01T14:24:14.984" v="1022" actId="790"/>
          <ac:spMkLst>
            <pc:docMk/>
            <pc:sldMk cId="0" sldId="276"/>
            <ac:spMk id="13" creationId="{00000000-0000-0000-0000-000000000000}"/>
          </ac:spMkLst>
        </pc:spChg>
        <pc:spChg chg="mod">
          <ac:chgData name="Morrison, Gerald" userId="7611ca13-cc5f-41ee-a954-b612bc1298db" providerId="ADAL" clId="{B47175D1-F1FB-505F-809D-7A5D89969F47}" dt="2026-07-01T14:24:14.984" v="1022" actId="790"/>
          <ac:spMkLst>
            <pc:docMk/>
            <pc:sldMk cId="0" sldId="276"/>
            <ac:spMk id="14" creationId="{00000000-0000-0000-0000-000000000000}"/>
          </ac:spMkLst>
        </pc:spChg>
        <pc:spChg chg="del">
          <ac:chgData name="Morrison, Gerald" userId="7611ca13-cc5f-41ee-a954-b612bc1298db" providerId="ADAL" clId="{B47175D1-F1FB-505F-809D-7A5D89969F47}" dt="2026-06-30T14:59:52.619" v="807" actId="478"/>
          <ac:spMkLst>
            <pc:docMk/>
            <pc:sldMk cId="0" sldId="276"/>
            <ac:spMk id="15" creationId="{00000000-0000-0000-0000-000000000000}"/>
          </ac:spMkLst>
        </pc:spChg>
      </pc:sldChg>
    </pc:docChg>
  </pc:docChgLst>
  <pc:docChgLst>
    <pc:chgData name="Morrison, Gerald" userId="S::gerald.morrison@sap.com::7611ca13-cc5f-41ee-a954-b612bc1298db" providerId="AD" clId="Web-{9FB664A8-A07C-A410-5EF7-F6424ED8EF21}"/>
    <pc:docChg chg="sldOrd">
      <pc:chgData name="Morrison, Gerald" userId="S::gerald.morrison@sap.com::7611ca13-cc5f-41ee-a954-b612bc1298db" providerId="AD" clId="Web-{9FB664A8-A07C-A410-5EF7-F6424ED8EF21}" dt="2026-06-26T17:35:54.013" v="0"/>
      <pc:docMkLst>
        <pc:docMk/>
      </pc:docMkLst>
      <pc:sldChg chg="ord">
        <pc:chgData name="Morrison, Gerald" userId="S::gerald.morrison@sap.com::7611ca13-cc5f-41ee-a954-b612bc1298db" providerId="AD" clId="Web-{9FB664A8-A07C-A410-5EF7-F6424ED8EF21}" dt="2026-06-26T17:35:54.013" v="0"/>
        <pc:sldMkLst>
          <pc:docMk/>
          <pc:sldMk cId="0" sldId="264"/>
        </pc:sldMkLst>
      </pc:sldChg>
    </pc:docChg>
  </pc:docChgLst>
</pc:chgInfo>
</file>

<file path=ppt/comments/modernComment_107_0.xml><?xml version="1.0" encoding="utf-8"?>
<p188:cmLst xmlns:a="http://schemas.openxmlformats.org/drawingml/2006/main" xmlns:r="http://schemas.openxmlformats.org/officeDocument/2006/relationships" xmlns:p188="http://schemas.microsoft.com/office/powerpoint/2018/8/main">
  <p188:cm id="{6616CA96-B166-4791-8657-313D24340B72}" authorId="{DDD8A6C9-2489-6BC4-4E2B-1BA24F0A757B}" status="resolved" created="2026-06-30T12:54:52.517" complete="100000">
    <ac:deMkLst xmlns:ac="http://schemas.microsoft.com/office/drawing/2013/main/command">
      <pc:docMk xmlns:pc="http://schemas.microsoft.com/office/powerpoint/2013/main/command"/>
      <pc:sldMk xmlns:pc="http://schemas.microsoft.com/office/powerpoint/2013/main/command" cId="0" sldId="263"/>
      <ac:spMk id="5" creationId="{00000000-0000-0000-0000-000000000000}"/>
    </ac:deMkLst>
    <p188:replyLst>
      <p188:reply id="{8ED431FC-94D4-0F4D-B956-A594897668AD}" authorId="{98D6C709-C207-BD8E-B06E-7F305D748799}" created="2026-06-30T13:07:37.162">
        <p188:txBody>
          <a:bodyPr/>
          <a:lstStyle/>
          <a:p>
            <a:r>
              <a:rPr lang="de-DE"/>
              <a:t>ok, can be done. I thought architects are able to digest the list under "components" (plural). But you're right  two boxes support the "compose" idea better.</a:t>
            </a:r>
          </a:p>
        </p188:txBody>
      </p188:reply>
      <p188:reply id="{4A902D1A-ABA2-0740-A1A2-0A87D61ACF63}" authorId="{98D6C709-C207-BD8E-B06E-7F305D748799}" created="2026-06-30T14:39:22.081">
        <p188:txBody>
          <a:bodyPr/>
          <a:lstStyle/>
          <a:p>
            <a:r>
              <a:rPr lang="en-US"/>
              <a:t>adopted</a:t>
            </a:r>
          </a:p>
        </p188:txBody>
      </p188:reply>
    </p188:replyLst>
    <p188:txBody>
      <a:bodyPr/>
      <a:lstStyle/>
      <a:p>
        <a:r>
          <a:rPr lang="de-DE"/>
          <a:t>Maybe two blocks would make sense to make it more visible that these are separate component versions</a:t>
        </a:r>
      </a:p>
    </p188:txBody>
    <p188:extLst>
      <p:ext xmlns:p="http://schemas.openxmlformats.org/presentationml/2006/main" uri="{57CB4572-C831-44C2-8A1C-0ADB6CCDFE69}">
        <p223:reactions xmlns:p223="http://schemas.microsoft.com/office/powerpoint/2022/03/main">
          <p223:rxn type="👍">
            <p223:instance time="2026-06-30T13:12:58.943" authorId="{98D6C709-C207-BD8E-B06E-7F305D748799}"/>
          </p223:rxn>
        </p223:reactions>
      </p:ext>
    </p188:extLst>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0E208F29-1C53-4836-B7BD-E6AE3C5A6062}" authorId="{DDD8A6C9-2489-6BC4-4E2B-1BA24F0A757B}" created="2026-06-30T12:56:24.099">
    <ac:txMkLst xmlns:ac="http://schemas.microsoft.com/office/drawing/2013/main/command">
      <pc:docMk xmlns:pc="http://schemas.microsoft.com/office/powerpoint/2013/main/command"/>
      <pc:sldMk xmlns:pc="http://schemas.microsoft.com/office/powerpoint/2013/main/command" cId="0" sldId="273"/>
      <ac:spMk id="19" creationId="{00000000-0000-0000-0000-000000000000}"/>
      <ac:txMk cp="14" len="10">
        <ac:context len="25" hash="4251322418"/>
      </ac:txMk>
    </ac:txMkLst>
    <p188:pos x="2769972" y="278027"/>
    <p188:txBody>
      <a:bodyPr/>
      <a:lstStyle/>
      <a:p>
        <a:r>
          <a:rPr lang="de-DE"/>
          <a:t>what do you mean by "by digest."?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0616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dirty="0"/>
          </a:p>
        </p:txBody>
      </p:sp>
      <p:sp>
        <p:nvSpPr>
          <p:cNvPr id="3" name="Notes Placeholder 2"/>
          <p:cNvSpPr>
            <a:spLocks noGrp="1"/>
          </p:cNvSpPr>
          <p:nvPr>
            <p:ph type="body" sz="quarter" idx="3"/>
          </p:nvPr>
        </p:nvSpPr>
        <p:spPr/>
        <p:txBody>
          <a:bodyPr/>
          <a:lstStyle/>
          <a:p>
            <a:r>
              <a:rPr lang="en-US" sz="1200" kern="1200" noProof="1">
                <a:solidFill>
                  <a:schemeClr val="tx1"/>
                </a:solidFill>
                <a:effectLst/>
                <a:latin typeface="+mn-lt"/>
                <a:ea typeface="+mn-ea"/>
                <a:cs typeface="+mn-cs"/>
              </a:rPr>
              <a:t>Open with the observation, not the product 'OCM‘.</a:t>
            </a:r>
          </a:p>
          <a:p>
            <a:br>
              <a:rPr lang="en-US" sz="1200" kern="1200" noProof="1">
                <a:solidFill>
                  <a:schemeClr val="tx1"/>
                </a:solidFill>
                <a:effectLst/>
                <a:latin typeface="+mn-lt"/>
                <a:ea typeface="+mn-ea"/>
                <a:cs typeface="+mn-cs"/>
              </a:rPr>
            </a:br>
            <a:r>
              <a:rPr lang="en-US" sz="1200" kern="1200" noProof="1">
                <a:solidFill>
                  <a:schemeClr val="tx1"/>
                </a:solidFill>
                <a:effectLst/>
                <a:latin typeface="+mn-lt"/>
                <a:ea typeface="+mn-ea"/>
                <a:cs typeface="+mn-cs"/>
              </a:rPr>
              <a:t>Any release in the last six months: images, charts, configs, SBOMs - each named differently, each signed differently, if at all.</a:t>
            </a:r>
            <a:br>
              <a:rPr lang="en-US" sz="1200" kern="1200" noProof="1">
                <a:solidFill>
                  <a:schemeClr val="tx1"/>
                </a:solidFill>
                <a:effectLst/>
                <a:latin typeface="+mn-lt"/>
                <a:ea typeface="+mn-ea"/>
                <a:cs typeface="+mn-cs"/>
              </a:rPr>
            </a:br>
            <a:r>
              <a:rPr lang="en-US" sz="1200" kern="1200" noProof="1">
                <a:solidFill>
                  <a:schemeClr val="tx1"/>
                </a:solidFill>
                <a:effectLst/>
                <a:latin typeface="+mn-lt"/>
                <a:ea typeface="+mn-ea"/>
                <a:cs typeface="+mn-cs"/>
              </a:rPr>
              <a:t>You shipped pieces. Nothing carried the release.</a:t>
            </a:r>
          </a:p>
          <a:p>
            <a:br>
              <a:rPr lang="en-US" sz="1200" kern="1200" noProof="1">
                <a:solidFill>
                  <a:schemeClr val="tx1"/>
                </a:solidFill>
                <a:effectLst/>
                <a:latin typeface="+mn-lt"/>
                <a:ea typeface="+mn-ea"/>
                <a:cs typeface="+mn-cs"/>
              </a:rPr>
            </a:br>
            <a:r>
              <a:rPr lang="en-US" sz="1200" kern="1200" noProof="1">
                <a:solidFill>
                  <a:schemeClr val="tx1"/>
                </a:solidFill>
                <a:effectLst/>
                <a:latin typeface="+mn-lt"/>
                <a:ea typeface="+mn-ea"/>
                <a:cs typeface="+mn-cs"/>
              </a:rPr>
              <a:t>Thread the arc: by the end of the deck you'll have a thirty-minute path to your first OCM component on a laptop - and an afternoon to one running on a cluster. Until then, here's why that matters.</a:t>
            </a:r>
          </a:p>
          <a:p>
            <a:br>
              <a:rPr lang="en-US" sz="1200" kern="1200" noProof="1">
                <a:solidFill>
                  <a:schemeClr val="tx1"/>
                </a:solidFill>
                <a:effectLst/>
                <a:latin typeface="+mn-lt"/>
                <a:ea typeface="+mn-ea"/>
                <a:cs typeface="+mn-cs"/>
              </a:rPr>
            </a:br>
            <a:r>
              <a:rPr lang="en-US" sz="1200" kern="1200" noProof="1">
                <a:solidFill>
                  <a:schemeClr val="tx1"/>
                </a:solidFill>
                <a:effectLst/>
                <a:latin typeface="+mn-lt"/>
                <a:ea typeface="+mn-ea"/>
                <a:cs typeface="+mn-cs"/>
              </a:rPr>
              <a:t>No brand pitch yet - the deck does that at the end.</a:t>
            </a:r>
          </a:p>
        </p:txBody>
      </p:sp>
      <p:sp>
        <p:nvSpPr>
          <p:cNvPr id="4" name="Slide Number Placeholder 3"/>
          <p:cNvSpPr>
            <a:spLocks noGrp="1"/>
          </p:cNvSpPr>
          <p:nvPr>
            <p:ph type="sldNum" sz="quarter" idx="5"/>
          </p:nvPr>
        </p:nvSpPr>
        <p:spPr/>
        <p:txBody>
          <a:bodyPr/>
          <a:lstStyle/>
          <a:p>
            <a:endParaRPr lang="de-DE"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dirty="0"/>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Existing toolbox doesn't compose.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OCI: the digest pins bytes; nothing pins the release those bytes belong to.</a:t>
            </a:r>
          </a:p>
          <a:p>
            <a:r>
              <a:rPr lang="de-DE" sz="1200" b="0" i="0" kern="1200" noProof="1">
                <a:solidFill>
                  <a:schemeClr val="tx1"/>
                </a:solidFill>
                <a:effectLst/>
                <a:latin typeface="+mn-lt"/>
                <a:ea typeface="+mn-ea"/>
                <a:cs typeface="+mn-cs"/>
              </a:rPr>
              <a:t>Helm: the chart version pins the chart; nothing binds it to the image, config and SBOM shipped alongside.</a:t>
            </a:r>
          </a:p>
          <a:p>
            <a:r>
              <a:rPr lang="de-DE" sz="1200" b="0" i="0" kern="1200" noProof="1">
                <a:solidFill>
                  <a:schemeClr val="tx1"/>
                </a:solidFill>
                <a:effectLst/>
                <a:latin typeface="+mn-lt"/>
                <a:ea typeface="+mn-ea"/>
                <a:cs typeface="+mn-cs"/>
              </a:rPr>
              <a:t>SBOMs and OCI 1.1 referrers: attach to one digest - no referrer spans the whole release.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Calibration for the cosign audience: cosign updates the digest after an explicit `cosign copy`. Keeps signing each piece. What's missing is a name for the release as one unit - signable, verifiable in a sovereign zone with no callback.</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Diagnosis in one line: identity is bound to location.</a:t>
            </a:r>
          </a:p>
        </p:txBody>
      </p:sp>
      <p:sp>
        <p:nvSpPr>
          <p:cNvPr id="4" name="Slide Number Placeholder 3"/>
          <p:cNvSpPr>
            <a:spLocks noGrp="1"/>
          </p:cNvSpPr>
          <p:nvPr>
            <p:ph type="sldNum" sz="quarter" idx="5"/>
          </p:nvPr>
        </p:nvSpPr>
        <p:spPr/>
        <p:txBody>
          <a:bodyPr/>
          <a:lstStyle/>
          <a:p>
            <a:endParaRPr lang="de-DE"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dirty="0"/>
          </a:p>
        </p:txBody>
      </p:sp>
      <p:sp>
        <p:nvSpPr>
          <p:cNvPr id="3" name="Notes Placeholder 2"/>
          <p:cNvSpPr>
            <a:spLocks noGrp="1"/>
          </p:cNvSpPr>
          <p:nvPr>
            <p:ph type="body" sz="quarter" idx="3"/>
          </p:nvPr>
        </p:nvSpPr>
        <p:spPr/>
        <p:txBody>
          <a:bodyPr/>
          <a:lstStyle/>
          <a:p>
            <a:r>
              <a:rPr lang="en-US" sz="1200" b="0" i="0" kern="1200" noProof="1">
                <a:solidFill>
                  <a:schemeClr val="tx1"/>
                </a:solidFill>
                <a:effectLst/>
                <a:latin typeface="+mn-lt"/>
                <a:ea typeface="+mn-ea"/>
                <a:cs typeface="+mn-cs"/>
              </a:rPr>
              <a:t>Fulcrum slide. Let it breathe.</a:t>
            </a:r>
          </a:p>
          <a:p>
            <a:endParaRPr lang="en-US" sz="1200" b="0" i="0" kern="1200" noProof="1">
              <a:solidFill>
                <a:schemeClr val="tx1"/>
              </a:solidFill>
              <a:effectLst/>
              <a:latin typeface="+mn-lt"/>
              <a:ea typeface="+mn-ea"/>
              <a:cs typeface="+mn-cs"/>
            </a:endParaRPr>
          </a:p>
          <a:p>
            <a:r>
              <a:rPr lang="en-US" sz="1200" b="0" i="0" kern="1200" noProof="1">
                <a:solidFill>
                  <a:schemeClr val="tx1"/>
                </a:solidFill>
                <a:effectLst/>
                <a:latin typeface="+mn-lt"/>
                <a:ea typeface="+mn-ea"/>
                <a:cs typeface="+mn-cs"/>
              </a:rPr>
              <a:t>OCM separates three things the existing tools fuse into one. Identity is a DNS-style name plus a SemVer version - globally unique, no registry in the name. Digest is SHA-256 over each resource, computed at pack time; this is what we sign. Access is the type plus fetch fields - OCIImage/v1, Helm/v1, LocalBlob/v1 - where the bytes currently sit.</a:t>
            </a:r>
          </a:p>
          <a:p>
            <a:endParaRPr lang="en-US" sz="1200" b="0" i="0" kern="1200" noProof="1">
              <a:solidFill>
                <a:schemeClr val="tx1"/>
              </a:solidFill>
              <a:effectLst/>
              <a:latin typeface="+mn-lt"/>
              <a:ea typeface="+mn-ea"/>
              <a:cs typeface="+mn-cs"/>
            </a:endParaRPr>
          </a:p>
          <a:p>
            <a:r>
              <a:rPr lang="en-US" sz="1200" b="0" i="0" kern="1200" noProof="1">
                <a:solidFill>
                  <a:schemeClr val="tx1"/>
                </a:solidFill>
                <a:effectLst/>
                <a:latin typeface="+mn-lt"/>
                <a:ea typeface="+mn-ea"/>
                <a:cs typeface="+mn-cs"/>
              </a:rPr>
              <a:t>Promote across environments - EU to US, dev to staging to prod, registry to CTF to air-gapped registry. Identity stays. Digest stays. Access is rewritten. Signature still verifies.</a:t>
            </a:r>
          </a:p>
          <a:p>
            <a:endParaRPr lang="en-US" sz="1200" b="0" i="0" kern="1200" noProof="1">
              <a:solidFill>
                <a:schemeClr val="tx1"/>
              </a:solidFill>
              <a:effectLst/>
              <a:latin typeface="+mn-lt"/>
              <a:ea typeface="+mn-ea"/>
              <a:cs typeface="+mn-cs"/>
            </a:endParaRPr>
          </a:p>
          <a:p>
            <a:r>
              <a:rPr lang="en-US" sz="1200" b="0" i="0" kern="1200" noProof="1">
                <a:solidFill>
                  <a:schemeClr val="tx1"/>
                </a:solidFill>
                <a:effectLst/>
                <a:latin typeface="+mn-lt"/>
                <a:ea typeface="+mn-ea"/>
                <a:cs typeface="+mn-cs"/>
              </a:rPr>
              <a:t>Land the seven-word version: move the artifact, the digest stays, only the access changes.</a:t>
            </a:r>
          </a:p>
          <a:p>
            <a:endParaRPr lang="en-US" sz="1200" b="0" i="0" kern="1200" noProof="1">
              <a:solidFill>
                <a:schemeClr val="tx1"/>
              </a:solidFill>
              <a:effectLst/>
              <a:latin typeface="+mn-lt"/>
              <a:ea typeface="+mn-ea"/>
              <a:cs typeface="+mn-cs"/>
            </a:endParaRPr>
          </a:p>
          <a:p>
            <a:r>
              <a:rPr lang="en-US" sz="1200" b="0" i="0" kern="1200" noProof="1">
                <a:solidFill>
                  <a:schemeClr val="tx1"/>
                </a:solidFill>
                <a:effectLst/>
                <a:latin typeface="+mn-lt"/>
                <a:ea typeface="+mn-ea"/>
                <a:cs typeface="+mn-cs"/>
              </a:rPr>
              <a:t>Q&amp;A - "globally unique?" Uniqueness is inherited from DNS-prefix naming. Same model as Go import paths. We don't run a registry that arbitrates conflicts; DNS does. Two parties claiming acme.org/helloworld is prevented the same way as two parties claiming acme.org.</a:t>
            </a:r>
          </a:p>
          <a:p>
            <a:endParaRPr lang="en-US" sz="1200" b="0" i="0" kern="1200" noProof="1">
              <a:solidFill>
                <a:schemeClr val="tx1"/>
              </a:solidFill>
              <a:effectLst/>
              <a:latin typeface="+mn-lt"/>
              <a:ea typeface="+mn-ea"/>
              <a:cs typeface="+mn-cs"/>
            </a:endParaRPr>
          </a:p>
          <a:p>
            <a:r>
              <a:rPr lang="en-US" sz="1200" b="0" i="0" kern="1200" noProof="1">
                <a:solidFill>
                  <a:schemeClr val="tx1"/>
                </a:solidFill>
                <a:effectLst/>
                <a:latin typeface="+mn-lt"/>
                <a:ea typeface="+mn-ea"/>
                <a:cs typeface="+mn-cs"/>
              </a:rPr>
              <a:t>Q&amp;A - squatting. Trust is per-component. The verifier knows which anchor to apply to the descriptor in front of it. A regulated environment relies on (a) controlling which registry the controllers pull from and (b) per-component verifier config. Per-name-prefix trust-anchor binding is not in the spec or the controllers today.</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Two jobs on this slide. Pre-empt "what does OCM replace?" and define the noun COMPONENT that the rest of the deck rests on.</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OCM doesn't replace OCI, Helm, cosign, Sigstore, or SBOM tooling. It wraps them - one envelope signature over the whole release, sitting on top of whatever signatures the individual artifacts already carry.</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Format is free. Helm stays Helm; OCI stays OCI; configs stay configs. type: on a resource is a free-form string, so an OCM component already carries SBOMs, npm packages, Maven artifacts, whatever your team produces - access via File/v1 or LocalBlob/v1. Dedicated NPM/v1 and Maven/v1 access types are on the roadmap (Maven: epic ocm-project#836; NPM targeted before first GA, end of 2026).</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Location is free. Name and version don't encode a registry. Move it - the name stays.</a:t>
            </a:r>
          </a:p>
          <a:p>
            <a:r>
              <a:rPr lang="de-DE" sz="1200" b="0" i="0" kern="1200" noProof="1">
                <a:solidFill>
                  <a:schemeClr val="tx1"/>
                </a:solidFill>
                <a:effectLst/>
                <a:latin typeface="+mn-lt"/>
                <a:ea typeface="+mn-ea"/>
                <a:cs typeface="+mn-cs"/>
              </a:rPr>
              <a:t>One signature covers every digest in the component.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cosign, Sigstore, OCI 1.1 referrers. We don't replace per-artifact signatures; they travel inside the component. OCM adds a release-level envelope: one signature over the canonicalized descriptor that covers every resource digest. If you cosign-sign every image and ship a Sigstore bundle per chart today, keep doing that. OCM signs the wrapper above them.</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the term SBOD. If the audience has heard SBOM they may have heard SBOD - Software Bill of Delivery - in earlier OCM material or on the website. Same object architects call the component descriptor. Different word for the same serialized OCM component version.</a:t>
            </a:r>
          </a:p>
          <a:p>
            <a:r>
              <a:rPr lang="de-DE" sz="1200" b="0" i="0" kern="1200" noProof="1">
                <a:solidFill>
                  <a:schemeClr val="tx1"/>
                </a:solidFill>
                <a:effectLst/>
                <a:latin typeface="+mn-lt"/>
                <a:ea typeface="+mn-ea"/>
                <a:cs typeface="+mn-cs"/>
              </a:rPr>
              <a:t>Land: a component is the unit you sign, transport, and deploy.</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en-US" noProof="1"/>
              <a:t>First YAML the audience sees. Walk it like you would for a colleague - eighteen lines, hand-written.</a:t>
            </a:r>
          </a:p>
          <a:p>
            <a:endParaRPr lang="en-US" noProof="1"/>
          </a:p>
          <a:p>
            <a:r>
              <a:rPr lang="en-US" noProof="1"/>
              <a:t>• `components` - list, usually one. Name is DNS-style; version is SemVer.</a:t>
            </a:r>
          </a:p>
          <a:p>
            <a:r>
              <a:rPr lang="en-US" noProof="1"/>
              <a:t>• `provider` - metadata, required.</a:t>
            </a:r>
          </a:p>
          <a:p>
            <a:r>
              <a:rPr lang="en-US" noProof="1"/>
              <a:t>• `resources` - every artifact in the release. Two ways in:</a:t>
            </a:r>
          </a:p>
          <a:p>
            <a:r>
              <a:rPr lang="en-US" noProof="1"/>
              <a:t> ▪ `input:` - by value. Constructor reads the file at pack time, embeds the bytes. Travels in the archive.</a:t>
            </a:r>
          </a:p>
          <a:p>
            <a:r>
              <a:rPr lang="en-US" noProof="1"/>
              <a:t> ▪ `access:` - by reference. Records a pointer (e.g. `ghcr.io/.../podinfo:6.9.1`), resolves digest now, copies bytes later.</a:t>
            </a:r>
          </a:p>
          <a:p>
            <a:endParaRPr lang="en-US" noProof="1"/>
          </a:p>
          <a:p>
            <a:r>
              <a:rPr lang="en-US" noProof="1"/>
              <a:t>Local files and configs tend to be input; big images tend to be access. Mix freely.</a:t>
            </a:r>
          </a:p>
          <a:p>
            <a:endParaRPr lang="en-US" noProof="1"/>
          </a:p>
          <a:p>
            <a:r>
              <a:rPr lang="en-US" noProof="1"/>
              <a:t>CLI if asked: `ocm add cv` against this file, default output a CTF archive.</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en-US" sz="1200" b="0" i="0" kern="1200" noProof="1">
                <a:solidFill>
                  <a:schemeClr val="tx1"/>
                </a:solidFill>
                <a:effectLst/>
                <a:latin typeface="+mn-lt"/>
                <a:ea typeface="+mn-ea"/>
                <a:cs typeface="+mn-cs"/>
              </a:rPr>
              <a:t>Clarify first: the descriptor is generated by ocm add cv. Nobody hand-edits it. This is what travels.</a:t>
            </a:r>
          </a:p>
          <a:p>
            <a:endParaRPr lang="en-US" sz="1200" b="0" i="0" kern="1200" noProof="1">
              <a:solidFill>
                <a:schemeClr val="tx1"/>
              </a:solidFill>
              <a:effectLst/>
              <a:latin typeface="+mn-lt"/>
              <a:ea typeface="+mn-ea"/>
              <a:cs typeface="+mn-cs"/>
            </a:endParaRPr>
          </a:p>
          <a:p>
            <a:r>
              <a:rPr lang="en-US" sz="1200" b="0" i="0" kern="1200" noProof="1">
                <a:solidFill>
                  <a:schemeClr val="tx1"/>
                </a:solidFill>
                <a:effectLst/>
                <a:latin typeface="+mn-lt"/>
                <a:ea typeface="+mn-ea"/>
                <a:cs typeface="+mn-cs"/>
              </a:rPr>
              <a:t>One resource shown - the image - to keep focus on the mechanism. Real components carry many resources and can reference other components; the ... stands in for that.</a:t>
            </a:r>
          </a:p>
          <a:p>
            <a:endParaRPr lang="en-US" sz="1200" b="0" i="0" kern="1200" noProof="1">
              <a:solidFill>
                <a:schemeClr val="tx1"/>
              </a:solidFill>
              <a:effectLst/>
              <a:latin typeface="+mn-lt"/>
              <a:ea typeface="+mn-ea"/>
              <a:cs typeface="+mn-cs"/>
            </a:endParaRPr>
          </a:p>
          <a:p>
            <a:r>
              <a:rPr lang="en-US" sz="1200" b="0" i="0" kern="1200" noProof="1">
                <a:solidFill>
                  <a:schemeClr val="tx1"/>
                </a:solidFill>
                <a:effectLst/>
                <a:latin typeface="+mn-lt"/>
                <a:ea typeface="+mn-ea"/>
                <a:cs typeface="+mn-cs"/>
              </a:rPr>
              <a:t>access: is OCIImage/v1 with the imageReference pinned to a digest. Kills the repoint-the-tag attack class. Excluded from the canonical form on purpose, because transport rewrites it.</a:t>
            </a:r>
          </a:p>
          <a:p>
            <a:endParaRPr lang="en-US" sz="1200" b="0" i="0" kern="1200" noProof="1">
              <a:solidFill>
                <a:schemeClr val="tx1"/>
              </a:solidFill>
              <a:effectLst/>
              <a:latin typeface="+mn-lt"/>
              <a:ea typeface="+mn-ea"/>
              <a:cs typeface="+mn-cs"/>
            </a:endParaRPr>
          </a:p>
          <a:p>
            <a:r>
              <a:rPr lang="en-US" sz="1200" b="0" i="0" kern="1200" noProof="1">
                <a:solidFill>
                  <a:schemeClr val="tx1"/>
                </a:solidFill>
                <a:effectLst/>
                <a:latin typeface="+mn-lt"/>
                <a:ea typeface="+mn-ea"/>
                <a:cs typeface="+mn-cs"/>
              </a:rPr>
              <a:t>digest: is SHA-256 over the resource bytes, computed at pack time. It feeds the descriptor hash.</a:t>
            </a:r>
          </a:p>
          <a:p>
            <a:endParaRPr lang="en-US" sz="1200" b="0" i="0" kern="1200" noProof="1">
              <a:solidFill>
                <a:schemeClr val="tx1"/>
              </a:solidFill>
              <a:effectLst/>
              <a:latin typeface="+mn-lt"/>
              <a:ea typeface="+mn-ea"/>
              <a:cs typeface="+mn-cs"/>
            </a:endParaRPr>
          </a:p>
          <a:p>
            <a:r>
              <a:rPr lang="en-US" sz="1200" b="0" i="0" kern="1200" noProof="1">
                <a:solidFill>
                  <a:schemeClr val="tx1"/>
                </a:solidFill>
                <a:effectLst/>
                <a:latin typeface="+mn-lt"/>
                <a:ea typeface="+mn-ea"/>
                <a:cs typeface="+mn-cs"/>
              </a:rPr>
              <a:t>signatures: is a list. Each entry signs one hash - the SHA-256 of the canonicalized descriptor. That single hash covers every resource digest. Multiple signatures allowed: dual-sign RSA plus Sigstore, verifiers pick.</a:t>
            </a:r>
          </a:p>
          <a:p>
            <a:endParaRPr lang="en-US" sz="1200" b="0" i="0" kern="1200" noProof="1">
              <a:solidFill>
                <a:schemeClr val="tx1"/>
              </a:solidFill>
              <a:effectLst/>
              <a:latin typeface="+mn-lt"/>
              <a:ea typeface="+mn-ea"/>
              <a:cs typeface="+mn-cs"/>
            </a:endParaRPr>
          </a:p>
          <a:p>
            <a:r>
              <a:rPr lang="en-US" sz="1200" b="0" i="0" kern="1200" noProof="1">
                <a:solidFill>
                  <a:schemeClr val="tx1"/>
                </a:solidFill>
                <a:effectLst/>
                <a:latin typeface="+mn-lt"/>
                <a:ea typeface="+mn-ea"/>
                <a:cs typeface="+mn-cs"/>
              </a:rPr>
              <a:t>The seven-word version: sign the descriptor hash, not the access. Signed: the descriptor hash - one signature covers every artifact. Not signed: the access fields - so transport can rewrite them freely. The signature still verifies, anywhere.</a:t>
            </a:r>
          </a:p>
          <a:p>
            <a:endParaRPr lang="en-US" sz="1200" b="0" i="0" kern="1200" noProof="1">
              <a:solidFill>
                <a:schemeClr val="tx1"/>
              </a:solidFill>
              <a:effectLst/>
              <a:latin typeface="+mn-lt"/>
              <a:ea typeface="+mn-ea"/>
              <a:cs typeface="+mn-cs"/>
            </a:endParaRPr>
          </a:p>
          <a:p>
            <a:r>
              <a:rPr lang="en-US" sz="1200" b="0" i="0" kern="1200" noProof="1">
                <a:solidFill>
                  <a:schemeClr val="tx1"/>
                </a:solidFill>
                <a:effectLst/>
                <a:latin typeface="+mn-lt"/>
                <a:ea typeface="+mn-ea"/>
                <a:cs typeface="+mn-cs"/>
              </a:rPr>
              <a:t>Q&amp;A - trust model, one per scheme, all configurable. RSA-PSS: operator pins the public key. Sigstore: operator pins the OIDC issuer; Fulcio issues short-lived certs; Rekor logs. GPG: operator pins the OpenPGP fingerprint. Algorithm is configurable per signature; the signed object is the canonicalized descriptor regardless.</a:t>
            </a:r>
          </a:p>
          <a:p>
            <a:endParaRPr lang="en-US" sz="1200" b="0" i="0" kern="1200" noProof="1">
              <a:solidFill>
                <a:schemeClr val="tx1"/>
              </a:solidFill>
              <a:effectLst/>
              <a:latin typeface="+mn-lt"/>
              <a:ea typeface="+mn-ea"/>
              <a:cs typeface="+mn-cs"/>
            </a:endParaRPr>
          </a:p>
          <a:p>
            <a:r>
              <a:rPr lang="en-US" sz="1200" b="0" i="0" kern="1200" noProof="1">
                <a:solidFill>
                  <a:schemeClr val="tx1"/>
                </a:solidFill>
                <a:effectLst/>
                <a:latin typeface="+mn-lt"/>
                <a:ea typeface="+mn-ea"/>
                <a:cs typeface="+mn-cs"/>
              </a:rPr>
              <a:t>Q&amp;A - composition. The signature transitively pins componentReferences (defined on slide 8). The product signature covers every reference's descriptor digest - re-signing or re-publishing a referenced component breaks the product signature. Verifier policy is per-component: at deploy time each referenced component is verified against its own trust anchor.</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en-US" sz="1200" b="0" i="0" kern="1200" noProof="1">
                <a:solidFill>
                  <a:schemeClr val="tx1"/>
                </a:solidFill>
                <a:effectLst/>
                <a:latin typeface="+mn-lt"/>
                <a:ea typeface="+mn-ea"/>
                <a:cs typeface="+mn-cs"/>
              </a:rPr>
              <a:t>Big diagram. Four verbs. This IS the demo - no live tooling.</a:t>
            </a:r>
          </a:p>
          <a:p>
            <a:endParaRPr lang="en-US" sz="1200" b="0" i="0" kern="1200" noProof="1">
              <a:solidFill>
                <a:schemeClr val="tx1"/>
              </a:solidFill>
              <a:effectLst/>
              <a:latin typeface="+mn-lt"/>
              <a:ea typeface="+mn-ea"/>
              <a:cs typeface="+mn-cs"/>
            </a:endParaRPr>
          </a:p>
          <a:p>
            <a:r>
              <a:rPr lang="en-US" sz="1200" b="0" i="0" kern="1200" noProof="1">
                <a:solidFill>
                  <a:schemeClr val="tx1"/>
                </a:solidFill>
                <a:effectLst/>
                <a:latin typeface="+mn-lt"/>
                <a:ea typeface="+mn-ea"/>
                <a:cs typeface="+mn-cs"/>
              </a:rPr>
              <a:t>Point at PACK. Everything the software needs - image, chart, config - bundled into one named, versioned component. One artifact carries the release.</a:t>
            </a:r>
          </a:p>
          <a:p>
            <a:endParaRPr lang="en-US" sz="1200" b="0" i="0" kern="1200" noProof="1">
              <a:solidFill>
                <a:schemeClr val="tx1"/>
              </a:solidFill>
              <a:effectLst/>
              <a:latin typeface="+mn-lt"/>
              <a:ea typeface="+mn-ea"/>
              <a:cs typeface="+mn-cs"/>
            </a:endParaRPr>
          </a:p>
          <a:p>
            <a:r>
              <a:rPr lang="en-US" sz="1200" b="0" i="0" kern="1200" noProof="1">
                <a:solidFill>
                  <a:schemeClr val="tx1"/>
                </a:solidFill>
                <a:effectLst/>
                <a:latin typeface="+mn-lt"/>
                <a:ea typeface="+mn-ea"/>
                <a:cs typeface="+mn-cs"/>
              </a:rPr>
              <a:t>Point at SIGN. One signature covers every artifact in the bundle, by digest. If anything changes, verification breaks.</a:t>
            </a:r>
          </a:p>
          <a:p>
            <a:endParaRPr lang="en-US" sz="1200" b="0" i="0" kern="1200" noProof="1">
              <a:solidFill>
                <a:schemeClr val="tx1"/>
              </a:solidFill>
              <a:effectLst/>
              <a:latin typeface="+mn-lt"/>
              <a:ea typeface="+mn-ea"/>
              <a:cs typeface="+mn-cs"/>
            </a:endParaRPr>
          </a:p>
          <a:p>
            <a:r>
              <a:rPr lang="en-US" sz="1200" b="0" i="0" kern="1200" noProof="1">
                <a:solidFill>
                  <a:schemeClr val="tx1"/>
                </a:solidFill>
                <a:effectLst/>
                <a:latin typeface="+mn-lt"/>
                <a:ea typeface="+mn-ea"/>
                <a:cs typeface="+mn-cs"/>
              </a:rPr>
              <a:t>Point at TRANSPORT. The component moves across registry boundaries. Cloud to cloud, region to region, into an air-gapped CTF. Signature doesn't care.</a:t>
            </a:r>
          </a:p>
          <a:p>
            <a:endParaRPr lang="en-US" sz="1200" b="0" i="0" kern="1200" noProof="1">
              <a:solidFill>
                <a:schemeClr val="tx1"/>
              </a:solidFill>
              <a:effectLst/>
              <a:latin typeface="+mn-lt"/>
              <a:ea typeface="+mn-ea"/>
              <a:cs typeface="+mn-cs"/>
            </a:endParaRPr>
          </a:p>
          <a:p>
            <a:r>
              <a:rPr lang="en-US" sz="1200" b="0" i="0" kern="1200" noProof="1">
                <a:solidFill>
                  <a:schemeClr val="tx1"/>
                </a:solidFill>
                <a:effectLst/>
                <a:latin typeface="+mn-lt"/>
                <a:ea typeface="+mn-ea"/>
                <a:cs typeface="+mn-cs"/>
              </a:rPr>
              <a:t>Point at DEPLOY. At the destination, the receiver verifies the signature, unpacks, deploys. GitOps or OCM K8s controllers - operator's call. No callback upstream.</a:t>
            </a:r>
          </a:p>
          <a:p>
            <a:endParaRPr lang="en-US" sz="1200" b="0" i="0" kern="1200" noProof="1">
              <a:solidFill>
                <a:schemeClr val="tx1"/>
              </a:solidFill>
              <a:effectLst/>
              <a:latin typeface="+mn-lt"/>
              <a:ea typeface="+mn-ea"/>
              <a:cs typeface="+mn-cs"/>
            </a:endParaRPr>
          </a:p>
          <a:p>
            <a:r>
              <a:rPr lang="en-US" sz="1200" b="0" i="0" kern="1200" noProof="1">
                <a:solidFill>
                  <a:schemeClr val="tx1"/>
                </a:solidFill>
                <a:effectLst/>
                <a:latin typeface="+mn-lt"/>
                <a:ea typeface="+mn-ea"/>
                <a:cs typeface="+mn-cs"/>
              </a:rPr>
              <a:t>Land: pack, sign, transport, deploy - advance.</a:t>
            </a:r>
          </a:p>
        </p:txBody>
      </p:sp>
      <p:sp>
        <p:nvSpPr>
          <p:cNvPr id="4" name="Foliennummernplatzhalter 3"/>
          <p:cNvSpPr>
            <a:spLocks noGrp="1"/>
          </p:cNvSpPr>
          <p:nvPr>
            <p:ph type="sldNum" sz="quarter" idx="5"/>
          </p:nvPr>
        </p:nvSpPr>
        <p:spPr/>
        <p:txBody>
          <a:bodyPr/>
          <a:lstStyle/>
          <a:p>
            <a:fld id="{61473606-87F5-5942-8082-20AE3C26AFE1}" type="slidenum">
              <a:rPr lang="de-DE" smtClean="0"/>
              <a:t>7</a:t>
            </a:fld>
            <a:endParaRPr lang="de-DE"/>
          </a:p>
        </p:txBody>
      </p:sp>
    </p:spTree>
    <p:extLst>
      <p:ext uri="{BB962C8B-B14F-4D97-AF65-F5344CB8AC3E}">
        <p14:creationId xmlns:p14="http://schemas.microsoft.com/office/powerpoint/2010/main" val="2371221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Services carry resources - images, charts, configs, SBOMs. Walk the LEFT box: acme.org/sovereign/notes and acme.org/sovereign/postgres, each with its image and/or chart. Real service components usually carry more (configs, SBOMs, provenance).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A product component composes services via componentReferences: - name plus version, normally no resources of its own. Walk the RIGHT box: acme.org/sovereign/product references notes and postgres by name and version. That's it.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Each service is independently versioned, signed, transferable. The product is a component that points at them.</a:t>
            </a:r>
          </a:p>
          <a:p>
            <a:r>
              <a:rPr lang="de-DE" sz="1200" b="0" i="0" kern="1200" noProof="1">
                <a:solidFill>
                  <a:schemeClr val="tx1"/>
                </a:solidFill>
                <a:effectLst/>
                <a:latin typeface="+mn-lt"/>
                <a:ea typeface="+mn-ea"/>
                <a:cs typeface="+mn-cs"/>
              </a:rPr>
              <a:t>Real releases are not one big component. They're one product referencing several services. Slide 12 (day 2) operates on this shape.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transitive trust. componentReferences are pinned by the referenced descriptor's digest. The product signature covers each reference digest, so re-signing a referenced component breaks the product signature.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verifier policy at deploy time. Each component is checked against its own trust anchor: notes against the notes team's anchor, postgres against the postgres team's anchor, product against the product team's anchor. With no explicit per-component policy, the controller applies whatever anchor was configured on the Component CR for that name.</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Same signed object across all three schemes - the canonical descriptor digest. What varies is how you prove the key. All three schemes are stable in the CLI on the v1alpha1 API surface today.</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RSA / RSASSA-PSS: bare public-key pinning. The key you already rotate. No PKI required.</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OpenPGP: OpenPGP key material, same trust model as RSA (key pinning), different key format. Fits orgs already running web-of-trust keyrings. Header says OpenPGP; GPG is one implementation, Sequoia and RNP produce compatible signatures.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Sigstore: keyless via OIDC plus a Rekor transparency log; trust anchor is your OIDC issuer. Fits CI workloads and any signer that can present an OIDC identity.</a:t>
            </a:r>
          </a:p>
          <a:p>
            <a:r>
              <a:rPr lang="de-DE" sz="1200" b="0" i="0" kern="1200" noProof="1">
                <a:solidFill>
                  <a:schemeClr val="tx1"/>
                </a:solidFill>
                <a:effectLst/>
                <a:latin typeface="+mn-lt"/>
                <a:ea typeface="+mn-ea"/>
                <a:cs typeface="+mn-cs"/>
              </a:rPr>
              <a:t>Land: verifiers can require multiple in parallel - RSA from the release team plus Sigstore from CI. Pick what your org already runs.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verifier policy on the Kubernetes Component CR. Optional verify: field, list of {signature-name, public-key} pairs. Verification is opt-in: with no entries the controller resolves and pulls but doesn't check signatures. With entries the controller looks for those signature names in the descriptor and verifies. No scheme pinning on the CR; the scheme is read from the signature's algorithm field.</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Honest scope note - the v1alpha1 controller today implements RSA (RSASSA-PSS, RSASSA-PKCS1V15) only. OpenPGP and Sigstore verification work in the CLI - the three columns on this slide are the CLI surface. The controller rejects a non-RSA signature with an "unsupported signature algorithm" error rather than falling through silently, so the safety property holds. Practical answer for teams running the controllers in production today: RSA on the CR, CLI for the broader scheme set, OpenPGP and Sigstore controller support on the roadmap.</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global enforcement. No admission webhook ships with the OCM controllers. Verification policy lives on each Component CR. Production installs that want global enforcement bring their own admission policy - Kyverno, Gatekeeper, or a custom webhook against the Component resource.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PEM / cert chains. A fourth option exists: RSA with X.509 chain, PEM encoded. Still experimental - the CLI prints experimental on every sign and verify. Watch the docs; we'll promote it when the encoding stabilizes.</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One mechanic, three shapes.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Registry to registry - promotion across dev/staging/prod, or cross-cloud (GHCR to ECR). Same digests. Every access rewritten.</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Registry to CTF - Common Transport Format, a local archive of blobs plus index. Hand-carry across the boundary.</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CTF to registry - the air-gap import. Archive arrives, ocm transfer uploads, access rewrites to the local registry, signature verifies locally. No traffic to source.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Same command in all three: ocm transfer cv &lt;src&gt; &lt;dst&gt;. Access changes; digests don't. The signature covers digests, so it survives every hop. Verification is purely local at the destination - that's the air-gap property.</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air-gap default footgun. Default ocm transfer copies only the descriptor; the access fields still point back at the source registry. For air-gap (CTF to registry) you MUST pass --copy-resources so the bytes travel with the descriptor. Slide 14 names this as one of the three honest edges. Worth catching in a CI step the first time someone runs an air-gap export.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Sigstore air-gap specifically. Works offline IF the trusted-root file - Fulcio CA plus Rekor public key for the configured issuer - has been distributed to the destination once, out of band. After that, ocm verify cv runs without contacting Rekor or Fulcio. RSA and OpenPGP need only their pinned public keys - no trusted-root file.</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de-DE"/>
          </a:p>
        </p:txBody>
      </p:sp>
      <p:sp>
        <p:nvSpPr>
          <p:cNvPr id="3" name="Notizenplatzhalter 2"/>
          <p:cNvSpPr>
            <a:spLocks noGrp="1"/>
          </p:cNvSpPr>
          <p:nvPr>
            <p:ph type="body" idx="1"/>
          </p:nvPr>
        </p:nvSpPr>
        <p:spPr>
          <a:xfrm>
            <a:off x="685800" y="4400550"/>
            <a:ext cx="5486400" cy="3600450"/>
          </a:xfrm>
          <a:prstGeom prst="rect">
            <a:avLst/>
          </a:prstGeom>
        </p:spPr>
        <p:txBody>
          <a:bodyPr/>
          <a:lstStyle/>
          <a:p>
            <a:r>
              <a:rPr lang="de-DE" sz="1200" b="0" i="0" kern="1200" noProof="1">
                <a:solidFill>
                  <a:schemeClr val="tx1"/>
                </a:solidFill>
                <a:effectLst/>
                <a:latin typeface="+mn-lt"/>
                <a:ea typeface="+mn-ea"/>
                <a:cs typeface="+mn-cs"/>
              </a:rPr>
              <a:t>Four CRs, one chain. The controllers verify and apply the component.</a:t>
            </a:r>
          </a:p>
          <a:p>
            <a:endParaRPr lang="de-DE" sz="1200" b="0" i="0" kern="1200" noProof="1">
              <a:solidFill>
                <a:schemeClr val="tx1"/>
              </a:solidFill>
              <a:effectLst/>
              <a:latin typeface="+mn-lt"/>
              <a:ea typeface="+mn-ea"/>
              <a:cs typeface="+mn-cs"/>
            </a:endParaRPr>
          </a:p>
          <a:p>
            <a:pPr marL="171450" indent="-171450">
              <a:buFontTx/>
              <a:buChar char="-"/>
            </a:pPr>
            <a:r>
              <a:rPr lang="de-DE" sz="1200" b="0" i="0" kern="1200" noProof="1">
                <a:solidFill>
                  <a:schemeClr val="tx1"/>
                </a:solidFill>
                <a:effectLst/>
                <a:latin typeface="+mn-lt"/>
                <a:ea typeface="+mn-ea"/>
                <a:cs typeface="+mn-cs"/>
              </a:rPr>
              <a:t>Repository - names where component versions live. OCI registry, mounted CTF, S3, local FS.</a:t>
            </a:r>
          </a:p>
          <a:p>
            <a:pPr marL="171450" indent="-171450">
              <a:buFontTx/>
              <a:buChar char="-"/>
            </a:pPr>
            <a:endParaRPr lang="de-DE" sz="1200" b="0" i="0" kern="1200" noProof="1">
              <a:solidFill>
                <a:schemeClr val="tx1"/>
              </a:solidFill>
              <a:effectLst/>
              <a:latin typeface="+mn-lt"/>
              <a:ea typeface="+mn-ea"/>
              <a:cs typeface="+mn-cs"/>
            </a:endParaRPr>
          </a:p>
          <a:p>
            <a:pPr marL="171450" indent="-171450">
              <a:buFontTx/>
              <a:buChar char="-"/>
            </a:pPr>
            <a:r>
              <a:rPr lang="de-DE" sz="1200" b="0" i="0" kern="1200" noProof="1">
                <a:solidFill>
                  <a:schemeClr val="tx1"/>
                </a:solidFill>
                <a:effectLst/>
                <a:latin typeface="+mn-lt"/>
                <a:ea typeface="+mn-ea"/>
                <a:cs typeface="+mn-cs"/>
              </a:rPr>
              <a:t>Component - names a specific component version. Pulls the descriptor and verifies its signature against the trust anchor configured on the Component CR. Verification is opt-in: without a verify: entry the controller resolves and pulls but doesn't check signatures. Production installs should require verification via admission policy.</a:t>
            </a:r>
          </a:p>
          <a:p>
            <a:pPr marL="171450" indent="-171450">
              <a:buFontTx/>
              <a:buChar char="-"/>
            </a:pPr>
            <a:endParaRPr lang="de-DE" sz="1200" b="0" i="0" kern="1200" noProof="1">
              <a:solidFill>
                <a:schemeClr val="tx1"/>
              </a:solidFill>
              <a:effectLst/>
              <a:latin typeface="+mn-lt"/>
              <a:ea typeface="+mn-ea"/>
              <a:cs typeface="+mn-cs"/>
            </a:endParaRPr>
          </a:p>
          <a:p>
            <a:pPr marL="171450" indent="-171450">
              <a:buFontTx/>
              <a:buChar char="-"/>
            </a:pPr>
            <a:r>
              <a:rPr lang="de-DE" sz="1200" b="0" i="0" kern="1200" noProof="1">
                <a:solidFill>
                  <a:schemeClr val="tx1"/>
                </a:solidFill>
                <a:effectLst/>
                <a:latin typeface="+mn-lt"/>
                <a:ea typeface="+mn-ea"/>
                <a:cs typeface="+mn-cs"/>
              </a:rPr>
              <a:t>Resource - picks one artifact from the verified component, by digest. Helm chart, OCI image, raw manifest, blob.</a:t>
            </a:r>
          </a:p>
          <a:p>
            <a:pPr marL="171450" indent="-171450">
              <a:buFontTx/>
              <a:buChar char="-"/>
            </a:pPr>
            <a:endParaRPr lang="de-DE" sz="1200" b="0" i="0" kern="1200" noProof="1">
              <a:solidFill>
                <a:schemeClr val="tx1"/>
              </a:solidFill>
              <a:effectLst/>
              <a:latin typeface="+mn-lt"/>
              <a:ea typeface="+mn-ea"/>
              <a:cs typeface="+mn-cs"/>
            </a:endParaRPr>
          </a:p>
          <a:p>
            <a:pPr marL="171450" indent="-171450">
              <a:buFontTx/>
              <a:buChar char="-"/>
            </a:pPr>
            <a:r>
              <a:rPr lang="de-DE" sz="1200" b="0" i="0" kern="1200" noProof="1">
                <a:solidFill>
                  <a:schemeClr val="tx1"/>
                </a:solidFill>
                <a:effectLst/>
                <a:latin typeface="+mn-lt"/>
                <a:ea typeface="+mn-ea"/>
                <a:cs typeface="+mn-cs"/>
              </a:rPr>
              <a:t>Deployer - applies the resource to the cluster. Resolves image refs and other deploy-time pointers from the verified descriptor at apply time. This is where localization happens in v2.</a:t>
            </a:r>
          </a:p>
          <a:p>
            <a:pPr marL="171450" indent="-171450">
              <a:buFontTx/>
              <a:buChar char="-"/>
            </a:pPr>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Say the dependency out loud now, so slide 14 doesn't feel retroactive: the four-card chain on its own deploys raw Kubernetes manifests. For Helm-deploy, the chain feeds a ResourceGraphDefinition that kro reconciles, with Flux or Argo CD applying the resulting HelmRelease. OCM controllers don't ship kro, Flux, or Argo CD. Bring your own.</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Q&amp;A - controller-shaped ocm transfer. Yes, there's a Replication CR for in-cluster repo-to-repo mirroring. Appendix slide 16.</a:t>
            </a:r>
          </a:p>
        </p:txBody>
      </p:sp>
    </p:spTree>
    <p:extLst>
      <p:ext uri="{BB962C8B-B14F-4D97-AF65-F5344CB8AC3E}">
        <p14:creationId xmlns:p14="http://schemas.microsoft.com/office/powerpoint/2010/main" val="781478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en-US" sz="1200" b="0" i="0" kern="1200" noProof="0" dirty="0">
                <a:solidFill>
                  <a:schemeClr val="tx1"/>
                </a:solidFill>
                <a:effectLst/>
                <a:latin typeface="+mn-lt"/>
                <a:ea typeface="+mn-ea"/>
                <a:cs typeface="+mn-cs"/>
              </a:rPr>
              <a:t>Composition was defined on slide 8. This slide does one job: show the day-2 mechanic.</a:t>
            </a:r>
          </a:p>
          <a:p>
            <a:endParaRPr lang="en-US" sz="1200" b="0" i="0" kern="1200" noProof="0" dirty="0">
              <a:solidFill>
                <a:schemeClr val="tx1"/>
              </a:solidFill>
              <a:effectLst/>
              <a:latin typeface="+mn-lt"/>
              <a:ea typeface="+mn-ea"/>
              <a:cs typeface="+mn-cs"/>
            </a:endParaRPr>
          </a:p>
          <a:p>
            <a:r>
              <a:rPr lang="en-US" sz="1200" b="0" i="0" kern="1200" noProof="0" dirty="0">
                <a:solidFill>
                  <a:schemeClr val="tx1"/>
                </a:solidFill>
                <a:effectLst/>
                <a:latin typeface="+mn-lt"/>
                <a:ea typeface="+mn-ea"/>
                <a:cs typeface="+mn-cs"/>
              </a:rPr>
              <a:t>Product is acme.org/sovereign/product. Day 1: references notes 1.0.0 and postgres 1.0.0, each pinned by its descriptor digest. Notes team ships a patch (1.0.0 to 1.1.0). Platform team raises the product to 1.1.0, updates the notes reference - its version AND its digest, because the new notes descriptor hashes differently. Postgres stays: same version, same digest.</a:t>
            </a:r>
          </a:p>
          <a:p>
            <a:endParaRPr lang="en-US" sz="1200" b="0" i="0" kern="1200" noProof="0" dirty="0">
              <a:solidFill>
                <a:schemeClr val="tx1"/>
              </a:solidFill>
              <a:effectLst/>
              <a:latin typeface="+mn-lt"/>
              <a:ea typeface="+mn-ea"/>
              <a:cs typeface="+mn-cs"/>
            </a:endParaRPr>
          </a:p>
          <a:p>
            <a:r>
              <a:rPr lang="en-US" sz="1200" b="0" i="0" kern="1200" noProof="0" dirty="0">
                <a:solidFill>
                  <a:schemeClr val="tx1"/>
                </a:solidFill>
                <a:effectLst/>
                <a:latin typeface="+mn-lt"/>
                <a:ea typeface="+mn-ea"/>
                <a:cs typeface="+mn-cs"/>
              </a:rPr>
              <a:t>Commit. The controller pulls the new product descriptor, verifies the signature, resolves the new digests, applies. Notes rolls forward. Postgres untouched.</a:t>
            </a:r>
          </a:p>
          <a:p>
            <a:endParaRPr lang="en-US" sz="1200" b="0" i="0" kern="1200" noProof="0" dirty="0">
              <a:solidFill>
                <a:schemeClr val="tx1"/>
              </a:solidFill>
              <a:effectLst/>
              <a:latin typeface="+mn-lt"/>
              <a:ea typeface="+mn-ea"/>
              <a:cs typeface="+mn-cs"/>
            </a:endParaRPr>
          </a:p>
          <a:p>
            <a:r>
              <a:rPr lang="en-US" sz="1200" b="0" i="0" kern="1200" noProof="0" dirty="0">
                <a:solidFill>
                  <a:schemeClr val="tx1"/>
                </a:solidFill>
                <a:effectLst/>
                <a:latin typeface="+mn-lt"/>
                <a:ea typeface="+mn-ea"/>
                <a:cs typeface="+mn-cs"/>
              </a:rPr>
              <a:t>For security architects: OCM is a release-level envelope. helm upgrade upgrades one chart; cosign signs one image. The OCM signature covers the whole release as one unit - every digest in every resource of every referenced component pinned by the one parent signature. Drift breaks that signature.</a:t>
            </a:r>
          </a:p>
          <a:p>
            <a:endParaRPr lang="en-US" sz="1200" b="0" i="0" kern="1200" noProof="0" dirty="0">
              <a:solidFill>
                <a:schemeClr val="tx1"/>
              </a:solidFill>
              <a:effectLst/>
              <a:latin typeface="+mn-lt"/>
              <a:ea typeface="+mn-ea"/>
              <a:cs typeface="+mn-cs"/>
            </a:endParaRPr>
          </a:p>
          <a:p>
            <a:r>
              <a:rPr lang="en-US" sz="1200" b="0" i="0" kern="1200" noProof="0" dirty="0">
                <a:solidFill>
                  <a:schemeClr val="tx1"/>
                </a:solidFill>
                <a:effectLst/>
                <a:latin typeface="+mn-lt"/>
                <a:ea typeface="+mn-ea"/>
                <a:cs typeface="+mn-cs"/>
              </a:rPr>
              <a:t>Q&amp;A - forged descriptors. Nothing OCM-specific stops a malicious operator from committing a forged descriptor with bumped versions, an attacker's image references, and a re-signed signature using a stolen key. Same threat model as any signed-release system. Rotate keys, dual-sign, audit.</a:t>
            </a:r>
          </a:p>
          <a:p>
            <a:endParaRPr lang="en-US" sz="1200" b="0" i="0" kern="1200" noProof="0" dirty="0">
              <a:solidFill>
                <a:schemeClr val="tx1"/>
              </a:solidFill>
              <a:effectLst/>
              <a:latin typeface="+mn-lt"/>
              <a:ea typeface="+mn-ea"/>
              <a:cs typeface="+mn-cs"/>
            </a:endParaRPr>
          </a:p>
          <a:p>
            <a:r>
              <a:rPr lang="en-US" sz="1200" b="0" i="0" kern="1200" noProof="0" dirty="0">
                <a:solidFill>
                  <a:schemeClr val="tx1"/>
                </a:solidFill>
                <a:effectLst/>
                <a:latin typeface="+mn-lt"/>
                <a:ea typeface="+mn-ea"/>
                <a:cs typeface="+mn-cs"/>
              </a:rPr>
              <a:t>Land: one signature to audit instead of N. Bump the product. The references follow. The cluster can't drift without breaking the envelope.</a:t>
            </a: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Two paths to a first OCM component. Both tested in conformance on every release.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From zero, CLI-only. No cluster. Install CLI, write a constructor for one component, pack, sign with RSA, export as CTF, carry to a second machine, import, verify. Cold-start budget: about thirty minutes - CLI install plus the helloworld pack/sign/verify from the website tutorial. Recommend this path first.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On your cluster, controllers. Spin up a kind cluster. Helm-install the OCM controllers, plus kro, plus Flux or Argo CD. Point them at your registry. Apply a Component resource - verified and reconciling. Cold-start budget: an afternoon, including bootstrap (kind + controllers + kro + Flux or Argo CD) and a Helm-deploy of the simple component in the getting-started tutorial.</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Both paths coexist with cosign, Argo CD, Flux, Kyverno - whatever you already run. OCM signs the descriptor; existing controls stay in place.</a:t>
            </a:r>
          </a:p>
          <a:p>
            <a:br>
              <a:rPr lang="de-DE" sz="1200" kern="1200" noProof="1">
                <a:solidFill>
                  <a:schemeClr val="tx1"/>
                </a:solidFill>
                <a:effectLst/>
                <a:latin typeface="+mn-lt"/>
                <a:ea typeface="+mn-ea"/>
                <a:cs typeface="+mn-cs"/>
              </a:rPr>
            </a:br>
            <a:endParaRPr lang="de-DE" sz="1200" kern="1200" noProof="1">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The trust slide. Deliver straight. Don't soften.</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Transfer defaults copy only the descriptor. For air-gap, pass --copy-resources so the artifacts travel too. Worth catching in a CI step the first time someone runs an air-gap export.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Controllers are v1alpha1. CRD shapes for Repository, Component, Resource, Deployer, Replication are stabilizing but still v1alpha1. Pin to specific release tags in platform installs.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Helm-deploy adds kro plus Flux or Argo CD. The OCM controllers don't ship them. Bring your existing solution for delivery.</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Nuance for Q&amp;A: kro is required for ALL documented deploy paths - it reconciles the ResourceGraphDefinition the Deployer feeds it, not only Helm-deploy. The GitOps engine (Flux or Argo CD) is the Helm-deploy-specific add. Three installs total for Helm-deploy.</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Land: if any edge is a deal-breaker, tell us early.</a:t>
            </a:r>
          </a:p>
          <a:p>
            <a:pPr marL="0" marR="0" lvl="0" indent="0" algn="l" defTabSz="914400">
              <a:lnSpc>
                <a:spcPct val="100000"/>
              </a:lnSpc>
              <a:spcBef>
                <a:spcPts val="0"/>
              </a:spcBef>
              <a:spcAft>
                <a:spcPts val="0"/>
              </a:spcAft>
              <a:buClrTx/>
              <a:buSzTx/>
              <a:buFontTx/>
              <a:buNone/>
              <a:tabLst/>
              <a:defRPr/>
            </a:pPr>
            <a:endParaRPr lang="de-DE" sz="1200" kern="1200" noProof="1">
              <a:solidFill>
                <a:schemeClr val="tx1"/>
              </a:solidFill>
              <a:effectLst/>
              <a:latin typeface="+mn-lt"/>
            </a:endParaRP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de-DE"/>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Close with the ask. Three doors, architect-shaped.</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Evaluate - ocm.software. Read the spec, run the conformance scenario at conformance/scenarios/sovereign, judge fit. An afternoon is enough to know.</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Pilot - github.com/open-component-model. Take one product, one team, scoped work. Spec, implementation, conformance suite, roadmap - all in the open.</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Engage - community channels on the website. NeoNephos Foundation governance. Standards get better when more voices shape them while they're being shaped.</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Land: not selling OCM. Stewarding it as a multi-vendor standard. Ship the release as one unit. Thanks - Time for questions</a:t>
            </a:r>
          </a:p>
          <a:p>
            <a:br>
              <a:rPr lang="de-DE" sz="1200" kern="1200" noProof="1">
                <a:solidFill>
                  <a:schemeClr val="tx1"/>
                </a:solidFill>
                <a:effectLst/>
                <a:latin typeface="+mn-lt"/>
                <a:ea typeface="+mn-ea"/>
                <a:cs typeface="+mn-cs"/>
              </a:rPr>
            </a:br>
            <a:endParaRPr lang="de-DE" sz="1200" kern="1200" noProof="1">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endParaRPr lang="de-D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Appendix. Pull only when asked about cluster-side component mirroring, or "how do I get a version from one repo into another without running the CLI?“</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A fifth controller, Replication, sits alongside the four-card chain - not within it. The chain delivers content into the cluster; Replication transfers a resolved component version from one OCM repository to another. Same descriptor, same digests, fresh access fields.</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References a source Component CR and a target Repository CR. When the resolved version of a source changes, Replication transfers that version with its full reference graph into the target. Mirrors ‘ocm transfer cv‘ on the CLI. Records status.lastTransferredDigest after each successful run; a later reconciliation on the same digest is a no-op.</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Use cases: delivery pipelines, promotion between environments, air-gap mirroring kept in-cluster rather than on a workstation.</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Kept off the main deck because the four-card chain is the load-bearing story for a 30-minute talk. This is an answer to a specific question, not part of the arc.</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de-DE" sz="1200" b="0" i="0" kern="1200" noProof="1">
                <a:solidFill>
                  <a:schemeClr val="tx1"/>
                </a:solidFill>
                <a:effectLst/>
                <a:latin typeface="+mn-lt"/>
                <a:ea typeface="+mn-ea"/>
                <a:cs typeface="+mn-cs"/>
              </a:rPr>
              <a:t>The comparative anchor an architect audience will look for. Each tool operates on a different unit; OCM operates one level up.</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cosign and Sigstore sign one OCI artifact. Strong per-image trust. They don't bundle. They don't travel across registries without re-sign or cosign copy. OCM uses Sigstore as one of its signing schemes - for the descriptor, not per-image.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SLSA and in-toto attest the build that produced one artifact. Provenance, not bundling. Not natively air-gap; needs a separate transport story. OCM carries SLSA and in-toto attestations as resources inside the component.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SBOMs and OCI 1.1 referrers inventory one artifact's contents and attach to that artifact's digest. Discovery, not bundling. Don't span a multi-artifact release. OCM carries SBOMs as resources; the descriptor names which SBOM belongs to which artifact.</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 OCM signs the component - a named, versioned bundle of artifacts plus access paths. One signature covers every digest. Location-independent: access rewritten on transfer, signature still verifies. Air-gap native: CTF round-trip, no callback to source.</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The "partial" cells are the honest bits. SLSA attestations can travel with their subject if you choose to. OCI 1.1 referrers are digest-addressable, so partially location-independent. Not overclaiming.</a:t>
            </a:r>
          </a:p>
          <a:p>
            <a:endParaRPr lang="de-DE" sz="1200" b="0" i="0" kern="1200" noProof="1">
              <a:solidFill>
                <a:schemeClr val="tx1"/>
              </a:solidFill>
              <a:effectLst/>
              <a:latin typeface="+mn-lt"/>
              <a:ea typeface="+mn-ea"/>
              <a:cs typeface="+mn-cs"/>
            </a:endParaRPr>
          </a:p>
          <a:p>
            <a:r>
              <a:rPr lang="de-DE" sz="1200" b="0" i="0" kern="1200" noProof="1">
                <a:solidFill>
                  <a:schemeClr val="tx1"/>
                </a:solidFill>
                <a:effectLst/>
                <a:latin typeface="+mn-lt"/>
                <a:ea typeface="+mn-ea"/>
                <a:cs typeface="+mn-cs"/>
              </a:rPr>
              <a:t>Close: OCM rides on top. It doesn't replace the per-artifact tools - it adds the release-level envelope they don't. Next slide (Constructor) shows what that envelope looks like.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userDrawn="1">
  <p:cSld name="Hero">
    <p:bg>
      <p:bgPr>
        <a:solidFill>
          <a:srgbClr val="0A1530"/>
        </a:solidFill>
        <a:effectLst/>
      </p:bgPr>
    </p:bg>
    <p:spTree>
      <p:nvGrpSpPr>
        <p:cNvPr id="1" name=""/>
        <p:cNvGrpSpPr/>
        <p:nvPr/>
      </p:nvGrpSpPr>
      <p:grpSpPr>
        <a:xfrm>
          <a:off x="0" y="0"/>
          <a:ext cx="0" cy="0"/>
          <a:chOff x="0" y="0"/>
          <a:chExt cx="0" cy="0"/>
        </a:xfrm>
      </p:grpSpPr>
      <p:sp>
        <p:nvSpPr>
          <p:cNvPr id="10" name="Hero Title Line 1"/>
          <p:cNvSpPr>
            <a:spLocks noGrp="1"/>
          </p:cNvSpPr>
          <p:nvPr>
            <p:ph type="title" idx="1"/>
          </p:nvPr>
        </p:nvSpPr>
        <p:spPr>
          <a:xfrm>
            <a:off x="914400" y="1714500"/>
            <a:ext cx="17373600" cy="1524000"/>
          </a:xfrm>
          <a:prstGeom prst="rect">
            <a:avLst/>
          </a:prstGeom>
        </p:spPr>
        <p:txBody>
          <a:bodyPr wrap="square" lIns="0" tIns="0" rIns="0" bIns="0" rtlCol="0" anchor="t">
            <a:noAutofit/>
          </a:bodyPr>
          <a:lstStyle>
            <a:lvl1pPr marL="0" indent="0" algn="l">
              <a:buNone/>
              <a:defRPr sz="11500" b="1">
                <a:solidFill>
                  <a:srgbClr val="FFFFFF"/>
                </a:solidFill>
                <a:latin typeface="Aptos Display"/>
              </a:defRPr>
            </a:lvl1pPr>
          </a:lstStyle>
          <a:p>
            <a:r>
              <a:rPr lang="en-US"/>
              <a:t>Secure Delivery for</a:t>
            </a:r>
          </a:p>
        </p:txBody>
      </p:sp>
      <p:sp>
        <p:nvSpPr>
          <p:cNvPr id="11" name="Hero Title Line 2"/>
          <p:cNvSpPr>
            <a:spLocks noGrp="1"/>
          </p:cNvSpPr>
          <p:nvPr>
            <p:ph type="body" idx="2"/>
          </p:nvPr>
        </p:nvSpPr>
        <p:spPr>
          <a:xfrm>
            <a:off x="914400" y="3286125"/>
            <a:ext cx="17373600" cy="1524000"/>
          </a:xfrm>
          <a:prstGeom prst="rect">
            <a:avLst/>
          </a:prstGeom>
        </p:spPr>
        <p:txBody>
          <a:bodyPr wrap="square" lIns="0" tIns="0" rIns="0" bIns="0" rtlCol="0" anchor="t">
            <a:noAutofit/>
          </a:bodyPr>
          <a:lstStyle>
            <a:lvl1pPr marL="0" indent="0" algn="l">
              <a:buNone/>
              <a:defRPr sz="11500" b="1">
                <a:solidFill>
                  <a:srgbClr val="5CD6FF"/>
                </a:solidFill>
                <a:latin typeface="Aptos Display"/>
              </a:defRPr>
            </a:lvl1pPr>
          </a:lstStyle>
          <a:p>
            <a:r>
              <a:rPr lang="en-US"/>
              <a:t>Sovereign Clouds</a:t>
            </a:r>
          </a:p>
        </p:txBody>
      </p:sp>
      <p:sp>
        <p:nvSpPr>
          <p:cNvPr id="12" name="Hero Subtitle"/>
          <p:cNvSpPr>
            <a:spLocks noGrp="1"/>
          </p:cNvSpPr>
          <p:nvPr>
            <p:ph type="body" idx="3"/>
          </p:nvPr>
        </p:nvSpPr>
        <p:spPr>
          <a:xfrm>
            <a:off x="914400" y="5334000"/>
            <a:ext cx="16192500" cy="857250"/>
          </a:xfrm>
          <a:prstGeom prst="rect">
            <a:avLst/>
          </a:prstGeom>
        </p:spPr>
        <p:txBody>
          <a:bodyPr wrap="square" lIns="0" tIns="0" rIns="0" bIns="0" rtlCol="0" anchor="t">
            <a:noAutofit/>
          </a:bodyPr>
          <a:lstStyle>
            <a:lvl1pPr marL="0" indent="0" algn="l">
              <a:lnSpc>
                <a:spcPct val="114999"/>
              </a:lnSpc>
              <a:buNone/>
              <a:defRPr sz="3500">
                <a:solidFill>
                  <a:srgbClr val="5CD6FF"/>
                </a:solidFill>
                <a:latin typeface="Aptos"/>
              </a:defRPr>
            </a:lvl1pPr>
          </a:lstStyle>
          <a:p>
            <a:r>
              <a:rPr lang="en-US"/>
              <a:t>Subtitle — one sentence describing the deck.</a:t>
            </a:r>
          </a:p>
        </p:txBody>
      </p:sp>
      <p:sp>
        <p:nvSpPr>
          <p:cNvPr id="13" name="Hero Org Line"/>
          <p:cNvSpPr>
            <a:spLocks noGrp="1"/>
          </p:cNvSpPr>
          <p:nvPr>
            <p:ph type="body" idx="4"/>
          </p:nvPr>
        </p:nvSpPr>
        <p:spPr>
          <a:xfrm>
            <a:off x="914400" y="6572250"/>
            <a:ext cx="16192500" cy="571500"/>
          </a:xfrm>
          <a:prstGeom prst="rect">
            <a:avLst/>
          </a:prstGeom>
        </p:spPr>
        <p:txBody>
          <a:bodyPr wrap="square" lIns="0" tIns="0" rIns="0" bIns="0" rtlCol="0" anchor="t">
            <a:noAutofit/>
          </a:bodyPr>
          <a:lstStyle>
            <a:lvl1pPr marL="0" indent="0" algn="l">
              <a:buNone/>
              <a:defRPr sz="2800">
                <a:solidFill>
                  <a:srgbClr val="FFFFFF"/>
                </a:solidFill>
                <a:latin typeface="Aptos"/>
              </a:defRPr>
            </a:lvl1pPr>
          </a:lstStyle>
          <a:p>
            <a:r>
              <a:rPr lang="en-US"/>
              <a:t>Open Component Model — open source, NeoNephos Foundation.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userDrawn="1">
  <p:cSld name="CTA">
    <p:bg>
      <p:bgPr>
        <a:solidFill>
          <a:srgbClr val="0A1530"/>
        </a:solidFill>
        <a:effectLst/>
      </p:bgPr>
    </p:bg>
    <p:spTree>
      <p:nvGrpSpPr>
        <p:cNvPr id="1" name=""/>
        <p:cNvGrpSpPr/>
        <p:nvPr/>
      </p:nvGrpSpPr>
      <p:grpSpPr>
        <a:xfrm>
          <a:off x="0" y="0"/>
          <a:ext cx="0" cy="0"/>
          <a:chOff x="0" y="0"/>
          <a:chExt cx="0" cy="0"/>
        </a:xfrm>
      </p:grpSpPr>
      <p:sp>
        <p:nvSpPr>
          <p:cNvPr id="10" name="CTA Title"/>
          <p:cNvSpPr>
            <a:spLocks noGrp="1"/>
          </p:cNvSpPr>
          <p:nvPr>
            <p:ph type="title" idx="1"/>
          </p:nvPr>
        </p:nvSpPr>
        <p:spPr>
          <a:xfrm>
            <a:off x="914400" y="3048000"/>
            <a:ext cx="16192500" cy="952500"/>
          </a:xfrm>
          <a:prstGeom prst="rect">
            <a:avLst/>
          </a:prstGeom>
        </p:spPr>
        <p:txBody>
          <a:bodyPr wrap="square" lIns="0" tIns="0" rIns="0" bIns="0" rtlCol="0" anchor="t"/>
          <a:lstStyle>
            <a:lvl1pPr marL="0" indent="0" algn="l">
              <a:buNone/>
              <a:defRPr sz="6400" b="1">
                <a:solidFill>
                  <a:srgbClr val="FFFFFF"/>
                </a:solidFill>
                <a:latin typeface="Aptos Display"/>
              </a:defRPr>
            </a:lvl1pPr>
          </a:lstStyle>
          <a:p>
            <a:r>
              <a:rPr lang="en-US"/>
              <a:t>Call to action</a:t>
            </a:r>
          </a:p>
        </p:txBody>
      </p:sp>
      <p:sp>
        <p:nvSpPr>
          <p:cNvPr id="11" name="CTA Body"/>
          <p:cNvSpPr>
            <a:spLocks noGrp="1"/>
          </p:cNvSpPr>
          <p:nvPr>
            <p:ph type="body" idx="2"/>
          </p:nvPr>
        </p:nvSpPr>
        <p:spPr>
          <a:xfrm>
            <a:off x="914400" y="4381500"/>
            <a:ext cx="16192500" cy="3810000"/>
          </a:xfrm>
          <a:prstGeom prst="rect">
            <a:avLst/>
          </a:prstGeom>
        </p:spPr>
        <p:txBody>
          <a:bodyPr wrap="square" lIns="0" tIns="0" rIns="0" bIns="0" rtlCol="0" anchor="t"/>
          <a:lstStyle>
            <a:lvl1pPr marL="0" indent="0" algn="l">
              <a:buNone/>
              <a:defRPr sz="2500">
                <a:solidFill>
                  <a:srgbClr val="FFFFFF"/>
                </a:solidFill>
                <a:latin typeface="Aptos"/>
              </a:defRPr>
            </a:lvl1pPr>
          </a:lstStyle>
          <a:p>
            <a:r>
              <a:rPr lang="en-US"/>
              <a:t>Three-line CTA bullets go here.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userDrawn="1">
  <p:cSld name="Content / 3-Column">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Col1 Rule"/>
          <p:cNvSpPr/>
          <p:nvPr/>
        </p:nvSpPr>
        <p:spPr>
          <a:xfrm>
            <a:off x="1143000" y="4953000"/>
            <a:ext cx="4972050" cy="38100"/>
          </a:xfrm>
          <a:prstGeom prst="rect">
            <a:avLst/>
          </a:prstGeom>
          <a:solidFill>
            <a:srgbClr val="0F6BFF"/>
          </a:solidFill>
          <a:ln>
            <a:noFill/>
          </a:ln>
        </p:spPr>
        <p:txBody>
          <a:bodyPr rtlCol="0" anchor="ctr"/>
          <a:lstStyle/>
          <a:p>
            <a:endParaRPr lang="en-US"/>
          </a:p>
        </p:txBody>
      </p:sp>
      <p:sp>
        <p:nvSpPr>
          <p:cNvPr id="13" name="Col1 Header"/>
          <p:cNvSpPr>
            <a:spLocks noGrp="1"/>
          </p:cNvSpPr>
          <p:nvPr>
            <p:ph type="body" idx="10"/>
          </p:nvPr>
        </p:nvSpPr>
        <p:spPr>
          <a:xfrm>
            <a:off x="1143000" y="51054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1 HEADER</a:t>
            </a:r>
          </a:p>
        </p:txBody>
      </p:sp>
      <p:sp>
        <p:nvSpPr>
          <p:cNvPr id="14" name="Col1 Body"/>
          <p:cNvSpPr>
            <a:spLocks noGrp="1"/>
          </p:cNvSpPr>
          <p:nvPr>
            <p:ph type="body" idx="11"/>
          </p:nvPr>
        </p:nvSpPr>
        <p:spPr>
          <a:xfrm>
            <a:off x="1143000" y="5753100"/>
            <a:ext cx="497205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1 body. Replace with one or two short sentences.</a:t>
            </a:r>
          </a:p>
        </p:txBody>
      </p:sp>
      <p:sp>
        <p:nvSpPr>
          <p:cNvPr id="15" name="Col2 Rule"/>
          <p:cNvSpPr/>
          <p:nvPr/>
        </p:nvSpPr>
        <p:spPr>
          <a:xfrm>
            <a:off x="6648450" y="4953000"/>
            <a:ext cx="4972050" cy="38100"/>
          </a:xfrm>
          <a:prstGeom prst="rect">
            <a:avLst/>
          </a:prstGeom>
          <a:solidFill>
            <a:srgbClr val="0F6BFF"/>
          </a:solidFill>
          <a:ln>
            <a:noFill/>
          </a:ln>
        </p:spPr>
        <p:txBody>
          <a:bodyPr rtlCol="0" anchor="ctr"/>
          <a:lstStyle/>
          <a:p>
            <a:endParaRPr lang="en-US"/>
          </a:p>
        </p:txBody>
      </p:sp>
      <p:sp>
        <p:nvSpPr>
          <p:cNvPr id="16" name="Col2 Header"/>
          <p:cNvSpPr>
            <a:spLocks noGrp="1"/>
          </p:cNvSpPr>
          <p:nvPr>
            <p:ph type="body" idx="12"/>
          </p:nvPr>
        </p:nvSpPr>
        <p:spPr>
          <a:xfrm>
            <a:off x="6648450" y="51054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2 HEADER</a:t>
            </a:r>
          </a:p>
        </p:txBody>
      </p:sp>
      <p:sp>
        <p:nvSpPr>
          <p:cNvPr id="17" name="Col2 Body"/>
          <p:cNvSpPr>
            <a:spLocks noGrp="1"/>
          </p:cNvSpPr>
          <p:nvPr>
            <p:ph type="body" idx="13"/>
          </p:nvPr>
        </p:nvSpPr>
        <p:spPr>
          <a:xfrm>
            <a:off x="6648450" y="5753100"/>
            <a:ext cx="497205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2 body. Replace with one or two short sentences.</a:t>
            </a:r>
          </a:p>
        </p:txBody>
      </p:sp>
      <p:sp>
        <p:nvSpPr>
          <p:cNvPr id="18" name="Col3 Rule"/>
          <p:cNvSpPr/>
          <p:nvPr/>
        </p:nvSpPr>
        <p:spPr>
          <a:xfrm>
            <a:off x="12153900" y="4953000"/>
            <a:ext cx="4972050" cy="38100"/>
          </a:xfrm>
          <a:prstGeom prst="rect">
            <a:avLst/>
          </a:prstGeom>
          <a:solidFill>
            <a:srgbClr val="0F6BFF"/>
          </a:solidFill>
          <a:ln>
            <a:noFill/>
          </a:ln>
        </p:spPr>
        <p:txBody>
          <a:bodyPr rtlCol="0" anchor="ctr"/>
          <a:lstStyle/>
          <a:p>
            <a:endParaRPr lang="en-US"/>
          </a:p>
        </p:txBody>
      </p:sp>
      <p:sp>
        <p:nvSpPr>
          <p:cNvPr id="19" name="Col3 Header"/>
          <p:cNvSpPr>
            <a:spLocks noGrp="1"/>
          </p:cNvSpPr>
          <p:nvPr>
            <p:ph type="body" idx="14"/>
          </p:nvPr>
        </p:nvSpPr>
        <p:spPr>
          <a:xfrm>
            <a:off x="12153900" y="51054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3 HEADER</a:t>
            </a:r>
          </a:p>
        </p:txBody>
      </p:sp>
      <p:sp>
        <p:nvSpPr>
          <p:cNvPr id="20" name="Col3 Body"/>
          <p:cNvSpPr>
            <a:spLocks noGrp="1"/>
          </p:cNvSpPr>
          <p:nvPr>
            <p:ph type="body" idx="15"/>
          </p:nvPr>
        </p:nvSpPr>
        <p:spPr>
          <a:xfrm>
            <a:off x="12153900" y="5753100"/>
            <a:ext cx="497205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3 body. Replace with one or two short sentences.</a:t>
            </a:r>
          </a:p>
        </p:txBody>
      </p:sp>
      <p:sp>
        <p:nvSpPr>
          <p:cNvPr id="21"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userDrawn="1">
  <p:cSld name="Content / 3-Column Tall Title">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28575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Two-line section title goes here.</a:t>
            </a:r>
          </a:p>
        </p:txBody>
      </p:sp>
      <p:sp>
        <p:nvSpPr>
          <p:cNvPr id="12" name="Col1 Rule"/>
          <p:cNvSpPr/>
          <p:nvPr/>
        </p:nvSpPr>
        <p:spPr>
          <a:xfrm>
            <a:off x="1143000" y="5905500"/>
            <a:ext cx="4972050" cy="38100"/>
          </a:xfrm>
          <a:prstGeom prst="rect">
            <a:avLst/>
          </a:prstGeom>
          <a:solidFill>
            <a:srgbClr val="0F6BFF"/>
          </a:solidFill>
          <a:ln>
            <a:noFill/>
          </a:ln>
        </p:spPr>
        <p:txBody>
          <a:bodyPr rtlCol="0" anchor="ctr"/>
          <a:lstStyle/>
          <a:p>
            <a:endParaRPr lang="en-US"/>
          </a:p>
        </p:txBody>
      </p:sp>
      <p:sp>
        <p:nvSpPr>
          <p:cNvPr id="13" name="Col1 Header"/>
          <p:cNvSpPr>
            <a:spLocks noGrp="1"/>
          </p:cNvSpPr>
          <p:nvPr>
            <p:ph type="body" idx="10"/>
          </p:nvPr>
        </p:nvSpPr>
        <p:spPr>
          <a:xfrm>
            <a:off x="1143000" y="60579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1 HEADER</a:t>
            </a:r>
          </a:p>
        </p:txBody>
      </p:sp>
      <p:sp>
        <p:nvSpPr>
          <p:cNvPr id="14" name="Col1 Body"/>
          <p:cNvSpPr>
            <a:spLocks noGrp="1"/>
          </p:cNvSpPr>
          <p:nvPr>
            <p:ph type="body" idx="11"/>
          </p:nvPr>
        </p:nvSpPr>
        <p:spPr>
          <a:xfrm>
            <a:off x="1143000" y="6705600"/>
            <a:ext cx="4972050" cy="3619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1 body. Replace with one or two short sentences.</a:t>
            </a:r>
          </a:p>
        </p:txBody>
      </p:sp>
      <p:sp>
        <p:nvSpPr>
          <p:cNvPr id="15" name="Col2 Rule"/>
          <p:cNvSpPr/>
          <p:nvPr/>
        </p:nvSpPr>
        <p:spPr>
          <a:xfrm>
            <a:off x="6648450" y="5905500"/>
            <a:ext cx="4972050" cy="38100"/>
          </a:xfrm>
          <a:prstGeom prst="rect">
            <a:avLst/>
          </a:prstGeom>
          <a:solidFill>
            <a:srgbClr val="0F6BFF"/>
          </a:solidFill>
          <a:ln>
            <a:noFill/>
          </a:ln>
        </p:spPr>
        <p:txBody>
          <a:bodyPr rtlCol="0" anchor="ctr"/>
          <a:lstStyle/>
          <a:p>
            <a:endParaRPr lang="en-US"/>
          </a:p>
        </p:txBody>
      </p:sp>
      <p:sp>
        <p:nvSpPr>
          <p:cNvPr id="16" name="Col2 Header"/>
          <p:cNvSpPr>
            <a:spLocks noGrp="1"/>
          </p:cNvSpPr>
          <p:nvPr>
            <p:ph type="body" idx="12"/>
          </p:nvPr>
        </p:nvSpPr>
        <p:spPr>
          <a:xfrm>
            <a:off x="6648450" y="60579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2 HEADER</a:t>
            </a:r>
          </a:p>
        </p:txBody>
      </p:sp>
      <p:sp>
        <p:nvSpPr>
          <p:cNvPr id="17" name="Col2 Body"/>
          <p:cNvSpPr>
            <a:spLocks noGrp="1"/>
          </p:cNvSpPr>
          <p:nvPr>
            <p:ph type="body" idx="13"/>
          </p:nvPr>
        </p:nvSpPr>
        <p:spPr>
          <a:xfrm>
            <a:off x="6648450" y="6705600"/>
            <a:ext cx="4972050" cy="3619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2 body. Replace with one or two short sentences.</a:t>
            </a:r>
          </a:p>
        </p:txBody>
      </p:sp>
      <p:sp>
        <p:nvSpPr>
          <p:cNvPr id="18" name="Col3 Rule"/>
          <p:cNvSpPr/>
          <p:nvPr/>
        </p:nvSpPr>
        <p:spPr>
          <a:xfrm>
            <a:off x="12153900" y="5905500"/>
            <a:ext cx="4972050" cy="38100"/>
          </a:xfrm>
          <a:prstGeom prst="rect">
            <a:avLst/>
          </a:prstGeom>
          <a:solidFill>
            <a:srgbClr val="0F6BFF"/>
          </a:solidFill>
          <a:ln>
            <a:noFill/>
          </a:ln>
        </p:spPr>
        <p:txBody>
          <a:bodyPr rtlCol="0" anchor="ctr"/>
          <a:lstStyle/>
          <a:p>
            <a:endParaRPr lang="en-US"/>
          </a:p>
        </p:txBody>
      </p:sp>
      <p:sp>
        <p:nvSpPr>
          <p:cNvPr id="19" name="Col3 Header"/>
          <p:cNvSpPr>
            <a:spLocks noGrp="1"/>
          </p:cNvSpPr>
          <p:nvPr>
            <p:ph type="body" idx="14"/>
          </p:nvPr>
        </p:nvSpPr>
        <p:spPr>
          <a:xfrm>
            <a:off x="12153900" y="6057900"/>
            <a:ext cx="4972050" cy="533400"/>
          </a:xfrm>
          <a:prstGeom prst="rect">
            <a:avLst/>
          </a:prstGeom>
        </p:spPr>
        <p:txBody>
          <a:bodyPr wrap="square" lIns="0" tIns="0" rIns="0" bIns="0" rtlCol="0" anchor="t">
            <a:noAutofit/>
          </a:bodyPr>
          <a:lstStyle>
            <a:lvl1pPr marL="0" indent="0" algn="l">
              <a:buNone/>
              <a:defRPr sz="2300" b="1" cap="all" spc="130">
                <a:solidFill>
                  <a:srgbClr val="0F6BFF"/>
                </a:solidFill>
                <a:latin typeface="Aptos"/>
              </a:defRPr>
            </a:lvl1pPr>
          </a:lstStyle>
          <a:p>
            <a:r>
              <a:rPr lang="en-US"/>
              <a:t>COLUMN 3 HEADER</a:t>
            </a:r>
          </a:p>
        </p:txBody>
      </p:sp>
      <p:sp>
        <p:nvSpPr>
          <p:cNvPr id="20" name="Col3 Body"/>
          <p:cNvSpPr>
            <a:spLocks noGrp="1"/>
          </p:cNvSpPr>
          <p:nvPr>
            <p:ph type="body" idx="15"/>
          </p:nvPr>
        </p:nvSpPr>
        <p:spPr>
          <a:xfrm>
            <a:off x="12153900" y="6705600"/>
            <a:ext cx="4972050" cy="3619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Column 3 body. Replace with one or two short sentences.</a:t>
            </a:r>
          </a:p>
        </p:txBody>
      </p:sp>
      <p:sp>
        <p:nvSpPr>
          <p:cNvPr id="21"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userDrawn="1">
  <p:cSld name="Content / Diagram">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7143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1219200"/>
            <a:ext cx="16002000" cy="762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Diagram"/>
          <p:cNvSpPr>
            <a:spLocks noGrp="1"/>
          </p:cNvSpPr>
          <p:nvPr>
            <p:ph type="pic" idx="10"/>
          </p:nvPr>
        </p:nvSpPr>
        <p:spPr>
          <a:xfrm>
            <a:off x="571500" y="2286000"/>
            <a:ext cx="17145000" cy="7429500"/>
          </a:xfrm>
          <a:prstGeom prst="rect">
            <a:avLst/>
          </a:prstGeom>
        </p:spPr>
        <p:txBody>
          <a:bodyPr rtlCol="0" anchor="ctr"/>
          <a:lstStyle/>
          <a:p>
            <a:endParaRPr lang="en-US"/>
          </a:p>
        </p:txBody>
      </p:sp>
      <p:sp>
        <p:nvSpPr>
          <p:cNvPr id="13"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userDrawn="1">
  <p:cSld name="Content / Diagram Compact">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762000"/>
            <a:ext cx="16002000" cy="381000"/>
          </a:xfrm>
          <a:prstGeom prst="rect">
            <a:avLst/>
          </a:prstGeom>
        </p:spPr>
        <p:txBody>
          <a:bodyPr wrap="square" lIns="0" tIns="0" rIns="0" bIns="0" rtlCol="0" anchor="t"/>
          <a:lstStyle>
            <a:lvl1pPr marL="0" indent="0" algn="l">
              <a:buNone/>
              <a:defRPr sz="26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1238250"/>
            <a:ext cx="16002000" cy="952500"/>
          </a:xfrm>
          <a:prstGeom prst="rect">
            <a:avLst/>
          </a:prstGeom>
        </p:spPr>
        <p:txBody>
          <a:bodyPr wrap="square" lIns="0" tIns="0" rIns="0" bIns="0" rtlCol="0" anchor="t"/>
          <a:lstStyle>
            <a:lvl1pPr marL="0" indent="0" algn="l">
              <a:lnSpc>
                <a:spcPct val="90000"/>
              </a:lnSpc>
              <a:buNone/>
              <a:defRPr sz="5600" b="1">
                <a:solidFill>
                  <a:srgbClr val="000000"/>
                </a:solidFill>
                <a:latin typeface="Aptos Display"/>
              </a:defRPr>
            </a:lvl1pPr>
          </a:lstStyle>
          <a:p>
            <a:r>
              <a:rPr lang="en-US"/>
              <a:t>Section title goes here.</a:t>
            </a:r>
          </a:p>
        </p:txBody>
      </p:sp>
      <p:sp>
        <p:nvSpPr>
          <p:cNvPr id="12" name="Diagram"/>
          <p:cNvSpPr>
            <a:spLocks noGrp="1"/>
          </p:cNvSpPr>
          <p:nvPr>
            <p:ph type="pic" idx="10"/>
          </p:nvPr>
        </p:nvSpPr>
        <p:spPr>
          <a:xfrm>
            <a:off x="571500" y="2476500"/>
            <a:ext cx="17145000" cy="7239000"/>
          </a:xfrm>
          <a:prstGeom prst="rect">
            <a:avLst/>
          </a:prstGeom>
        </p:spPr>
        <p:txBody>
          <a:bodyPr rtlCol="0" anchor="ctr"/>
          <a:lstStyle/>
          <a:p>
            <a:endParaRPr lang="en-US"/>
          </a:p>
        </p:txBody>
      </p:sp>
      <p:sp>
        <p:nvSpPr>
          <p:cNvPr id="13"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userDrawn="1">
  <p:cSld name="Content / Tiles">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Tile1 Bg"/>
          <p:cNvSpPr/>
          <p:nvPr/>
        </p:nvSpPr>
        <p:spPr>
          <a:xfrm>
            <a:off x="1143000" y="4953000"/>
            <a:ext cx="5181600" cy="2190750"/>
          </a:xfrm>
          <a:prstGeom prst="rect">
            <a:avLst/>
          </a:prstGeom>
          <a:solidFill>
            <a:srgbClr val="F3F4F6"/>
          </a:solidFill>
          <a:ln>
            <a:noFill/>
          </a:ln>
        </p:spPr>
        <p:txBody>
          <a:bodyPr rtlCol="0" anchor="ctr"/>
          <a:lstStyle/>
          <a:p>
            <a:endParaRPr lang="en-US"/>
          </a:p>
        </p:txBody>
      </p:sp>
      <p:sp>
        <p:nvSpPr>
          <p:cNvPr id="13" name="Tile1 Rule"/>
          <p:cNvSpPr/>
          <p:nvPr/>
        </p:nvSpPr>
        <p:spPr>
          <a:xfrm>
            <a:off x="1143000" y="4953000"/>
            <a:ext cx="5181600" cy="28575"/>
          </a:xfrm>
          <a:prstGeom prst="rect">
            <a:avLst/>
          </a:prstGeom>
          <a:solidFill>
            <a:srgbClr val="0F6BFF"/>
          </a:solidFill>
          <a:ln>
            <a:noFill/>
          </a:ln>
        </p:spPr>
        <p:txBody>
          <a:bodyPr rtlCol="0" anchor="ctr"/>
          <a:lstStyle/>
          <a:p>
            <a:endParaRPr lang="en-US"/>
          </a:p>
        </p:txBody>
      </p:sp>
      <p:sp>
        <p:nvSpPr>
          <p:cNvPr id="14" name="Tile1 Label"/>
          <p:cNvSpPr>
            <a:spLocks noGrp="1"/>
          </p:cNvSpPr>
          <p:nvPr>
            <p:ph type="body" idx="20"/>
          </p:nvPr>
        </p:nvSpPr>
        <p:spPr>
          <a:xfrm>
            <a:off x="1981200" y="518160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1 label</a:t>
            </a:r>
          </a:p>
        </p:txBody>
      </p:sp>
      <p:sp>
        <p:nvSpPr>
          <p:cNvPr id="15" name="Tile1 Body"/>
          <p:cNvSpPr>
            <a:spLocks noGrp="1"/>
          </p:cNvSpPr>
          <p:nvPr>
            <p:ph type="body" idx="21"/>
          </p:nvPr>
        </p:nvSpPr>
        <p:spPr>
          <a:xfrm>
            <a:off x="1371600" y="586740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16" name="Tile2 Bg"/>
          <p:cNvSpPr/>
          <p:nvPr/>
        </p:nvSpPr>
        <p:spPr>
          <a:xfrm>
            <a:off x="6553200" y="4953000"/>
            <a:ext cx="5181600" cy="2190750"/>
          </a:xfrm>
          <a:prstGeom prst="rect">
            <a:avLst/>
          </a:prstGeom>
          <a:solidFill>
            <a:srgbClr val="F3F4F6"/>
          </a:solidFill>
          <a:ln>
            <a:noFill/>
          </a:ln>
        </p:spPr>
        <p:txBody>
          <a:bodyPr rtlCol="0" anchor="ctr"/>
          <a:lstStyle/>
          <a:p>
            <a:endParaRPr lang="en-US"/>
          </a:p>
        </p:txBody>
      </p:sp>
      <p:sp>
        <p:nvSpPr>
          <p:cNvPr id="17" name="Tile2 Rule"/>
          <p:cNvSpPr/>
          <p:nvPr/>
        </p:nvSpPr>
        <p:spPr>
          <a:xfrm>
            <a:off x="6553200" y="4953000"/>
            <a:ext cx="5181600" cy="28575"/>
          </a:xfrm>
          <a:prstGeom prst="rect">
            <a:avLst/>
          </a:prstGeom>
          <a:solidFill>
            <a:srgbClr val="0F6BFF"/>
          </a:solidFill>
          <a:ln>
            <a:noFill/>
          </a:ln>
        </p:spPr>
        <p:txBody>
          <a:bodyPr rtlCol="0" anchor="ctr"/>
          <a:lstStyle/>
          <a:p>
            <a:endParaRPr lang="en-US"/>
          </a:p>
        </p:txBody>
      </p:sp>
      <p:sp>
        <p:nvSpPr>
          <p:cNvPr id="18" name="Tile2 Label"/>
          <p:cNvSpPr>
            <a:spLocks noGrp="1"/>
          </p:cNvSpPr>
          <p:nvPr>
            <p:ph type="body" idx="22"/>
          </p:nvPr>
        </p:nvSpPr>
        <p:spPr>
          <a:xfrm>
            <a:off x="7391400" y="518160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2 label</a:t>
            </a:r>
          </a:p>
        </p:txBody>
      </p:sp>
      <p:sp>
        <p:nvSpPr>
          <p:cNvPr id="19" name="Tile2 Body"/>
          <p:cNvSpPr>
            <a:spLocks noGrp="1"/>
          </p:cNvSpPr>
          <p:nvPr>
            <p:ph type="body" idx="23"/>
          </p:nvPr>
        </p:nvSpPr>
        <p:spPr>
          <a:xfrm>
            <a:off x="6781800" y="586740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20" name="Tile3 Bg"/>
          <p:cNvSpPr/>
          <p:nvPr/>
        </p:nvSpPr>
        <p:spPr>
          <a:xfrm>
            <a:off x="11963400" y="4953000"/>
            <a:ext cx="5181600" cy="2190750"/>
          </a:xfrm>
          <a:prstGeom prst="rect">
            <a:avLst/>
          </a:prstGeom>
          <a:solidFill>
            <a:srgbClr val="F3F4F6"/>
          </a:solidFill>
          <a:ln>
            <a:noFill/>
          </a:ln>
        </p:spPr>
        <p:txBody>
          <a:bodyPr rtlCol="0" anchor="ctr"/>
          <a:lstStyle/>
          <a:p>
            <a:endParaRPr lang="en-US"/>
          </a:p>
        </p:txBody>
      </p:sp>
      <p:sp>
        <p:nvSpPr>
          <p:cNvPr id="21" name="Tile3 Rule"/>
          <p:cNvSpPr/>
          <p:nvPr/>
        </p:nvSpPr>
        <p:spPr>
          <a:xfrm>
            <a:off x="11963400" y="4953000"/>
            <a:ext cx="5181600" cy="28575"/>
          </a:xfrm>
          <a:prstGeom prst="rect">
            <a:avLst/>
          </a:prstGeom>
          <a:solidFill>
            <a:srgbClr val="0F6BFF"/>
          </a:solidFill>
          <a:ln>
            <a:noFill/>
          </a:ln>
        </p:spPr>
        <p:txBody>
          <a:bodyPr rtlCol="0" anchor="ctr"/>
          <a:lstStyle/>
          <a:p>
            <a:endParaRPr lang="en-US"/>
          </a:p>
        </p:txBody>
      </p:sp>
      <p:sp>
        <p:nvSpPr>
          <p:cNvPr id="22" name="Tile3 Label"/>
          <p:cNvSpPr>
            <a:spLocks noGrp="1"/>
          </p:cNvSpPr>
          <p:nvPr>
            <p:ph type="body" idx="24"/>
          </p:nvPr>
        </p:nvSpPr>
        <p:spPr>
          <a:xfrm>
            <a:off x="12801600" y="518160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3 label</a:t>
            </a:r>
          </a:p>
        </p:txBody>
      </p:sp>
      <p:sp>
        <p:nvSpPr>
          <p:cNvPr id="23" name="Tile3 Body"/>
          <p:cNvSpPr>
            <a:spLocks noGrp="1"/>
          </p:cNvSpPr>
          <p:nvPr>
            <p:ph type="body" idx="25"/>
          </p:nvPr>
        </p:nvSpPr>
        <p:spPr>
          <a:xfrm>
            <a:off x="12192000" y="586740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24" name="Tile4 Bg"/>
          <p:cNvSpPr/>
          <p:nvPr/>
        </p:nvSpPr>
        <p:spPr>
          <a:xfrm>
            <a:off x="1143000" y="7372350"/>
            <a:ext cx="5181600" cy="2190750"/>
          </a:xfrm>
          <a:prstGeom prst="rect">
            <a:avLst/>
          </a:prstGeom>
          <a:solidFill>
            <a:srgbClr val="F3F4F6"/>
          </a:solidFill>
          <a:ln>
            <a:noFill/>
          </a:ln>
        </p:spPr>
        <p:txBody>
          <a:bodyPr rtlCol="0" anchor="ctr"/>
          <a:lstStyle/>
          <a:p>
            <a:endParaRPr lang="en-US"/>
          </a:p>
        </p:txBody>
      </p:sp>
      <p:sp>
        <p:nvSpPr>
          <p:cNvPr id="25" name="Tile4 Rule"/>
          <p:cNvSpPr/>
          <p:nvPr/>
        </p:nvSpPr>
        <p:spPr>
          <a:xfrm>
            <a:off x="1143000" y="7372350"/>
            <a:ext cx="5181600" cy="28575"/>
          </a:xfrm>
          <a:prstGeom prst="rect">
            <a:avLst/>
          </a:prstGeom>
          <a:solidFill>
            <a:srgbClr val="0F6BFF"/>
          </a:solidFill>
          <a:ln>
            <a:noFill/>
          </a:ln>
        </p:spPr>
        <p:txBody>
          <a:bodyPr rtlCol="0" anchor="ctr"/>
          <a:lstStyle/>
          <a:p>
            <a:endParaRPr lang="en-US"/>
          </a:p>
        </p:txBody>
      </p:sp>
      <p:sp>
        <p:nvSpPr>
          <p:cNvPr id="26" name="Tile4 Label"/>
          <p:cNvSpPr>
            <a:spLocks noGrp="1"/>
          </p:cNvSpPr>
          <p:nvPr>
            <p:ph type="body" idx="26"/>
          </p:nvPr>
        </p:nvSpPr>
        <p:spPr>
          <a:xfrm>
            <a:off x="1981200" y="760095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4 label</a:t>
            </a:r>
          </a:p>
        </p:txBody>
      </p:sp>
      <p:sp>
        <p:nvSpPr>
          <p:cNvPr id="27" name="Tile4 Body"/>
          <p:cNvSpPr>
            <a:spLocks noGrp="1"/>
          </p:cNvSpPr>
          <p:nvPr>
            <p:ph type="body" idx="27"/>
          </p:nvPr>
        </p:nvSpPr>
        <p:spPr>
          <a:xfrm>
            <a:off x="1371600" y="828675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28" name="Tile5 Bg"/>
          <p:cNvSpPr/>
          <p:nvPr/>
        </p:nvSpPr>
        <p:spPr>
          <a:xfrm>
            <a:off x="6553200" y="7372350"/>
            <a:ext cx="5181600" cy="2190750"/>
          </a:xfrm>
          <a:prstGeom prst="rect">
            <a:avLst/>
          </a:prstGeom>
          <a:solidFill>
            <a:srgbClr val="F3F4F6"/>
          </a:solidFill>
          <a:ln>
            <a:noFill/>
          </a:ln>
        </p:spPr>
        <p:txBody>
          <a:bodyPr rtlCol="0" anchor="ctr"/>
          <a:lstStyle/>
          <a:p>
            <a:endParaRPr lang="en-US"/>
          </a:p>
        </p:txBody>
      </p:sp>
      <p:sp>
        <p:nvSpPr>
          <p:cNvPr id="29" name="Tile5 Rule"/>
          <p:cNvSpPr/>
          <p:nvPr/>
        </p:nvSpPr>
        <p:spPr>
          <a:xfrm>
            <a:off x="6553200" y="7372350"/>
            <a:ext cx="5181600" cy="28575"/>
          </a:xfrm>
          <a:prstGeom prst="rect">
            <a:avLst/>
          </a:prstGeom>
          <a:solidFill>
            <a:srgbClr val="0F6BFF"/>
          </a:solidFill>
          <a:ln>
            <a:noFill/>
          </a:ln>
        </p:spPr>
        <p:txBody>
          <a:bodyPr rtlCol="0" anchor="ctr"/>
          <a:lstStyle/>
          <a:p>
            <a:endParaRPr lang="en-US"/>
          </a:p>
        </p:txBody>
      </p:sp>
      <p:sp>
        <p:nvSpPr>
          <p:cNvPr id="30" name="Tile5 Label"/>
          <p:cNvSpPr>
            <a:spLocks noGrp="1"/>
          </p:cNvSpPr>
          <p:nvPr>
            <p:ph type="body" idx="28"/>
          </p:nvPr>
        </p:nvSpPr>
        <p:spPr>
          <a:xfrm>
            <a:off x="7391400" y="760095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5 label</a:t>
            </a:r>
          </a:p>
        </p:txBody>
      </p:sp>
      <p:sp>
        <p:nvSpPr>
          <p:cNvPr id="31" name="Tile5 Body"/>
          <p:cNvSpPr>
            <a:spLocks noGrp="1"/>
          </p:cNvSpPr>
          <p:nvPr>
            <p:ph type="body" idx="29"/>
          </p:nvPr>
        </p:nvSpPr>
        <p:spPr>
          <a:xfrm>
            <a:off x="6781800" y="828675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32" name="Tile6 Bg"/>
          <p:cNvSpPr/>
          <p:nvPr/>
        </p:nvSpPr>
        <p:spPr>
          <a:xfrm>
            <a:off x="11963400" y="7372350"/>
            <a:ext cx="5181600" cy="2190750"/>
          </a:xfrm>
          <a:prstGeom prst="rect">
            <a:avLst/>
          </a:prstGeom>
          <a:solidFill>
            <a:srgbClr val="F3F4F6"/>
          </a:solidFill>
          <a:ln>
            <a:noFill/>
          </a:ln>
        </p:spPr>
        <p:txBody>
          <a:bodyPr rtlCol="0" anchor="ctr"/>
          <a:lstStyle/>
          <a:p>
            <a:endParaRPr lang="en-US"/>
          </a:p>
        </p:txBody>
      </p:sp>
      <p:sp>
        <p:nvSpPr>
          <p:cNvPr id="33" name="Tile6 Rule"/>
          <p:cNvSpPr/>
          <p:nvPr/>
        </p:nvSpPr>
        <p:spPr>
          <a:xfrm>
            <a:off x="11963400" y="7372350"/>
            <a:ext cx="5181600" cy="28575"/>
          </a:xfrm>
          <a:prstGeom prst="rect">
            <a:avLst/>
          </a:prstGeom>
          <a:solidFill>
            <a:srgbClr val="0F6BFF"/>
          </a:solidFill>
          <a:ln>
            <a:noFill/>
          </a:ln>
        </p:spPr>
        <p:txBody>
          <a:bodyPr rtlCol="0" anchor="ctr"/>
          <a:lstStyle/>
          <a:p>
            <a:endParaRPr lang="en-US"/>
          </a:p>
        </p:txBody>
      </p:sp>
      <p:sp>
        <p:nvSpPr>
          <p:cNvPr id="34" name="Tile6 Label"/>
          <p:cNvSpPr>
            <a:spLocks noGrp="1"/>
          </p:cNvSpPr>
          <p:nvPr>
            <p:ph type="body" idx="30"/>
          </p:nvPr>
        </p:nvSpPr>
        <p:spPr>
          <a:xfrm>
            <a:off x="12801600" y="7600950"/>
            <a:ext cx="4114800" cy="457200"/>
          </a:xfrm>
          <a:prstGeom prst="rect">
            <a:avLst/>
          </a:prstGeom>
        </p:spPr>
        <p:txBody>
          <a:bodyPr wrap="square" lIns="0" tIns="0" rIns="0" bIns="0" rtlCol="0" anchor="ctr"/>
          <a:lstStyle>
            <a:lvl1pPr marL="0" indent="0" algn="l">
              <a:buNone/>
              <a:defRPr sz="2100" b="1">
                <a:solidFill>
                  <a:srgbClr val="0F6BFF"/>
                </a:solidFill>
                <a:latin typeface="Aptos"/>
              </a:defRPr>
            </a:lvl1pPr>
          </a:lstStyle>
          <a:p>
            <a:r>
              <a:rPr lang="en-US"/>
              <a:t>Tile 6 label</a:t>
            </a:r>
          </a:p>
        </p:txBody>
      </p:sp>
      <p:sp>
        <p:nvSpPr>
          <p:cNvPr id="35" name="Tile6 Body"/>
          <p:cNvSpPr>
            <a:spLocks noGrp="1"/>
          </p:cNvSpPr>
          <p:nvPr>
            <p:ph type="body" idx="31"/>
          </p:nvPr>
        </p:nvSpPr>
        <p:spPr>
          <a:xfrm>
            <a:off x="12192000" y="8286750"/>
            <a:ext cx="4724400" cy="1085850"/>
          </a:xfrm>
          <a:prstGeom prst="rect">
            <a:avLst/>
          </a:prstGeom>
        </p:spPr>
        <p:txBody>
          <a:bodyPr wrap="square" lIns="0" tIns="0" rIns="0" bIns="0" rtlCol="0" anchor="t"/>
          <a:lstStyle>
            <a:lvl1pPr marL="0" indent="0" algn="l">
              <a:buNone/>
              <a:defRPr sz="2100">
                <a:solidFill>
                  <a:srgbClr val="000000"/>
                </a:solidFill>
                <a:latin typeface="Aptos"/>
              </a:defRPr>
            </a:lvl1pPr>
          </a:lstStyle>
          <a:p>
            <a:r>
              <a:rPr lang="en-US"/>
              <a:t>One short sentence describing this tile.</a:t>
            </a:r>
          </a:p>
        </p:txBody>
      </p:sp>
      <p:sp>
        <p:nvSpPr>
          <p:cNvPr id="36"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userDrawn="1">
  <p:cSld name="Content / 2-Column">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Left Body"/>
          <p:cNvSpPr>
            <a:spLocks noGrp="1"/>
          </p:cNvSpPr>
          <p:nvPr>
            <p:ph type="body" idx="10"/>
          </p:nvPr>
        </p:nvSpPr>
        <p:spPr>
          <a:xfrm>
            <a:off x="1143000" y="4953000"/>
            <a:ext cx="781050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Left column body.</a:t>
            </a:r>
          </a:p>
        </p:txBody>
      </p:sp>
      <p:sp>
        <p:nvSpPr>
          <p:cNvPr id="13" name="Right Body"/>
          <p:cNvSpPr>
            <a:spLocks noGrp="1"/>
          </p:cNvSpPr>
          <p:nvPr>
            <p:ph type="body" idx="11"/>
          </p:nvPr>
        </p:nvSpPr>
        <p:spPr>
          <a:xfrm>
            <a:off x="9334500" y="4953000"/>
            <a:ext cx="781050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Right column body.</a:t>
            </a:r>
          </a:p>
        </p:txBody>
      </p:sp>
      <p:sp>
        <p:nvSpPr>
          <p:cNvPr id="14"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userDrawn="1">
  <p:cSld name="Section Divider">
    <p:bg>
      <p:bgPr>
        <a:solidFill>
          <a:srgbClr val="0F6BFF"/>
        </a:solidFill>
        <a:effectLst/>
      </p:bgPr>
    </p:bg>
    <p:spTree>
      <p:nvGrpSpPr>
        <p:cNvPr id="1" name=""/>
        <p:cNvGrpSpPr/>
        <p:nvPr/>
      </p:nvGrpSpPr>
      <p:grpSpPr>
        <a:xfrm>
          <a:off x="0" y="0"/>
          <a:ext cx="0" cy="0"/>
          <a:chOff x="0" y="0"/>
          <a:chExt cx="0" cy="0"/>
        </a:xfrm>
      </p:grpSpPr>
      <p:sp>
        <p:nvSpPr>
          <p:cNvPr id="10" name="Section Title"/>
          <p:cNvSpPr>
            <a:spLocks noGrp="1"/>
          </p:cNvSpPr>
          <p:nvPr>
            <p:ph type="title" idx="1"/>
          </p:nvPr>
        </p:nvSpPr>
        <p:spPr>
          <a:xfrm>
            <a:off x="762000" y="4381500"/>
            <a:ext cx="16764000" cy="1905000"/>
          </a:xfrm>
          <a:prstGeom prst="rect">
            <a:avLst/>
          </a:prstGeom>
        </p:spPr>
        <p:txBody>
          <a:bodyPr wrap="square" lIns="0" tIns="0" rIns="0" bIns="0" rtlCol="0" anchor="ctr"/>
          <a:lstStyle>
            <a:lvl1pPr marL="0" indent="0" algn="ctr">
              <a:buNone/>
              <a:defRPr sz="8300" b="1">
                <a:solidFill>
                  <a:srgbClr val="FFFFFF"/>
                </a:solidFill>
                <a:latin typeface="Aptos Display"/>
              </a:defRPr>
            </a:lvl1pPr>
          </a:lstStyle>
          <a:p>
            <a:r>
              <a:rPr lang="en-US"/>
              <a:t>Section</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userDrawn="1">
  <p:cSld name="Plain">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Body"/>
          <p:cNvSpPr>
            <a:spLocks noGrp="1"/>
          </p:cNvSpPr>
          <p:nvPr>
            <p:ph type="body" idx="10"/>
          </p:nvPr>
        </p:nvSpPr>
        <p:spPr>
          <a:xfrm>
            <a:off x="1143000" y="5524500"/>
            <a:ext cx="16002000" cy="38100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Body text.</a:t>
            </a:r>
          </a:p>
        </p:txBody>
      </p:sp>
      <p:sp>
        <p:nvSpPr>
          <p:cNvPr id="13"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userDrawn="1">
  <p:cSld name="Plain / Compact">
    <p:bg>
      <p:bgPr>
        <a:solidFill>
          <a:srgbClr val="FFFFFF"/>
        </a:solidFill>
        <a:effectLst/>
      </p:bgPr>
    </p:bg>
    <p:spTree>
      <p:nvGrpSpPr>
        <p:cNvPr id="1" name=""/>
        <p:cNvGrpSpPr/>
        <p:nvPr/>
      </p:nvGrpSpPr>
      <p:grpSpPr>
        <a:xfrm>
          <a:off x="0" y="0"/>
          <a:ext cx="0" cy="0"/>
          <a:chOff x="0" y="0"/>
          <a:chExt cx="0" cy="0"/>
        </a:xfrm>
      </p:grpSpPr>
      <p:sp>
        <p:nvSpPr>
          <p:cNvPr id="10" name="Eyebrow"/>
          <p:cNvSpPr>
            <a:spLocks noGrp="1"/>
          </p:cNvSpPr>
          <p:nvPr>
            <p:ph type="body" idx="1"/>
          </p:nvPr>
        </p:nvSpPr>
        <p:spPr>
          <a:xfrm>
            <a:off x="1143000" y="2428875"/>
            <a:ext cx="16002000" cy="457200"/>
          </a:xfrm>
          <a:prstGeom prst="rect">
            <a:avLst/>
          </a:prstGeom>
        </p:spPr>
        <p:txBody>
          <a:bodyPr wrap="square" lIns="0" tIns="0" rIns="0" bIns="0" rtlCol="0" anchor="t"/>
          <a:lstStyle>
            <a:lvl1pPr marL="0" indent="0" algn="l">
              <a:buNone/>
              <a:defRPr sz="3200" b="1" cap="all" spc="140">
                <a:solidFill>
                  <a:srgbClr val="0F6BFF"/>
                </a:solidFill>
                <a:latin typeface="Aptos"/>
              </a:defRPr>
            </a:lvl1pPr>
          </a:lstStyle>
          <a:p>
            <a:r>
              <a:rPr lang="en-US"/>
              <a:t>EYEBROW</a:t>
            </a:r>
          </a:p>
        </p:txBody>
      </p:sp>
      <p:sp>
        <p:nvSpPr>
          <p:cNvPr id="11" name="Title"/>
          <p:cNvSpPr>
            <a:spLocks noGrp="1"/>
          </p:cNvSpPr>
          <p:nvPr>
            <p:ph type="title" idx="2"/>
          </p:nvPr>
        </p:nvSpPr>
        <p:spPr>
          <a:xfrm>
            <a:off x="1143000" y="2933700"/>
            <a:ext cx="16002000" cy="1905000"/>
          </a:xfrm>
          <a:prstGeom prst="rect">
            <a:avLst/>
          </a:prstGeom>
        </p:spPr>
        <p:txBody>
          <a:bodyPr wrap="square" lIns="0" tIns="0" rIns="0" bIns="0" rtlCol="0" anchor="t"/>
          <a:lstStyle>
            <a:lvl1pPr marL="0" indent="0" algn="l">
              <a:lnSpc>
                <a:spcPct val="90000"/>
              </a:lnSpc>
              <a:buNone/>
              <a:defRPr sz="7400" b="1">
                <a:solidFill>
                  <a:srgbClr val="000000"/>
                </a:solidFill>
                <a:latin typeface="Aptos Display"/>
              </a:defRPr>
            </a:lvl1pPr>
          </a:lstStyle>
          <a:p>
            <a:r>
              <a:rPr lang="en-US"/>
              <a:t>Section title goes here.</a:t>
            </a:r>
          </a:p>
        </p:txBody>
      </p:sp>
      <p:sp>
        <p:nvSpPr>
          <p:cNvPr id="12" name="Body"/>
          <p:cNvSpPr>
            <a:spLocks noGrp="1"/>
          </p:cNvSpPr>
          <p:nvPr>
            <p:ph type="body" idx="10"/>
          </p:nvPr>
        </p:nvSpPr>
        <p:spPr>
          <a:xfrm>
            <a:off x="1143000" y="4953000"/>
            <a:ext cx="16002000" cy="4381500"/>
          </a:xfrm>
          <a:prstGeom prst="rect">
            <a:avLst/>
          </a:prstGeom>
        </p:spPr>
        <p:txBody>
          <a:bodyPr wrap="square" lIns="0" tIns="0" rIns="0" bIns="0" rtlCol="0" anchor="t"/>
          <a:lstStyle>
            <a:lvl1pPr marL="0" indent="0" algn="l">
              <a:buNone/>
              <a:defRPr sz="2500">
                <a:solidFill>
                  <a:srgbClr val="000000"/>
                </a:solidFill>
                <a:latin typeface="Aptos"/>
              </a:defRPr>
            </a:lvl1pPr>
          </a:lstStyle>
          <a:p>
            <a:r>
              <a:rPr lang="en-US"/>
              <a:t>Body text.</a:t>
            </a:r>
          </a:p>
        </p:txBody>
      </p:sp>
      <p:sp>
        <p:nvSpPr>
          <p:cNvPr id="13" name="Footer"/>
          <p:cNvSpPr>
            <a:spLocks noGrp="1"/>
          </p:cNvSpPr>
          <p:nvPr/>
        </p:nvSpPr>
        <p:spPr>
          <a:xfrm>
            <a:off x="1143000" y="9982200"/>
            <a:ext cx="16002000" cy="228600"/>
          </a:xfrm>
          <a:prstGeom prst="rect">
            <a:avLst/>
          </a:prstGeom>
        </p:spPr>
        <p:txBody>
          <a:bodyPr wrap="square" lIns="0" tIns="0" rIns="0" bIns="0" rtlCol="0" anchor="t"/>
          <a:lstStyle>
            <a:lvl1pPr marL="0" indent="0" algn="l">
              <a:buNone/>
              <a:defRPr sz="1000" cap="all" spc="50">
                <a:solidFill>
                  <a:srgbClr val="6B7280"/>
                </a:solidFill>
                <a:latin typeface="Aptos"/>
              </a:defRPr>
            </a:lvl1pPr>
          </a:lstStyle>
          <a:p>
            <a:r>
              <a:rPr lang="en-US"/>
              <a:t>OPEN COMPONENT MODEL · OCM.SOFTWARE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microsoft.com/office/2018/10/relationships/comments" Target="../comments/modernComment_107_0.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11_0.xml"/><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OCM-Banner.png"/>
          <p:cNvPicPr>
            <a:picLocks noChangeAspect="1"/>
          </p:cNvPicPr>
          <p:nvPr/>
        </p:nvPicPr>
        <p:blipFill>
          <a:blip r:embed="rId3"/>
          <a:stretch>
            <a:fillRect/>
          </a:stretch>
        </p:blipFill>
        <p:spPr>
          <a:xfrm>
            <a:off x="0" y="0"/>
            <a:ext cx="18288000" cy="10287000"/>
          </a:xfrm>
          <a:prstGeom prst="rect">
            <a:avLst/>
          </a:prstGeom>
        </p:spPr>
      </p:pic>
      <p:sp>
        <p:nvSpPr>
          <p:cNvPr id="2" name="Title 1"/>
          <p:cNvSpPr>
            <a:spLocks noGrp="1"/>
          </p:cNvSpPr>
          <p:nvPr>
            <p:ph type="title" idx="1"/>
          </p:nvPr>
        </p:nvSpPr>
        <p:spPr/>
        <p:txBody>
          <a:bodyPr/>
          <a:lstStyle/>
          <a:p>
            <a:pPr algn="l"/>
            <a:r>
              <a:rPr lang="en-US" noProof="1">
                <a:solidFill>
                  <a:srgbClr val="FFFFFF"/>
                </a:solidFill>
              </a:rPr>
              <a:t>You ship pieces.</a:t>
            </a:r>
          </a:p>
        </p:txBody>
      </p:sp>
      <p:sp>
        <p:nvSpPr>
          <p:cNvPr id="3" name="Text Placeholder 2"/>
          <p:cNvSpPr>
            <a:spLocks noGrp="1"/>
          </p:cNvSpPr>
          <p:nvPr>
            <p:ph type="body" idx="2"/>
          </p:nvPr>
        </p:nvSpPr>
        <p:spPr/>
        <p:txBody>
          <a:bodyPr/>
          <a:lstStyle/>
          <a:p>
            <a:pPr algn="l"/>
            <a:r>
              <a:rPr lang="en-US" noProof="1">
                <a:gradFill flip="none" rotWithShape="1">
                  <a:gsLst>
                    <a:gs pos="0">
                      <a:srgbClr val="FFFFFF"/>
                    </a:gs>
                    <a:gs pos="35000">
                      <a:srgbClr val="5CD6FF"/>
                    </a:gs>
                    <a:gs pos="75000">
                      <a:srgbClr val="0F6BFF"/>
                    </a:gs>
                  </a:gsLst>
                  <a:lin ang="0" scaled="1"/>
                </a:gradFill>
              </a:rPr>
              <a:t>Nothing carries the release.</a:t>
            </a:r>
          </a:p>
        </p:txBody>
      </p:sp>
      <p:sp>
        <p:nvSpPr>
          <p:cNvPr id="4" name="Text Placeholder 3"/>
          <p:cNvSpPr>
            <a:spLocks noGrp="1"/>
          </p:cNvSpPr>
          <p:nvPr>
            <p:ph type="body" idx="3"/>
          </p:nvPr>
        </p:nvSpPr>
        <p:spPr/>
        <p:txBody>
          <a:bodyPr/>
          <a:lstStyle/>
          <a:p>
            <a:r>
              <a:rPr lang="en-US" noProof="1">
                <a:solidFill>
                  <a:srgbClr val="5CD6FF"/>
                </a:solidFill>
              </a:rPr>
              <a:t>You sign the pieces. Nothing signs the release.</a:t>
            </a:r>
          </a:p>
        </p:txBody>
      </p:sp>
      <p:sp>
        <p:nvSpPr>
          <p:cNvPr id="5" name="Text Placeholder 4"/>
          <p:cNvSpPr>
            <a:spLocks noGrp="1"/>
          </p:cNvSpPr>
          <p:nvPr>
            <p:ph type="body" idx="4"/>
          </p:nvPr>
        </p:nvSpPr>
        <p:spPr/>
        <p:txBody>
          <a:bodyPr/>
          <a:lstStyle/>
          <a:p>
            <a:r>
              <a:rPr lang="en-US" noProof="1">
                <a:solidFill>
                  <a:srgbClr val="FFFFFF"/>
                </a:solidFill>
              </a:rPr>
              <a:t>Open Component Model. Open source</a:t>
            </a:r>
            <a:r>
              <a:rPr lang="en-US" noProof="1"/>
              <a:t>. </a:t>
            </a:r>
            <a:r>
              <a:rPr lang="en-US" noProof="1">
                <a:solidFill>
                  <a:srgbClr val="FFFFFF"/>
                </a:solidFill>
              </a:rPr>
              <a:t>NeoNephos Foundation.</a:t>
            </a:r>
          </a:p>
        </p:txBody>
      </p:sp>
      <p:pic>
        <p:nvPicPr>
          <p:cNvPr id="7" name="Picture 6" descr="ocm-horizontal-white_400.png"/>
          <p:cNvPicPr>
            <a:picLocks noChangeAspect="1"/>
          </p:cNvPicPr>
          <p:nvPr/>
        </p:nvPicPr>
        <p:blipFill>
          <a:blip r:embed="rId4"/>
          <a:stretch>
            <a:fillRect/>
          </a:stretch>
        </p:blipFill>
        <p:spPr>
          <a:xfrm>
            <a:off x="914400" y="9029700"/>
            <a:ext cx="1905000" cy="723900"/>
          </a:xfrm>
          <a:prstGeom prst="rect">
            <a:avLst/>
          </a:prstGeom>
        </p:spPr>
      </p:pic>
      <p:pic>
        <p:nvPicPr>
          <p:cNvPr id="8" name="Picture 7" descr="neonephos-foundation-horizontal-white_400.png"/>
          <p:cNvPicPr>
            <a:picLocks noChangeAspect="1"/>
          </p:cNvPicPr>
          <p:nvPr/>
        </p:nvPicPr>
        <p:blipFill>
          <a:blip r:embed="rId5"/>
          <a:stretch>
            <a:fillRect/>
          </a:stretch>
        </p:blipFill>
        <p:spPr>
          <a:xfrm>
            <a:off x="14833600" y="9258300"/>
            <a:ext cx="2540000" cy="495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DIAGNOSIS</a:t>
            </a:r>
          </a:p>
        </p:txBody>
      </p:sp>
      <p:sp>
        <p:nvSpPr>
          <p:cNvPr id="3" name="Title 2"/>
          <p:cNvSpPr>
            <a:spLocks noGrp="1"/>
          </p:cNvSpPr>
          <p:nvPr>
            <p:ph type="title" idx="2"/>
          </p:nvPr>
        </p:nvSpPr>
        <p:spPr/>
        <p:txBody>
          <a:bodyPr>
            <a:normAutofit fontScale="90000"/>
          </a:bodyPr>
          <a:lstStyle/>
          <a:p>
            <a:r>
              <a:rPr lang="en-US" noProof="1"/>
              <a:t>In every existing tool, identity is bound to location.</a:t>
            </a:r>
          </a:p>
        </p:txBody>
      </p:sp>
      <p:sp>
        <p:nvSpPr>
          <p:cNvPr id="4" name="Text Placeholder 3"/>
          <p:cNvSpPr>
            <a:spLocks noGrp="1"/>
          </p:cNvSpPr>
          <p:nvPr>
            <p:ph type="body" idx="10"/>
          </p:nvPr>
        </p:nvSpPr>
        <p:spPr>
          <a:xfrm>
            <a:off x="1143000" y="5448301"/>
            <a:ext cx="16002000" cy="1905000"/>
          </a:xfrm>
        </p:spPr>
        <p:txBody>
          <a:bodyPr/>
          <a:lstStyle/>
          <a:p>
            <a:pPr>
              <a:spcBef>
                <a:spcPts val="800"/>
              </a:spcBef>
              <a:spcAft>
                <a:spcPts val="800"/>
              </a:spcAft>
            </a:pPr>
            <a:r>
              <a:rPr lang="en-US" b="1" noProof="1">
                <a:solidFill>
                  <a:srgbClr val="0F6BFF"/>
                </a:solidFill>
              </a:rPr>
              <a:t>▪  OCI </a:t>
            </a:r>
            <a:r>
              <a:rPr lang="en-US" b="1" noProof="1">
                <a:solidFill>
                  <a:schemeClr val="accent1"/>
                </a:solidFill>
              </a:rPr>
              <a:t>image: </a:t>
            </a:r>
            <a:r>
              <a:rPr lang="en-US" noProof="1">
                <a:solidFill>
                  <a:schemeClr val="tx1"/>
                </a:solidFill>
              </a:rPr>
              <a:t>digest</a:t>
            </a:r>
            <a:r>
              <a:rPr lang="en-US" noProof="1"/>
              <a:t> pins the bytes. Nothing pins the release the image belongs to.</a:t>
            </a:r>
          </a:p>
          <a:p>
            <a:pPr>
              <a:spcBef>
                <a:spcPts val="800"/>
              </a:spcBef>
              <a:spcAft>
                <a:spcPts val="800"/>
              </a:spcAft>
            </a:pPr>
            <a:r>
              <a:rPr lang="en-US" b="1" noProof="1">
                <a:solidFill>
                  <a:srgbClr val="0F6BFF"/>
                </a:solidFill>
              </a:rPr>
              <a:t>▪  Helm chart:</a:t>
            </a:r>
            <a:r>
              <a:rPr lang="en-US" noProof="1">
                <a:solidFill>
                  <a:srgbClr val="000000"/>
                </a:solidFill>
              </a:rPr>
              <a:t> </a:t>
            </a:r>
            <a:r>
              <a:rPr lang="en-US" noProof="1"/>
              <a:t>version pins the chart. Nothing pins it to the image, config, and SBOM it ships with.</a:t>
            </a:r>
          </a:p>
          <a:p>
            <a:pPr>
              <a:spcBef>
                <a:spcPts val="800"/>
              </a:spcBef>
              <a:spcAft>
                <a:spcPts val="800"/>
              </a:spcAft>
            </a:pPr>
            <a:r>
              <a:rPr lang="en-US" b="1" noProof="1">
                <a:solidFill>
                  <a:srgbClr val="0F6BFF"/>
                </a:solidFill>
              </a:rPr>
              <a:t>▪  SBOM:</a:t>
            </a:r>
            <a:r>
              <a:rPr lang="en-US" noProof="1">
                <a:solidFill>
                  <a:srgbClr val="000000"/>
                </a:solidFill>
              </a:rPr>
              <a:t> </a:t>
            </a:r>
            <a:r>
              <a:rPr lang="en-US" noProof="1"/>
              <a:t>referrer attaches to one digest. No referrer spans the whole release.</a:t>
            </a:r>
            <a:endParaRPr lang="en-US" noProof="1">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THE HINGE</a:t>
            </a:r>
          </a:p>
        </p:txBody>
      </p:sp>
      <p:sp>
        <p:nvSpPr>
          <p:cNvPr id="3" name="Title 2"/>
          <p:cNvSpPr>
            <a:spLocks noGrp="1"/>
          </p:cNvSpPr>
          <p:nvPr>
            <p:ph type="title" idx="2"/>
          </p:nvPr>
        </p:nvSpPr>
        <p:spPr/>
        <p:txBody>
          <a:bodyPr/>
          <a:lstStyle/>
          <a:p>
            <a:r>
              <a:rPr lang="en-US" noProof="1"/>
              <a:t>Identity that travels with the artifact.</a:t>
            </a:r>
          </a:p>
        </p:txBody>
      </p:sp>
      <p:sp>
        <p:nvSpPr>
          <p:cNvPr id="4" name="TextBox 3"/>
          <p:cNvSpPr txBox="1"/>
          <p:nvPr/>
        </p:nvSpPr>
        <p:spPr>
          <a:xfrm>
            <a:off x="1143000" y="4791810"/>
            <a:ext cx="8953500" cy="3700693"/>
          </a:xfrm>
          <a:prstGeom prst="rect">
            <a:avLst/>
          </a:prstGeom>
          <a:noFill/>
        </p:spPr>
        <p:txBody>
          <a:bodyPr wrap="square" lIns="0" tIns="0" rIns="0" bIns="0">
            <a:spAutoFit/>
          </a:bodyPr>
          <a:lstStyle/>
          <a:p>
            <a:pPr>
              <a:lnSpc>
                <a:spcPct val="135000"/>
              </a:lnSpc>
              <a:spcBef>
                <a:spcPts val="0"/>
              </a:spcBef>
              <a:spcAft>
                <a:spcPts val="0"/>
              </a:spcAft>
            </a:pPr>
            <a:r>
              <a:rPr lang="en-US" sz="2800" b="1" noProof="1">
                <a:solidFill>
                  <a:srgbClr val="0F6BFF"/>
                </a:solidFill>
                <a:latin typeface="Aptos"/>
              </a:rPr>
              <a:t>▪  Component identit</a:t>
            </a:r>
            <a:r>
              <a:rPr lang="en-US" sz="2800" b="1" noProof="1">
                <a:solidFill>
                  <a:schemeClr val="accent1"/>
                </a:solidFill>
                <a:latin typeface="Aptos"/>
              </a:rPr>
              <a:t>y: </a:t>
            </a:r>
            <a:r>
              <a:rPr lang="en-US" sz="2800" noProof="1">
                <a:solidFill>
                  <a:srgbClr val="000000"/>
                </a:solidFill>
                <a:latin typeface="Aptos"/>
              </a:rPr>
              <a:t>name and version of the component. Globally unique. Location-agnostic.</a:t>
            </a:r>
          </a:p>
          <a:p>
            <a:pPr>
              <a:lnSpc>
                <a:spcPct val="135000"/>
              </a:lnSpc>
              <a:spcBef>
                <a:spcPts val="1000"/>
              </a:spcBef>
              <a:spcAft>
                <a:spcPts val="0"/>
              </a:spcAft>
            </a:pPr>
            <a:r>
              <a:rPr lang="en-US" sz="2800" b="1" noProof="1">
                <a:solidFill>
                  <a:srgbClr val="0F6BFF"/>
                </a:solidFill>
                <a:latin typeface="Aptos"/>
              </a:rPr>
              <a:t>▪  Digest:</a:t>
            </a:r>
            <a:r>
              <a:rPr lang="en-US" sz="2800" noProof="1">
                <a:solidFill>
                  <a:srgbClr val="000000"/>
                </a:solidFill>
                <a:latin typeface="Aptos"/>
              </a:rPr>
              <a:t> every resource inside the component carries a content hash. Computed once.</a:t>
            </a:r>
          </a:p>
          <a:p>
            <a:pPr>
              <a:lnSpc>
                <a:spcPct val="135000"/>
              </a:lnSpc>
              <a:spcBef>
                <a:spcPts val="1000"/>
              </a:spcBef>
              <a:spcAft>
                <a:spcPts val="0"/>
              </a:spcAft>
            </a:pPr>
            <a:r>
              <a:rPr lang="en-US" sz="2800" b="1" noProof="1">
                <a:solidFill>
                  <a:srgbClr val="0F6BFF"/>
                </a:solidFill>
                <a:latin typeface="Aptos"/>
              </a:rPr>
              <a:t>▪  Access:</a:t>
            </a:r>
            <a:r>
              <a:rPr lang="en-US" sz="2800" noProof="1">
                <a:solidFill>
                  <a:srgbClr val="000000"/>
                </a:solidFill>
                <a:latin typeface="Aptos"/>
              </a:rPr>
              <a:t> where the resource currently lives. Rewritten on transfer. Digest stays.</a:t>
            </a:r>
          </a:p>
        </p:txBody>
      </p:sp>
      <p:grpSp>
        <p:nvGrpSpPr>
          <p:cNvPr id="17" name="Gruppieren 16">
            <a:extLst>
              <a:ext uri="{FF2B5EF4-FFF2-40B4-BE49-F238E27FC236}">
                <a16:creationId xmlns:a16="http://schemas.microsoft.com/office/drawing/2014/main" id="{1BCD934B-6EC4-F51A-8ECE-8603384F8DF9}"/>
              </a:ext>
            </a:extLst>
          </p:cNvPr>
          <p:cNvGrpSpPr/>
          <p:nvPr/>
        </p:nvGrpSpPr>
        <p:grpSpPr>
          <a:xfrm>
            <a:off x="10525125" y="4886325"/>
            <a:ext cx="6953250" cy="3200400"/>
            <a:chOff x="10525125" y="5143500"/>
            <a:chExt cx="6953250" cy="3200400"/>
          </a:xfrm>
        </p:grpSpPr>
        <p:sp>
          <p:nvSpPr>
            <p:cNvPr id="5" name="Rounded Rectangle 4"/>
            <p:cNvSpPr/>
            <p:nvPr/>
          </p:nvSpPr>
          <p:spPr>
            <a:xfrm>
              <a:off x="11144250" y="5143500"/>
              <a:ext cx="5715000" cy="609600"/>
            </a:xfrm>
            <a:prstGeom prst="roundRect">
              <a:avLst/>
            </a:prstGeom>
            <a:solidFill>
              <a:srgbClr val="F3F4F6"/>
            </a:solidFill>
            <a:ln w="19050">
              <a:solidFill>
                <a:srgbClr val="0F6BFF"/>
              </a:solidFill>
            </a:ln>
          </p:spPr>
          <p:style>
            <a:lnRef idx="1">
              <a:schemeClr val="accent1"/>
            </a:lnRef>
            <a:fillRef idx="3">
              <a:schemeClr val="accent1"/>
            </a:fillRef>
            <a:effectRef idx="2">
              <a:schemeClr val="accent1"/>
            </a:effectRef>
            <a:fontRef idx="minor">
              <a:schemeClr val="lt1"/>
            </a:fontRef>
          </p:style>
          <p:txBody>
            <a:bodyPr lIns="80000" tIns="40000" rIns="80000" bIns="40000" rtlCol="0" anchor="ctr"/>
            <a:lstStyle/>
            <a:p>
              <a:pPr algn="ctr"/>
              <a:r>
                <a:rPr lang="en-US" sz="2000" b="1" noProof="1">
                  <a:solidFill>
                    <a:srgbClr val="0F6BFF"/>
                  </a:solidFill>
                  <a:latin typeface="Consolas"/>
                </a:rPr>
                <a:t>github.com/acme.org/helloworld:1.0.0</a:t>
              </a:r>
            </a:p>
          </p:txBody>
        </p:sp>
        <p:sp>
          <p:nvSpPr>
            <p:cNvPr id="6" name="Can 5"/>
            <p:cNvSpPr/>
            <p:nvPr/>
          </p:nvSpPr>
          <p:spPr>
            <a:xfrm>
              <a:off x="10906125" y="6515100"/>
              <a:ext cx="1524000" cy="1333500"/>
            </a:xfrm>
            <a:prstGeom prst="can">
              <a:avLst/>
            </a:prstGeom>
            <a:solidFill>
              <a:srgbClr val="FFFFFF"/>
            </a:solidFill>
            <a:ln w="19050">
              <a:solidFill>
                <a:srgbClr val="0F6BFF"/>
              </a:solidFill>
            </a:ln>
          </p:spPr>
          <p:style>
            <a:lnRef idx="1">
              <a:schemeClr val="accent1"/>
            </a:lnRef>
            <a:fillRef idx="3">
              <a:schemeClr val="accent1"/>
            </a:fillRef>
            <a:effectRef idx="2">
              <a:schemeClr val="accent1"/>
            </a:effectRef>
            <a:fontRef idx="minor">
              <a:schemeClr val="lt1"/>
            </a:fontRef>
          </p:style>
          <p:txBody>
            <a:bodyPr lIns="40000" tIns="40000" rIns="40000" bIns="40000" rtlCol="0" anchor="ctr"/>
            <a:lstStyle/>
            <a:p>
              <a:pPr algn="ctr"/>
              <a:r>
                <a:rPr lang="en-US" sz="2000" b="1" noProof="1">
                  <a:solidFill>
                    <a:srgbClr val="0F6BFF"/>
                  </a:solidFill>
                  <a:latin typeface="Aptos"/>
                </a:rPr>
                <a:t>EU reg</a:t>
              </a:r>
            </a:p>
          </p:txBody>
        </p:sp>
        <p:sp>
          <p:nvSpPr>
            <p:cNvPr id="7" name="TextBox 6"/>
            <p:cNvSpPr txBox="1"/>
            <p:nvPr/>
          </p:nvSpPr>
          <p:spPr>
            <a:xfrm>
              <a:off x="10525125" y="8001000"/>
              <a:ext cx="2286000" cy="342900"/>
            </a:xfrm>
            <a:prstGeom prst="rect">
              <a:avLst/>
            </a:prstGeom>
            <a:noFill/>
          </p:spPr>
          <p:txBody>
            <a:bodyPr wrap="square" lIns="0" tIns="0" rIns="0" bIns="0">
              <a:spAutoFit/>
            </a:bodyPr>
            <a:lstStyle/>
            <a:p>
              <a:pPr algn="ctr"/>
              <a:r>
                <a:rPr lang="en-US" sz="1800" noProof="1">
                  <a:solidFill>
                    <a:srgbClr val="6B7280"/>
                  </a:solidFill>
                  <a:latin typeface="Consolas"/>
                </a:rPr>
                <a:t>access: ghcr.io/eu/...</a:t>
              </a:r>
            </a:p>
          </p:txBody>
        </p:sp>
        <p:sp>
          <p:nvSpPr>
            <p:cNvPr id="8" name="Can 7"/>
            <p:cNvSpPr/>
            <p:nvPr/>
          </p:nvSpPr>
          <p:spPr>
            <a:xfrm>
              <a:off x="13239750" y="6515100"/>
              <a:ext cx="1524000" cy="1333500"/>
            </a:xfrm>
            <a:prstGeom prst="can">
              <a:avLst/>
            </a:prstGeom>
            <a:solidFill>
              <a:srgbClr val="FFFFFF"/>
            </a:solidFill>
            <a:ln w="19050">
              <a:solidFill>
                <a:srgbClr val="0F6BFF"/>
              </a:solidFill>
            </a:ln>
          </p:spPr>
          <p:style>
            <a:lnRef idx="1">
              <a:schemeClr val="accent1"/>
            </a:lnRef>
            <a:fillRef idx="3">
              <a:schemeClr val="accent1"/>
            </a:fillRef>
            <a:effectRef idx="2">
              <a:schemeClr val="accent1"/>
            </a:effectRef>
            <a:fontRef idx="minor">
              <a:schemeClr val="lt1"/>
            </a:fontRef>
          </p:style>
          <p:txBody>
            <a:bodyPr lIns="40000" tIns="40000" rIns="40000" bIns="40000" rtlCol="0" anchor="ctr"/>
            <a:lstStyle/>
            <a:p>
              <a:pPr algn="ctr"/>
              <a:r>
                <a:rPr lang="en-US" sz="2000" b="1" noProof="1">
                  <a:solidFill>
                    <a:srgbClr val="0F6BFF"/>
                  </a:solidFill>
                  <a:latin typeface="Aptos"/>
                </a:rPr>
                <a:t>US reg</a:t>
              </a:r>
            </a:p>
          </p:txBody>
        </p:sp>
        <p:sp>
          <p:nvSpPr>
            <p:cNvPr id="9" name="TextBox 8"/>
            <p:cNvSpPr txBox="1"/>
            <p:nvPr/>
          </p:nvSpPr>
          <p:spPr>
            <a:xfrm>
              <a:off x="12858750" y="8001000"/>
              <a:ext cx="2286000" cy="342900"/>
            </a:xfrm>
            <a:prstGeom prst="rect">
              <a:avLst/>
            </a:prstGeom>
            <a:noFill/>
          </p:spPr>
          <p:txBody>
            <a:bodyPr wrap="square" lIns="0" tIns="0" rIns="0" bIns="0">
              <a:spAutoFit/>
            </a:bodyPr>
            <a:lstStyle/>
            <a:p>
              <a:pPr algn="ctr"/>
              <a:r>
                <a:rPr lang="en-US" sz="1800" noProof="1">
                  <a:solidFill>
                    <a:srgbClr val="6B7280"/>
                  </a:solidFill>
                  <a:latin typeface="Consolas"/>
                </a:rPr>
                <a:t>access: ghcr.io/us/...</a:t>
              </a:r>
            </a:p>
          </p:txBody>
        </p:sp>
        <p:sp>
          <p:nvSpPr>
            <p:cNvPr id="10" name="Can 9"/>
            <p:cNvSpPr/>
            <p:nvPr/>
          </p:nvSpPr>
          <p:spPr>
            <a:xfrm>
              <a:off x="15573375" y="6515100"/>
              <a:ext cx="1524000" cy="1333500"/>
            </a:xfrm>
            <a:prstGeom prst="can">
              <a:avLst/>
            </a:prstGeom>
            <a:solidFill>
              <a:srgbClr val="FFFFFF"/>
            </a:solidFill>
            <a:ln w="19050">
              <a:solidFill>
                <a:srgbClr val="0F6BFF"/>
              </a:solidFill>
            </a:ln>
          </p:spPr>
          <p:style>
            <a:lnRef idx="1">
              <a:schemeClr val="accent1"/>
            </a:lnRef>
            <a:fillRef idx="3">
              <a:schemeClr val="accent1"/>
            </a:fillRef>
            <a:effectRef idx="2">
              <a:schemeClr val="accent1"/>
            </a:effectRef>
            <a:fontRef idx="minor">
              <a:schemeClr val="lt1"/>
            </a:fontRef>
          </p:style>
          <p:txBody>
            <a:bodyPr lIns="40000" tIns="40000" rIns="40000" bIns="40000" rtlCol="0" anchor="ctr"/>
            <a:lstStyle/>
            <a:p>
              <a:pPr algn="ctr"/>
              <a:r>
                <a:rPr lang="en-US" sz="2000" b="1" noProof="1">
                  <a:solidFill>
                    <a:srgbClr val="0F6BFF"/>
                  </a:solidFill>
                  <a:latin typeface="Aptos"/>
                </a:rPr>
                <a:t>Air-gap</a:t>
              </a:r>
            </a:p>
          </p:txBody>
        </p:sp>
        <p:sp>
          <p:nvSpPr>
            <p:cNvPr id="11" name="TextBox 10"/>
            <p:cNvSpPr txBox="1"/>
            <p:nvPr/>
          </p:nvSpPr>
          <p:spPr>
            <a:xfrm>
              <a:off x="15192375" y="8001000"/>
              <a:ext cx="2286000" cy="342900"/>
            </a:xfrm>
            <a:prstGeom prst="rect">
              <a:avLst/>
            </a:prstGeom>
            <a:noFill/>
          </p:spPr>
          <p:txBody>
            <a:bodyPr wrap="square" lIns="0" tIns="0" rIns="0" bIns="0">
              <a:spAutoFit/>
            </a:bodyPr>
            <a:lstStyle/>
            <a:p>
              <a:pPr algn="ctr"/>
              <a:r>
                <a:rPr lang="en-US" sz="1800" noProof="1">
                  <a:solidFill>
                    <a:srgbClr val="6B7280"/>
                  </a:solidFill>
                  <a:latin typeface="Consolas"/>
                </a:rPr>
                <a:t>access: registry.local/...</a:t>
              </a:r>
            </a:p>
          </p:txBody>
        </p:sp>
        <p:cxnSp>
          <p:nvCxnSpPr>
            <p:cNvPr id="12" name="Connector 11"/>
            <p:cNvCxnSpPr/>
            <p:nvPr/>
          </p:nvCxnSpPr>
          <p:spPr>
            <a:xfrm flipH="1">
              <a:off x="11668125" y="5753100"/>
              <a:ext cx="2333625" cy="762000"/>
            </a:xfrm>
            <a:prstGeom prst="line">
              <a:avLst/>
            </a:prstGeom>
            <a:ln w="15875">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4001750" y="5753100"/>
              <a:ext cx="0" cy="762000"/>
            </a:xfrm>
            <a:prstGeom prst="line">
              <a:avLst/>
            </a:prstGeom>
            <a:ln w="15875">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4001750" y="5753100"/>
              <a:ext cx="2333625" cy="762000"/>
            </a:xfrm>
            <a:prstGeom prst="line">
              <a:avLst/>
            </a:prstGeom>
            <a:ln w="15875">
              <a:solidFill>
                <a:srgbClr val="6B7280"/>
              </a:solidFill>
            </a:ln>
          </p:spPr>
          <p:style>
            <a:lnRef idx="2">
              <a:schemeClr val="accent1"/>
            </a:lnRef>
            <a:fillRef idx="0">
              <a:schemeClr val="accent1"/>
            </a:fillRef>
            <a:effectRef idx="1">
              <a:schemeClr val="accent1"/>
            </a:effectRef>
            <a:fontRef idx="minor">
              <a:schemeClr val="tx1"/>
            </a:fontRef>
          </p:style>
        </p:cxnSp>
      </p:grpSp>
      <p:sp>
        <p:nvSpPr>
          <p:cNvPr id="16" name="TextBox 14">
            <a:extLst>
              <a:ext uri="{FF2B5EF4-FFF2-40B4-BE49-F238E27FC236}">
                <a16:creationId xmlns:a16="http://schemas.microsoft.com/office/drawing/2014/main" id="{56B3A11C-3147-58CC-481E-CDF4DA01024F}"/>
              </a:ext>
            </a:extLst>
          </p:cNvPr>
          <p:cNvSpPr txBox="1"/>
          <p:nvPr/>
        </p:nvSpPr>
        <p:spPr>
          <a:xfrm>
            <a:off x="1143000" y="9429750"/>
            <a:ext cx="16002000" cy="571500"/>
          </a:xfrm>
          <a:prstGeom prst="rect">
            <a:avLst/>
          </a:prstGeom>
          <a:noFill/>
        </p:spPr>
        <p:txBody>
          <a:bodyPr wrap="square" lIns="0" tIns="0" rIns="0" bIns="0">
            <a:spAutoFit/>
          </a:bodyPr>
          <a:lstStyle/>
          <a:p>
            <a:pPr algn="ctr"/>
            <a:r>
              <a:rPr lang="en-US" sz="2400" noProof="1">
                <a:solidFill>
                  <a:srgbClr val="0F6BFF"/>
                </a:solidFill>
                <a:latin typeface="Aptos"/>
              </a:rPr>
              <a:t>Move the artifact. The digest stays. Only the access changes.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WHERE OCM SITS</a:t>
            </a:r>
          </a:p>
        </p:txBody>
      </p:sp>
      <p:sp>
        <p:nvSpPr>
          <p:cNvPr id="3" name="Title 2"/>
          <p:cNvSpPr>
            <a:spLocks noGrp="1"/>
          </p:cNvSpPr>
          <p:nvPr>
            <p:ph type="title" idx="2"/>
          </p:nvPr>
        </p:nvSpPr>
        <p:spPr/>
        <p:txBody>
          <a:bodyPr/>
          <a:lstStyle/>
          <a:p>
            <a:r>
              <a:rPr lang="en-US" noProof="1"/>
              <a:t>Wraps every artifact. Signs the whole release.</a:t>
            </a:r>
          </a:p>
        </p:txBody>
      </p:sp>
      <p:sp>
        <p:nvSpPr>
          <p:cNvPr id="4" name="Text Placeholder 3"/>
          <p:cNvSpPr>
            <a:spLocks noGrp="1"/>
          </p:cNvSpPr>
          <p:nvPr>
            <p:ph type="body" idx="10"/>
          </p:nvPr>
        </p:nvSpPr>
        <p:spPr/>
        <p:txBody>
          <a:bodyPr/>
          <a:lstStyle/>
          <a:p>
            <a:r>
              <a:rPr lang="en-US" noProof="1"/>
              <a:t>ANY FORMAT</a:t>
            </a:r>
          </a:p>
        </p:txBody>
      </p:sp>
      <p:sp>
        <p:nvSpPr>
          <p:cNvPr id="5" name="Text Placeholder 4"/>
          <p:cNvSpPr>
            <a:spLocks noGrp="1"/>
          </p:cNvSpPr>
          <p:nvPr>
            <p:ph type="body" idx="11"/>
          </p:nvPr>
        </p:nvSpPr>
        <p:spPr/>
        <p:txBody>
          <a:bodyPr/>
          <a:lstStyle/>
          <a:p>
            <a:r>
              <a:rPr lang="en-US" noProof="1"/>
              <a:t>OCI, Helm, configs, SBOMs, npm, maven, binaries.</a:t>
            </a:r>
          </a:p>
          <a:p>
            <a:r>
              <a:rPr lang="en-US" noProof="1"/>
              <a:t>Artifact type is free-form; access types are pluggable.</a:t>
            </a:r>
          </a:p>
        </p:txBody>
      </p:sp>
      <p:sp>
        <p:nvSpPr>
          <p:cNvPr id="6" name="Text Placeholder 5"/>
          <p:cNvSpPr>
            <a:spLocks noGrp="1"/>
          </p:cNvSpPr>
          <p:nvPr>
            <p:ph type="body" idx="12"/>
          </p:nvPr>
        </p:nvSpPr>
        <p:spPr/>
        <p:txBody>
          <a:bodyPr/>
          <a:lstStyle/>
          <a:p>
            <a:r>
              <a:rPr lang="en-US" noProof="1"/>
              <a:t>ANY LOCATION</a:t>
            </a:r>
          </a:p>
        </p:txBody>
      </p:sp>
      <p:sp>
        <p:nvSpPr>
          <p:cNvPr id="7" name="Text Placeholder 6"/>
          <p:cNvSpPr>
            <a:spLocks noGrp="1"/>
          </p:cNvSpPr>
          <p:nvPr>
            <p:ph type="body" idx="13"/>
          </p:nvPr>
        </p:nvSpPr>
        <p:spPr/>
        <p:txBody>
          <a:bodyPr/>
          <a:lstStyle/>
          <a:p>
            <a:r>
              <a:rPr lang="en-US" noProof="1"/>
              <a:t>Component identity travels.</a:t>
            </a:r>
          </a:p>
          <a:p>
            <a:r>
              <a:rPr lang="en-US" noProof="1"/>
              <a:t>The component carries its name across registries.</a:t>
            </a:r>
          </a:p>
        </p:txBody>
      </p:sp>
      <p:sp>
        <p:nvSpPr>
          <p:cNvPr id="8" name="Text Placeholder 7"/>
          <p:cNvSpPr>
            <a:spLocks noGrp="1"/>
          </p:cNvSpPr>
          <p:nvPr>
            <p:ph type="body" idx="14"/>
          </p:nvPr>
        </p:nvSpPr>
        <p:spPr/>
        <p:txBody>
          <a:bodyPr/>
          <a:lstStyle/>
          <a:p>
            <a:r>
              <a:rPr lang="en-US" noProof="1"/>
              <a:t>ONE SIGNATURE</a:t>
            </a:r>
          </a:p>
        </p:txBody>
      </p:sp>
      <p:sp>
        <p:nvSpPr>
          <p:cNvPr id="9" name="Text Placeholder 8"/>
          <p:cNvSpPr>
            <a:spLocks noGrp="1"/>
          </p:cNvSpPr>
          <p:nvPr>
            <p:ph type="body" idx="15"/>
          </p:nvPr>
        </p:nvSpPr>
        <p:spPr/>
        <p:txBody>
          <a:bodyPr/>
          <a:lstStyle/>
          <a:p>
            <a:r>
              <a:rPr lang="en-US" noProof="1"/>
              <a:t>Covers every digest in the component.</a:t>
            </a:r>
          </a:p>
          <a:p>
            <a:r>
              <a:rPr lang="en-US" noProof="1"/>
              <a:t>Survives transport.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CONSTRUCTOR</a:t>
            </a:r>
          </a:p>
        </p:txBody>
      </p:sp>
      <p:sp>
        <p:nvSpPr>
          <p:cNvPr id="3" name="Title 2"/>
          <p:cNvSpPr>
            <a:spLocks noGrp="1"/>
          </p:cNvSpPr>
          <p:nvPr>
            <p:ph type="title" idx="2"/>
          </p:nvPr>
        </p:nvSpPr>
        <p:spPr>
          <a:xfrm>
            <a:off x="1143000" y="1326776"/>
            <a:ext cx="16002000" cy="762000"/>
          </a:xfrm>
        </p:spPr>
        <p:txBody>
          <a:bodyPr>
            <a:normAutofit fontScale="90000"/>
          </a:bodyPr>
          <a:lstStyle/>
          <a:p>
            <a:r>
              <a:rPr lang="en-US" noProof="1"/>
              <a:t>What you write.</a:t>
            </a:r>
          </a:p>
        </p:txBody>
      </p:sp>
      <p:sp>
        <p:nvSpPr>
          <p:cNvPr id="4" name="Rounded Rectangle 3"/>
          <p:cNvSpPr/>
          <p:nvPr/>
        </p:nvSpPr>
        <p:spPr>
          <a:xfrm>
            <a:off x="4141133" y="2952937"/>
            <a:ext cx="10005733" cy="6490321"/>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gn="l">
              <a:lnSpc>
                <a:spcPct val="115000"/>
              </a:lnSpc>
              <a:spcBef>
                <a:spcPts val="0"/>
              </a:spcBef>
              <a:spcAft>
                <a:spcPts val="0"/>
              </a:spcAft>
            </a:pPr>
            <a:r>
              <a:rPr lang="en-US" noProof="1">
                <a:solidFill>
                  <a:srgbClr val="0A3A99"/>
                </a:solidFill>
                <a:latin typeface="Consolas"/>
              </a:rPr>
              <a:t>components:</a:t>
            </a:r>
          </a:p>
          <a:p>
            <a:pPr algn="l">
              <a:lnSpc>
                <a:spcPct val="115000"/>
              </a:lnSpc>
              <a:spcBef>
                <a:spcPts val="0"/>
              </a:spcBef>
              <a:spcAft>
                <a:spcPts val="0"/>
              </a:spcAft>
            </a:pPr>
            <a:r>
              <a:rPr lang="en-US" noProof="1">
                <a:solidFill>
                  <a:srgbClr val="000000"/>
                </a:solidFill>
                <a:latin typeface="Consolas"/>
              </a:rPr>
              <a:t>- name: github.com/acme.org/helloworld</a:t>
            </a:r>
          </a:p>
          <a:p>
            <a:pPr algn="l">
              <a:lnSpc>
                <a:spcPct val="115000"/>
              </a:lnSpc>
              <a:spcBef>
                <a:spcPts val="0"/>
              </a:spcBef>
              <a:spcAft>
                <a:spcPts val="0"/>
              </a:spcAft>
            </a:pPr>
            <a:r>
              <a:rPr lang="en-US" noProof="1">
                <a:solidFill>
                  <a:srgbClr val="000000"/>
                </a:solidFill>
                <a:latin typeface="Consolas"/>
              </a:rPr>
              <a:t>  version: 1.0.0</a:t>
            </a:r>
          </a:p>
          <a:p>
            <a:pPr algn="l">
              <a:lnSpc>
                <a:spcPct val="115000"/>
              </a:lnSpc>
              <a:spcBef>
                <a:spcPts val="0"/>
              </a:spcBef>
              <a:spcAft>
                <a:spcPts val="0"/>
              </a:spcAft>
            </a:pPr>
            <a:r>
              <a:rPr lang="en-US" noProof="1">
                <a:solidFill>
                  <a:srgbClr val="0A3A99"/>
                </a:solidFill>
                <a:latin typeface="Consolas"/>
              </a:rPr>
              <a:t>  provider:</a:t>
            </a:r>
          </a:p>
          <a:p>
            <a:pPr algn="l">
              <a:lnSpc>
                <a:spcPct val="115000"/>
              </a:lnSpc>
              <a:spcBef>
                <a:spcPts val="0"/>
              </a:spcBef>
              <a:spcAft>
                <a:spcPts val="0"/>
              </a:spcAft>
            </a:pPr>
            <a:r>
              <a:rPr lang="en-US" noProof="1">
                <a:solidFill>
                  <a:srgbClr val="000000"/>
                </a:solidFill>
                <a:latin typeface="Consolas"/>
              </a:rPr>
              <a:t>    name: acme.org</a:t>
            </a:r>
          </a:p>
          <a:p>
            <a:pPr algn="l">
              <a:lnSpc>
                <a:spcPct val="115000"/>
              </a:lnSpc>
              <a:spcBef>
                <a:spcPts val="0"/>
              </a:spcBef>
              <a:spcAft>
                <a:spcPts val="0"/>
              </a:spcAft>
            </a:pPr>
            <a:r>
              <a:rPr lang="en-US" noProof="1">
                <a:solidFill>
                  <a:srgbClr val="0A3A99"/>
                </a:solidFill>
                <a:latin typeface="Consolas"/>
              </a:rPr>
              <a:t>  resources:</a:t>
            </a:r>
          </a:p>
          <a:p>
            <a:pPr algn="l">
              <a:lnSpc>
                <a:spcPct val="115000"/>
              </a:lnSpc>
              <a:spcBef>
                <a:spcPts val="0"/>
              </a:spcBef>
              <a:spcAft>
                <a:spcPts val="0"/>
              </a:spcAft>
            </a:pPr>
            <a:r>
              <a:rPr lang="en-US" noProof="1">
                <a:solidFill>
                  <a:srgbClr val="000000"/>
                </a:solidFill>
                <a:latin typeface="Consolas"/>
              </a:rPr>
              <a:t>    - name: mylocalfile</a:t>
            </a:r>
          </a:p>
          <a:p>
            <a:pPr algn="l">
              <a:lnSpc>
                <a:spcPct val="115000"/>
              </a:lnSpc>
              <a:spcBef>
                <a:spcPts val="0"/>
              </a:spcBef>
              <a:spcAft>
                <a:spcPts val="0"/>
              </a:spcAft>
            </a:pPr>
            <a:r>
              <a:rPr lang="en-US" noProof="1">
                <a:solidFill>
                  <a:srgbClr val="000000"/>
                </a:solidFill>
                <a:latin typeface="Consolas"/>
              </a:rPr>
              <a:t>      type: blob</a:t>
            </a:r>
          </a:p>
          <a:p>
            <a:pPr algn="l">
              <a:lnSpc>
                <a:spcPct val="115000"/>
              </a:lnSpc>
              <a:spcBef>
                <a:spcPts val="0"/>
              </a:spcBef>
              <a:spcAft>
                <a:spcPts val="0"/>
              </a:spcAft>
            </a:pPr>
            <a:r>
              <a:rPr lang="en-US" noProof="1">
                <a:solidFill>
                  <a:srgbClr val="6B7280"/>
                </a:solidFill>
                <a:latin typeface="Consolas"/>
              </a:rPr>
              <a:t>      input:                  # Embed by value</a:t>
            </a:r>
          </a:p>
          <a:p>
            <a:pPr algn="l">
              <a:lnSpc>
                <a:spcPct val="115000"/>
              </a:lnSpc>
              <a:spcBef>
                <a:spcPts val="0"/>
              </a:spcBef>
              <a:spcAft>
                <a:spcPts val="0"/>
              </a:spcAft>
            </a:pPr>
            <a:r>
              <a:rPr lang="en-US" noProof="1">
                <a:solidFill>
                  <a:srgbClr val="000000"/>
                </a:solidFill>
                <a:latin typeface="Consolas"/>
              </a:rPr>
              <a:t>        type: File/v1</a:t>
            </a:r>
          </a:p>
          <a:p>
            <a:pPr algn="l">
              <a:lnSpc>
                <a:spcPct val="115000"/>
              </a:lnSpc>
              <a:spcBef>
                <a:spcPts val="0"/>
              </a:spcBef>
              <a:spcAft>
                <a:spcPts val="0"/>
              </a:spcAft>
            </a:pPr>
            <a:r>
              <a:rPr lang="en-US" noProof="1">
                <a:solidFill>
                  <a:srgbClr val="000000"/>
                </a:solidFill>
                <a:latin typeface="Consolas"/>
              </a:rPr>
              <a:t>        path: ./my-local-resource.txt</a:t>
            </a:r>
            <a:br>
              <a:rPr lang="en-US" noProof="1">
                <a:solidFill>
                  <a:srgbClr val="000000"/>
                </a:solidFill>
                <a:latin typeface="Consolas"/>
              </a:rPr>
            </a:br>
            <a:endParaRPr lang="en-US" noProof="1">
              <a:solidFill>
                <a:srgbClr val="000000"/>
              </a:solidFill>
              <a:latin typeface="Consolas"/>
            </a:endParaRPr>
          </a:p>
          <a:p>
            <a:pPr algn="l">
              <a:lnSpc>
                <a:spcPct val="115000"/>
              </a:lnSpc>
              <a:spcBef>
                <a:spcPts val="0"/>
              </a:spcBef>
              <a:spcAft>
                <a:spcPts val="0"/>
              </a:spcAft>
            </a:pPr>
            <a:r>
              <a:rPr lang="en-US" noProof="1">
                <a:solidFill>
                  <a:srgbClr val="000000"/>
                </a:solidFill>
                <a:latin typeface="Consolas"/>
              </a:rPr>
              <a:t>    - name: image</a:t>
            </a:r>
          </a:p>
          <a:p>
            <a:pPr algn="l">
              <a:lnSpc>
                <a:spcPct val="115000"/>
              </a:lnSpc>
              <a:spcBef>
                <a:spcPts val="0"/>
              </a:spcBef>
              <a:spcAft>
                <a:spcPts val="0"/>
              </a:spcAft>
            </a:pPr>
            <a:r>
              <a:rPr lang="en-US" noProof="1">
                <a:solidFill>
                  <a:srgbClr val="000000"/>
                </a:solidFill>
                <a:latin typeface="Consolas"/>
              </a:rPr>
              <a:t>      type: ociImage</a:t>
            </a:r>
          </a:p>
          <a:p>
            <a:pPr algn="l">
              <a:lnSpc>
                <a:spcPct val="115000"/>
              </a:lnSpc>
              <a:spcBef>
                <a:spcPts val="0"/>
              </a:spcBef>
              <a:spcAft>
                <a:spcPts val="0"/>
              </a:spcAft>
            </a:pPr>
            <a:r>
              <a:rPr lang="en-US" noProof="1">
                <a:solidFill>
                  <a:srgbClr val="000000"/>
                </a:solidFill>
                <a:latin typeface="Consolas"/>
              </a:rPr>
              <a:t>      version: 1.0.0</a:t>
            </a:r>
          </a:p>
          <a:p>
            <a:pPr algn="l">
              <a:lnSpc>
                <a:spcPct val="115000"/>
              </a:lnSpc>
              <a:spcBef>
                <a:spcPts val="0"/>
              </a:spcBef>
              <a:spcAft>
                <a:spcPts val="0"/>
              </a:spcAft>
            </a:pPr>
            <a:r>
              <a:rPr lang="en-US" noProof="1">
                <a:solidFill>
                  <a:srgbClr val="6B7280"/>
                </a:solidFill>
                <a:latin typeface="Consolas"/>
              </a:rPr>
              <a:t>      access:                 # Reference external artifact</a:t>
            </a:r>
          </a:p>
          <a:p>
            <a:pPr algn="l">
              <a:lnSpc>
                <a:spcPct val="115000"/>
              </a:lnSpc>
              <a:spcBef>
                <a:spcPts val="0"/>
              </a:spcBef>
              <a:spcAft>
                <a:spcPts val="0"/>
              </a:spcAft>
            </a:pPr>
            <a:r>
              <a:rPr lang="en-US" noProof="1">
                <a:solidFill>
                  <a:srgbClr val="000000"/>
                </a:solidFill>
                <a:latin typeface="Consolas"/>
              </a:rPr>
              <a:t>        type: OCIImage/v1</a:t>
            </a:r>
          </a:p>
          <a:p>
            <a:pPr algn="l">
              <a:lnSpc>
                <a:spcPct val="115000"/>
              </a:lnSpc>
              <a:spcBef>
                <a:spcPts val="0"/>
              </a:spcBef>
              <a:spcAft>
                <a:spcPts val="0"/>
              </a:spcAft>
            </a:pPr>
            <a:r>
              <a:rPr lang="en-US" noProof="1">
                <a:solidFill>
                  <a:srgbClr val="000000"/>
                </a:solidFill>
                <a:latin typeface="Consolas"/>
              </a:rPr>
              <a:t>        imageReference: ghcr.io/stefanprodan/podinfo:6.9.1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DESCRIPTOR</a:t>
            </a:r>
          </a:p>
        </p:txBody>
      </p:sp>
      <p:sp>
        <p:nvSpPr>
          <p:cNvPr id="3" name="Title 2"/>
          <p:cNvSpPr>
            <a:spLocks noGrp="1"/>
          </p:cNvSpPr>
          <p:nvPr>
            <p:ph type="title" idx="2"/>
          </p:nvPr>
        </p:nvSpPr>
        <p:spPr/>
        <p:txBody>
          <a:bodyPr>
            <a:normAutofit fontScale="90000"/>
          </a:bodyPr>
          <a:lstStyle/>
          <a:p>
            <a:r>
              <a:rPr lang="en-US" noProof="1"/>
              <a:t>What gets signed and travels.</a:t>
            </a:r>
          </a:p>
        </p:txBody>
      </p:sp>
      <p:sp>
        <p:nvSpPr>
          <p:cNvPr id="14" name="Rounded Rectangle 3">
            <a:extLst>
              <a:ext uri="{FF2B5EF4-FFF2-40B4-BE49-F238E27FC236}">
                <a16:creationId xmlns:a16="http://schemas.microsoft.com/office/drawing/2014/main" id="{F0C1FEB4-CE64-9BC5-3003-53DF1C3A552B}"/>
              </a:ext>
            </a:extLst>
          </p:cNvPr>
          <p:cNvSpPr/>
          <p:nvPr/>
        </p:nvSpPr>
        <p:spPr>
          <a:xfrm>
            <a:off x="3419698" y="2667000"/>
            <a:ext cx="11448604" cy="6905625"/>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nSpc>
                <a:spcPct val="115000"/>
              </a:lnSpc>
            </a:pPr>
            <a:r>
              <a:rPr lang="en-US" sz="1600" noProof="1">
                <a:solidFill>
                  <a:srgbClr val="0A3A99"/>
                </a:solidFill>
                <a:latin typeface="Consolas"/>
              </a:rPr>
              <a:t>component:                                </a:t>
            </a:r>
            <a:r>
              <a:rPr lang="en-US" sz="1600" noProof="1">
                <a:solidFill>
                  <a:srgbClr val="6B7280"/>
                </a:solidFill>
                <a:latin typeface="Consolas"/>
              </a:rPr>
              <a:t># (fields trimmed)</a:t>
            </a:r>
          </a:p>
          <a:p>
            <a:pPr algn="l">
              <a:lnSpc>
                <a:spcPct val="115000"/>
              </a:lnSpc>
              <a:spcBef>
                <a:spcPts val="0"/>
              </a:spcBef>
              <a:spcAft>
                <a:spcPts val="0"/>
              </a:spcAft>
            </a:pPr>
            <a:r>
              <a:rPr lang="en-US" sz="1600" noProof="1">
                <a:solidFill>
                  <a:srgbClr val="000000"/>
                </a:solidFill>
                <a:latin typeface="Consolas"/>
              </a:rPr>
              <a:t>  name: github.com/acme.org/helloworld</a:t>
            </a:r>
          </a:p>
          <a:p>
            <a:pPr algn="l">
              <a:lnSpc>
                <a:spcPct val="115000"/>
              </a:lnSpc>
              <a:spcBef>
                <a:spcPts val="0"/>
              </a:spcBef>
              <a:spcAft>
                <a:spcPts val="0"/>
              </a:spcAft>
            </a:pPr>
            <a:r>
              <a:rPr lang="en-US" sz="1600" noProof="1">
                <a:solidFill>
                  <a:srgbClr val="000000"/>
                </a:solidFill>
                <a:latin typeface="Consolas"/>
              </a:rPr>
              <a:t>  version: 1.0.0</a:t>
            </a:r>
          </a:p>
          <a:p>
            <a:pPr algn="l">
              <a:lnSpc>
                <a:spcPct val="115000"/>
              </a:lnSpc>
              <a:spcBef>
                <a:spcPts val="0"/>
              </a:spcBef>
              <a:spcAft>
                <a:spcPts val="0"/>
              </a:spcAft>
            </a:pPr>
            <a:r>
              <a:rPr lang="en-US" sz="1600" noProof="1">
                <a:solidFill>
                  <a:srgbClr val="0A3A99"/>
                </a:solidFill>
                <a:latin typeface="Consolas"/>
              </a:rPr>
              <a:t>  resources:</a:t>
            </a:r>
          </a:p>
          <a:p>
            <a:pPr algn="l">
              <a:lnSpc>
                <a:spcPct val="115000"/>
              </a:lnSpc>
              <a:spcBef>
                <a:spcPts val="0"/>
              </a:spcBef>
              <a:spcAft>
                <a:spcPts val="0"/>
              </a:spcAft>
            </a:pPr>
            <a:r>
              <a:rPr lang="en-US" sz="1600" noProof="1">
                <a:solidFill>
                  <a:srgbClr val="000000"/>
                </a:solidFill>
                <a:latin typeface="Consolas"/>
              </a:rPr>
              <a:t>    - name: image</a:t>
            </a:r>
          </a:p>
          <a:p>
            <a:pPr algn="l">
              <a:lnSpc>
                <a:spcPct val="115000"/>
              </a:lnSpc>
              <a:spcBef>
                <a:spcPts val="0"/>
              </a:spcBef>
              <a:spcAft>
                <a:spcPts val="0"/>
              </a:spcAft>
            </a:pPr>
            <a:r>
              <a:rPr lang="en-US" sz="1600" noProof="1">
                <a:solidFill>
                  <a:srgbClr val="000000"/>
                </a:solidFill>
                <a:latin typeface="Consolas"/>
              </a:rPr>
              <a:t>      type: ociImage</a:t>
            </a:r>
          </a:p>
          <a:p>
            <a:pPr>
              <a:lnSpc>
                <a:spcPct val="115000"/>
              </a:lnSpc>
            </a:pPr>
            <a:r>
              <a:rPr lang="en-US" sz="1600" noProof="1">
                <a:solidFill>
                  <a:srgbClr val="6B7280"/>
                </a:solidFill>
                <a:latin typeface="Consolas"/>
              </a:rPr>
              <a:t>      </a:t>
            </a:r>
            <a:r>
              <a:rPr lang="en-US" sz="1600" noProof="1">
                <a:solidFill>
                  <a:srgbClr val="0A3A99"/>
                </a:solidFill>
                <a:latin typeface="Consolas"/>
              </a:rPr>
              <a:t>access:                             </a:t>
            </a:r>
            <a:r>
              <a:rPr lang="en-US" sz="1600" noProof="1">
                <a:solidFill>
                  <a:srgbClr val="6B7280"/>
                </a:solidFill>
                <a:latin typeface="Consolas"/>
              </a:rPr>
              <a:t># excluded - rewritten on transfer</a:t>
            </a:r>
          </a:p>
          <a:p>
            <a:pPr algn="l">
              <a:lnSpc>
                <a:spcPct val="115000"/>
              </a:lnSpc>
              <a:spcBef>
                <a:spcPts val="0"/>
              </a:spcBef>
              <a:spcAft>
                <a:spcPts val="0"/>
              </a:spcAft>
            </a:pPr>
            <a:r>
              <a:rPr lang="en-US" sz="1600" noProof="1">
                <a:solidFill>
                  <a:srgbClr val="000000"/>
                </a:solidFill>
                <a:latin typeface="Consolas"/>
              </a:rPr>
              <a:t>        type: OCIImage/v1</a:t>
            </a:r>
          </a:p>
          <a:p>
            <a:pPr>
              <a:lnSpc>
                <a:spcPct val="115000"/>
              </a:lnSpc>
            </a:pPr>
            <a:r>
              <a:rPr lang="en-US" sz="1600" noProof="1">
                <a:solidFill>
                  <a:srgbClr val="000000"/>
                </a:solidFill>
                <a:latin typeface="Consolas"/>
              </a:rPr>
              <a:t>        imageReference: ghcr.io/stefanprodan/podinfo@sha256:8fa5691d768ef456...</a:t>
            </a:r>
            <a:br>
              <a:rPr lang="en-US" sz="1600" noProof="1">
                <a:latin typeface="Consolas"/>
              </a:rPr>
            </a:br>
            <a:endParaRPr lang="en-US" sz="1600" noProof="1">
              <a:solidFill>
                <a:srgbClr val="000000"/>
              </a:solidFill>
              <a:latin typeface="Consolas"/>
            </a:endParaRPr>
          </a:p>
          <a:p>
            <a:pPr>
              <a:lnSpc>
                <a:spcPct val="115000"/>
              </a:lnSpc>
            </a:pPr>
            <a:r>
              <a:rPr lang="en-US" sz="1600" noProof="1">
                <a:solidFill>
                  <a:srgbClr val="6B7280"/>
                </a:solidFill>
                <a:latin typeface="Consolas"/>
              </a:rPr>
              <a:t>      </a:t>
            </a:r>
            <a:r>
              <a:rPr lang="en-US" sz="1600" noProof="1">
                <a:solidFill>
                  <a:srgbClr val="0A3A99"/>
                </a:solidFill>
                <a:latin typeface="Consolas"/>
              </a:rPr>
              <a:t>digest:                             </a:t>
            </a:r>
            <a:r>
              <a:rPr lang="en-US" sz="1600" noProof="1">
                <a:solidFill>
                  <a:srgbClr val="6B7280"/>
                </a:solidFill>
                <a:latin typeface="Consolas"/>
              </a:rPr>
              <a:t># content identity - input to descriptor hash</a:t>
            </a:r>
          </a:p>
          <a:p>
            <a:pPr algn="l">
              <a:lnSpc>
                <a:spcPct val="115000"/>
              </a:lnSpc>
              <a:spcBef>
                <a:spcPts val="0"/>
              </a:spcBef>
              <a:spcAft>
                <a:spcPts val="0"/>
              </a:spcAft>
            </a:pPr>
            <a:r>
              <a:rPr lang="en-US" sz="1600" noProof="1">
                <a:solidFill>
                  <a:srgbClr val="0F6BFF"/>
                </a:solidFill>
                <a:latin typeface="Consolas"/>
              </a:rPr>
              <a:t>        hashAlgorithm: SHA-256</a:t>
            </a:r>
          </a:p>
          <a:p>
            <a:pPr algn="l">
              <a:lnSpc>
                <a:spcPct val="115000"/>
              </a:lnSpc>
              <a:spcBef>
                <a:spcPts val="0"/>
              </a:spcBef>
              <a:spcAft>
                <a:spcPts val="0"/>
              </a:spcAft>
            </a:pPr>
            <a:r>
              <a:rPr lang="en-US" sz="1600" noProof="1">
                <a:solidFill>
                  <a:srgbClr val="0F6BFF"/>
                </a:solidFill>
                <a:latin typeface="Consolas"/>
              </a:rPr>
              <a:t>        value: 262578cde928d5c9eba3bce0...</a:t>
            </a:r>
          </a:p>
          <a:p>
            <a:pPr>
              <a:lnSpc>
                <a:spcPct val="115000"/>
              </a:lnSpc>
            </a:pPr>
            <a:br>
              <a:rPr lang="en-US" sz="1600" noProof="1">
                <a:latin typeface="Consolas"/>
              </a:rPr>
            </a:br>
            <a:r>
              <a:rPr lang="en-US" sz="1600" noProof="1">
                <a:solidFill>
                  <a:srgbClr val="0A3A99"/>
                </a:solidFill>
                <a:latin typeface="Consolas"/>
              </a:rPr>
              <a:t>signatures:</a:t>
            </a:r>
            <a:r>
              <a:rPr lang="en-US" sz="1600" noProof="1">
                <a:solidFill>
                  <a:srgbClr val="0F6BFF"/>
                </a:solidFill>
                <a:latin typeface="Consolas"/>
              </a:rPr>
              <a:t>			                     </a:t>
            </a:r>
            <a:r>
              <a:rPr lang="en-US" sz="1600" noProof="1">
                <a:solidFill>
                  <a:srgbClr val="6B7280"/>
                </a:solidFill>
                <a:latin typeface="Consolas"/>
              </a:rPr>
              <a:t># signature: one hash over the canonicalized descriptor</a:t>
            </a:r>
            <a:br>
              <a:rPr lang="en-US" sz="1600" noProof="1">
                <a:latin typeface="Consolas"/>
              </a:rPr>
            </a:br>
            <a:r>
              <a:rPr lang="en-US" sz="1600" noProof="1">
                <a:solidFill>
                  <a:srgbClr val="0F6BFF"/>
                </a:solidFill>
                <a:latin typeface="Consolas"/>
              </a:rPr>
              <a:t>  - </a:t>
            </a:r>
            <a:r>
              <a:rPr lang="en-US" sz="1600" noProof="1">
                <a:solidFill>
                  <a:schemeClr val="accent1"/>
                </a:solidFill>
                <a:latin typeface="Consolas"/>
              </a:rPr>
              <a:t>name: acme-release-key</a:t>
            </a:r>
            <a:r>
              <a:rPr lang="en-US" sz="1600" noProof="1">
                <a:solidFill>
                  <a:schemeClr val="tx1"/>
                </a:solidFill>
                <a:latin typeface="Consolas"/>
              </a:rPr>
              <a:t>	</a:t>
            </a:r>
            <a:r>
              <a:rPr lang="en-US" sz="1600" noProof="1">
                <a:solidFill>
                  <a:srgbClr val="0F6BFF"/>
                </a:solidFill>
                <a:latin typeface="Consolas"/>
              </a:rPr>
              <a:t>			</a:t>
            </a:r>
          </a:p>
          <a:p>
            <a:pPr>
              <a:lnSpc>
                <a:spcPct val="115000"/>
              </a:lnSpc>
            </a:pPr>
            <a:r>
              <a:rPr lang="en-US" sz="1600" noProof="1">
                <a:solidFill>
                  <a:srgbClr val="6B7280"/>
                </a:solidFill>
                <a:latin typeface="Consolas"/>
              </a:rPr>
              <a:t>    </a:t>
            </a:r>
            <a:r>
              <a:rPr lang="en-US" sz="1600" noProof="1">
                <a:solidFill>
                  <a:schemeClr val="tx2"/>
                </a:solidFill>
                <a:latin typeface="Consolas"/>
              </a:rPr>
              <a:t>digest:                              </a:t>
            </a:r>
            <a:r>
              <a:rPr lang="en-US" sz="1600" noProof="1">
                <a:solidFill>
                  <a:srgbClr val="6B7280"/>
                </a:solidFill>
                <a:latin typeface="Consolas"/>
              </a:rPr>
              <a:t># of the descriptor</a:t>
            </a:r>
          </a:p>
          <a:p>
            <a:pPr algn="l">
              <a:lnSpc>
                <a:spcPct val="115000"/>
              </a:lnSpc>
              <a:spcBef>
                <a:spcPts val="0"/>
              </a:spcBef>
              <a:spcAft>
                <a:spcPts val="0"/>
              </a:spcAft>
            </a:pPr>
            <a:r>
              <a:rPr lang="en-US" sz="1600" noProof="1">
                <a:solidFill>
                  <a:schemeClr val="tx1"/>
                </a:solidFill>
                <a:latin typeface="Consolas"/>
              </a:rPr>
              <a:t>      </a:t>
            </a:r>
            <a:r>
              <a:rPr lang="en-US" sz="1600" noProof="1">
                <a:solidFill>
                  <a:schemeClr val="accent1"/>
                </a:solidFill>
                <a:latin typeface="Consolas"/>
              </a:rPr>
              <a:t>hashAlgorithm: SHA-256</a:t>
            </a:r>
          </a:p>
          <a:p>
            <a:pPr algn="l">
              <a:lnSpc>
                <a:spcPct val="115000"/>
              </a:lnSpc>
              <a:spcBef>
                <a:spcPts val="0"/>
              </a:spcBef>
              <a:spcAft>
                <a:spcPts val="0"/>
              </a:spcAft>
            </a:pPr>
            <a:r>
              <a:rPr lang="en-US" sz="1600" noProof="1">
                <a:solidFill>
                  <a:schemeClr val="accent1"/>
                </a:solidFill>
                <a:latin typeface="Consolas"/>
              </a:rPr>
              <a:t>      value: a4b1c2d3e4f5...</a:t>
            </a:r>
          </a:p>
          <a:p>
            <a:pPr algn="l">
              <a:lnSpc>
                <a:spcPct val="115000"/>
              </a:lnSpc>
              <a:spcBef>
                <a:spcPts val="0"/>
              </a:spcBef>
              <a:spcAft>
                <a:spcPts val="0"/>
              </a:spcAft>
            </a:pPr>
            <a:r>
              <a:rPr lang="en-US" sz="1600" noProof="1">
                <a:solidFill>
                  <a:srgbClr val="0F6BFF"/>
                </a:solidFill>
                <a:latin typeface="Consolas"/>
              </a:rPr>
              <a:t>    </a:t>
            </a:r>
            <a:r>
              <a:rPr lang="en-US" sz="1600" noProof="1">
                <a:solidFill>
                  <a:schemeClr val="tx2"/>
                </a:solidFill>
                <a:latin typeface="Consolas"/>
              </a:rPr>
              <a:t>signature:</a:t>
            </a:r>
          </a:p>
          <a:p>
            <a:pPr algn="l">
              <a:lnSpc>
                <a:spcPct val="115000"/>
              </a:lnSpc>
              <a:spcBef>
                <a:spcPts val="0"/>
              </a:spcBef>
              <a:spcAft>
                <a:spcPts val="0"/>
              </a:spcAft>
            </a:pPr>
            <a:r>
              <a:rPr lang="en-US" sz="1600" noProof="1">
                <a:solidFill>
                  <a:schemeClr val="tx1"/>
                </a:solidFill>
                <a:latin typeface="Consolas"/>
              </a:rPr>
              <a:t>      </a:t>
            </a:r>
            <a:r>
              <a:rPr lang="en-US" sz="1600" noProof="1">
                <a:solidFill>
                  <a:schemeClr val="accent1"/>
                </a:solidFill>
                <a:latin typeface="Consolas"/>
              </a:rPr>
              <a:t>algorithm: RSASSA-PSS</a:t>
            </a:r>
          </a:p>
          <a:p>
            <a:pPr algn="l">
              <a:lnSpc>
                <a:spcPct val="115000"/>
              </a:lnSpc>
              <a:spcBef>
                <a:spcPts val="0"/>
              </a:spcBef>
              <a:spcAft>
                <a:spcPts val="0"/>
              </a:spcAft>
            </a:pPr>
            <a:r>
              <a:rPr lang="en-US" sz="1600" noProof="1">
                <a:solidFill>
                  <a:schemeClr val="accent1"/>
                </a:solidFill>
                <a:latin typeface="Consolas"/>
              </a:rPr>
              <a:t>      value: &lt;hex-encoded signature&gt;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OCM IN ONE PICTURE </a:t>
            </a:r>
          </a:p>
        </p:txBody>
      </p:sp>
      <p:sp>
        <p:nvSpPr>
          <p:cNvPr id="3" name="Title 2"/>
          <p:cNvSpPr>
            <a:spLocks noGrp="1"/>
          </p:cNvSpPr>
          <p:nvPr>
            <p:ph type="title" idx="2"/>
          </p:nvPr>
        </p:nvSpPr>
        <p:spPr/>
        <p:txBody>
          <a:bodyPr>
            <a:normAutofit fontScale="90000"/>
          </a:bodyPr>
          <a:lstStyle/>
          <a:p>
            <a:r>
              <a:rPr lang="en-US" noProof="1"/>
              <a:t>Pack · Sign · Transport · Deploy</a:t>
            </a:r>
          </a:p>
        </p:txBody>
      </p:sp>
      <p:sp>
        <p:nvSpPr>
          <p:cNvPr id="4" name="Rounded Rectangle 3"/>
          <p:cNvSpPr/>
          <p:nvPr/>
        </p:nvSpPr>
        <p:spPr>
          <a:xfrm>
            <a:off x="590458"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5" name="Rectangle 4"/>
          <p:cNvSpPr/>
          <p:nvPr/>
        </p:nvSpPr>
        <p:spPr>
          <a:xfrm>
            <a:off x="590458"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pic>
        <p:nvPicPr>
          <p:cNvPr id="6" name="Picture 5" descr="package-stroke-1.0-brand-blue.png"/>
          <p:cNvPicPr>
            <a:picLocks noChangeAspect="1"/>
          </p:cNvPicPr>
          <p:nvPr/>
        </p:nvPicPr>
        <p:blipFill>
          <a:blip r:embed="rId3"/>
          <a:stretch>
            <a:fillRect/>
          </a:stretch>
        </p:blipFill>
        <p:spPr>
          <a:xfrm>
            <a:off x="876208" y="4536281"/>
            <a:ext cx="535781" cy="535781"/>
          </a:xfrm>
          <a:prstGeom prst="rect">
            <a:avLst/>
          </a:prstGeom>
        </p:spPr>
      </p:pic>
      <p:sp>
        <p:nvSpPr>
          <p:cNvPr id="7" name="TextBox 6"/>
          <p:cNvSpPr txBox="1"/>
          <p:nvPr/>
        </p:nvSpPr>
        <p:spPr>
          <a:xfrm>
            <a:off x="876208" y="5429250"/>
            <a:ext cx="2643187" cy="392906"/>
          </a:xfrm>
          <a:prstGeom prst="rect">
            <a:avLst/>
          </a:prstGeom>
          <a:noFill/>
        </p:spPr>
        <p:txBody>
          <a:bodyPr wrap="square" lIns="0" tIns="0" rIns="0" bIns="0" anchor="ctr">
            <a:spAutoFit/>
          </a:bodyPr>
          <a:lstStyle/>
          <a:p>
            <a:r>
              <a:rPr lang="en-US" sz="3000" b="1" i="0" noProof="1">
                <a:solidFill>
                  <a:srgbClr val="0A3A99"/>
                </a:solidFill>
                <a:latin typeface="Aptos"/>
              </a:rPr>
              <a:t>PACK</a:t>
            </a:r>
          </a:p>
        </p:txBody>
      </p:sp>
      <p:sp>
        <p:nvSpPr>
          <p:cNvPr id="8" name="TextBox 7"/>
          <p:cNvSpPr txBox="1"/>
          <p:nvPr/>
        </p:nvSpPr>
        <p:spPr>
          <a:xfrm>
            <a:off x="876208" y="5911453"/>
            <a:ext cx="2643187" cy="818686"/>
          </a:xfrm>
          <a:prstGeom prst="rect">
            <a:avLst/>
          </a:prstGeom>
          <a:noFill/>
        </p:spPr>
        <p:txBody>
          <a:bodyPr wrap="square" lIns="0" tIns="0" rIns="0" bIns="0">
            <a:spAutoFit/>
          </a:bodyPr>
          <a:lstStyle/>
          <a:p>
            <a:pPr>
              <a:lnSpc>
                <a:spcPct val="125000"/>
              </a:lnSpc>
            </a:pPr>
            <a:r>
              <a:rPr lang="en-US" sz="2200" b="0" i="0" noProof="1">
                <a:solidFill>
                  <a:srgbClr val="333333"/>
                </a:solidFill>
                <a:latin typeface="Aptos"/>
              </a:rPr>
              <a:t>Bundle your software.</a:t>
            </a:r>
          </a:p>
          <a:p>
            <a:pPr>
              <a:lnSpc>
                <a:spcPct val="125000"/>
              </a:lnSpc>
            </a:pPr>
            <a:r>
              <a:rPr lang="en-US" sz="2200" b="0" i="0" noProof="1">
                <a:solidFill>
                  <a:srgbClr val="333333"/>
                </a:solidFill>
                <a:latin typeface="Aptos"/>
              </a:rPr>
              <a:t>One source of truth.</a:t>
            </a:r>
          </a:p>
        </p:txBody>
      </p:sp>
      <p:sp>
        <p:nvSpPr>
          <p:cNvPr id="9" name="Rounded Rectangle 8"/>
          <p:cNvSpPr/>
          <p:nvPr/>
        </p:nvSpPr>
        <p:spPr>
          <a:xfrm>
            <a:off x="4251630"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0" name="Rectangle 9"/>
          <p:cNvSpPr/>
          <p:nvPr/>
        </p:nvSpPr>
        <p:spPr>
          <a:xfrm>
            <a:off x="4251630"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pic>
        <p:nvPicPr>
          <p:cNvPr id="11" name="Picture 10" descr="shield-stroke-1.0-brand-blue.png"/>
          <p:cNvPicPr>
            <a:picLocks noChangeAspect="1"/>
          </p:cNvPicPr>
          <p:nvPr/>
        </p:nvPicPr>
        <p:blipFill>
          <a:blip r:embed="rId4"/>
          <a:stretch>
            <a:fillRect/>
          </a:stretch>
        </p:blipFill>
        <p:spPr>
          <a:xfrm>
            <a:off x="4537380" y="4536281"/>
            <a:ext cx="535781" cy="535781"/>
          </a:xfrm>
          <a:prstGeom prst="rect">
            <a:avLst/>
          </a:prstGeom>
        </p:spPr>
      </p:pic>
      <p:sp>
        <p:nvSpPr>
          <p:cNvPr id="12" name="TextBox 11"/>
          <p:cNvSpPr txBox="1"/>
          <p:nvPr/>
        </p:nvSpPr>
        <p:spPr>
          <a:xfrm>
            <a:off x="4537380" y="5429250"/>
            <a:ext cx="2643187" cy="392906"/>
          </a:xfrm>
          <a:prstGeom prst="rect">
            <a:avLst/>
          </a:prstGeom>
          <a:noFill/>
        </p:spPr>
        <p:txBody>
          <a:bodyPr wrap="square" lIns="0" tIns="0" rIns="0" bIns="0" anchor="ctr">
            <a:spAutoFit/>
          </a:bodyPr>
          <a:lstStyle/>
          <a:p>
            <a:r>
              <a:rPr lang="en-US" sz="3000" b="1" i="0" noProof="1">
                <a:solidFill>
                  <a:srgbClr val="0A3A99"/>
                </a:solidFill>
                <a:latin typeface="Aptos"/>
              </a:rPr>
              <a:t>SIGN</a:t>
            </a:r>
          </a:p>
        </p:txBody>
      </p:sp>
      <p:sp>
        <p:nvSpPr>
          <p:cNvPr id="13" name="TextBox 12"/>
          <p:cNvSpPr txBox="1"/>
          <p:nvPr/>
        </p:nvSpPr>
        <p:spPr>
          <a:xfrm>
            <a:off x="4537380" y="5911453"/>
            <a:ext cx="2643187" cy="892968"/>
          </a:xfrm>
          <a:prstGeom prst="rect">
            <a:avLst/>
          </a:prstGeom>
          <a:noFill/>
        </p:spPr>
        <p:txBody>
          <a:bodyPr wrap="square" lIns="0" tIns="0" rIns="0" bIns="0">
            <a:spAutoFit/>
          </a:bodyPr>
          <a:lstStyle/>
          <a:p>
            <a:pPr>
              <a:lnSpc>
                <a:spcPct val="125000"/>
              </a:lnSpc>
            </a:pPr>
            <a:r>
              <a:rPr lang="en-US" sz="2200" b="0" i="0" noProof="1">
                <a:solidFill>
                  <a:srgbClr val="333333"/>
                </a:solidFill>
                <a:latin typeface="Aptos"/>
              </a:rPr>
              <a:t>One signature covers</a:t>
            </a:r>
          </a:p>
          <a:p>
            <a:pPr>
              <a:lnSpc>
                <a:spcPct val="125000"/>
              </a:lnSpc>
            </a:pPr>
            <a:r>
              <a:rPr lang="en-US" sz="2200" b="0" i="0" noProof="1">
                <a:solidFill>
                  <a:srgbClr val="333333"/>
                </a:solidFill>
                <a:latin typeface="Aptos"/>
              </a:rPr>
              <a:t>all artifacts.</a:t>
            </a:r>
          </a:p>
        </p:txBody>
      </p:sp>
      <p:sp>
        <p:nvSpPr>
          <p:cNvPr id="14" name="Rounded Rectangle 13"/>
          <p:cNvSpPr/>
          <p:nvPr/>
        </p:nvSpPr>
        <p:spPr>
          <a:xfrm>
            <a:off x="7912802"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5" name="Rectangle 14"/>
          <p:cNvSpPr/>
          <p:nvPr/>
        </p:nvSpPr>
        <p:spPr>
          <a:xfrm>
            <a:off x="7912802"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pic>
        <p:nvPicPr>
          <p:cNvPr id="16" name="Picture 15" descr="world-stroke-1.0-brand-blue.png"/>
          <p:cNvPicPr>
            <a:picLocks noChangeAspect="1"/>
          </p:cNvPicPr>
          <p:nvPr/>
        </p:nvPicPr>
        <p:blipFill>
          <a:blip r:embed="rId5"/>
          <a:stretch>
            <a:fillRect/>
          </a:stretch>
        </p:blipFill>
        <p:spPr>
          <a:xfrm>
            <a:off x="8198552" y="4536281"/>
            <a:ext cx="535781" cy="535781"/>
          </a:xfrm>
          <a:prstGeom prst="rect">
            <a:avLst/>
          </a:prstGeom>
        </p:spPr>
      </p:pic>
      <p:sp>
        <p:nvSpPr>
          <p:cNvPr id="17" name="TextBox 16"/>
          <p:cNvSpPr txBox="1"/>
          <p:nvPr/>
        </p:nvSpPr>
        <p:spPr>
          <a:xfrm>
            <a:off x="8198552" y="5429250"/>
            <a:ext cx="2643187" cy="392906"/>
          </a:xfrm>
          <a:prstGeom prst="rect">
            <a:avLst/>
          </a:prstGeom>
          <a:noFill/>
        </p:spPr>
        <p:txBody>
          <a:bodyPr wrap="square" lIns="0" tIns="0" rIns="0" bIns="0" anchor="ctr">
            <a:spAutoFit/>
          </a:bodyPr>
          <a:lstStyle/>
          <a:p>
            <a:r>
              <a:rPr lang="en-US" sz="3000" b="1" i="0" noProof="1">
                <a:solidFill>
                  <a:srgbClr val="0A3A99"/>
                </a:solidFill>
                <a:latin typeface="Aptos"/>
              </a:rPr>
              <a:t>TRANSPORT</a:t>
            </a:r>
          </a:p>
        </p:txBody>
      </p:sp>
      <p:sp>
        <p:nvSpPr>
          <p:cNvPr id="18" name="TextBox 17"/>
          <p:cNvSpPr txBox="1"/>
          <p:nvPr/>
        </p:nvSpPr>
        <p:spPr>
          <a:xfrm>
            <a:off x="8198552" y="5911453"/>
            <a:ext cx="2643187" cy="892968"/>
          </a:xfrm>
          <a:prstGeom prst="rect">
            <a:avLst/>
          </a:prstGeom>
          <a:noFill/>
        </p:spPr>
        <p:txBody>
          <a:bodyPr wrap="square" lIns="0" tIns="0" rIns="0" bIns="0">
            <a:spAutoFit/>
          </a:bodyPr>
          <a:lstStyle/>
          <a:p>
            <a:pPr>
              <a:lnSpc>
                <a:spcPct val="125000"/>
              </a:lnSpc>
            </a:pPr>
            <a:r>
              <a:rPr lang="en-US" sz="2200" b="0" i="0" noProof="1">
                <a:solidFill>
                  <a:srgbClr val="333333"/>
                </a:solidFill>
                <a:latin typeface="Aptos"/>
              </a:rPr>
              <a:t>Across any boundary.</a:t>
            </a:r>
          </a:p>
          <a:p>
            <a:pPr>
              <a:lnSpc>
                <a:spcPct val="125000"/>
              </a:lnSpc>
            </a:pPr>
            <a:r>
              <a:rPr lang="en-US" sz="2200" b="0" i="0" noProof="1">
                <a:solidFill>
                  <a:srgbClr val="333333"/>
                </a:solidFill>
                <a:latin typeface="Aptos"/>
              </a:rPr>
              <a:t>Even air-gapped.</a:t>
            </a:r>
          </a:p>
        </p:txBody>
      </p:sp>
      <p:sp>
        <p:nvSpPr>
          <p:cNvPr id="19" name="Rounded Rectangle 18"/>
          <p:cNvSpPr/>
          <p:nvPr/>
        </p:nvSpPr>
        <p:spPr>
          <a:xfrm>
            <a:off x="11573974" y="4214812"/>
            <a:ext cx="3214687" cy="3571875"/>
          </a:xfrm>
          <a:prstGeom prst="roundRect">
            <a:avLst>
              <a:gd name="adj" fmla="val 3888"/>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20" name="Rectangle 19"/>
          <p:cNvSpPr/>
          <p:nvPr/>
        </p:nvSpPr>
        <p:spPr>
          <a:xfrm>
            <a:off x="11573974" y="4214812"/>
            <a:ext cx="3214687" cy="35718"/>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pic>
        <p:nvPicPr>
          <p:cNvPr id="21" name="Picture 20" descr="rocket-stroke-1.0-brand-blue.png"/>
          <p:cNvPicPr>
            <a:picLocks noChangeAspect="1"/>
          </p:cNvPicPr>
          <p:nvPr/>
        </p:nvPicPr>
        <p:blipFill>
          <a:blip r:embed="rId6"/>
          <a:stretch>
            <a:fillRect/>
          </a:stretch>
        </p:blipFill>
        <p:spPr>
          <a:xfrm>
            <a:off x="11859724" y="4536281"/>
            <a:ext cx="535781" cy="535781"/>
          </a:xfrm>
          <a:prstGeom prst="rect">
            <a:avLst/>
          </a:prstGeom>
        </p:spPr>
      </p:pic>
      <p:sp>
        <p:nvSpPr>
          <p:cNvPr id="22" name="TextBox 21"/>
          <p:cNvSpPr txBox="1"/>
          <p:nvPr/>
        </p:nvSpPr>
        <p:spPr>
          <a:xfrm>
            <a:off x="11859724" y="5429250"/>
            <a:ext cx="2643187" cy="392906"/>
          </a:xfrm>
          <a:prstGeom prst="rect">
            <a:avLst/>
          </a:prstGeom>
          <a:noFill/>
        </p:spPr>
        <p:txBody>
          <a:bodyPr wrap="square" lIns="0" tIns="0" rIns="0" bIns="0" anchor="ctr">
            <a:spAutoFit/>
          </a:bodyPr>
          <a:lstStyle/>
          <a:p>
            <a:r>
              <a:rPr lang="en-US" sz="3000" b="1" i="0" noProof="1">
                <a:solidFill>
                  <a:srgbClr val="0A3A99"/>
                </a:solidFill>
                <a:latin typeface="Aptos"/>
              </a:rPr>
              <a:t>DEPLOY</a:t>
            </a:r>
          </a:p>
        </p:txBody>
      </p:sp>
      <p:sp>
        <p:nvSpPr>
          <p:cNvPr id="23" name="TextBox 22"/>
          <p:cNvSpPr txBox="1"/>
          <p:nvPr/>
        </p:nvSpPr>
        <p:spPr>
          <a:xfrm>
            <a:off x="11859724" y="5911453"/>
            <a:ext cx="2928937" cy="818750"/>
          </a:xfrm>
          <a:prstGeom prst="rect">
            <a:avLst/>
          </a:prstGeom>
          <a:noFill/>
        </p:spPr>
        <p:txBody>
          <a:bodyPr wrap="square" lIns="0" tIns="0" rIns="0" bIns="0" anchor="t">
            <a:spAutoFit/>
          </a:bodyPr>
          <a:lstStyle/>
          <a:p>
            <a:pPr>
              <a:lnSpc>
                <a:spcPct val="125000"/>
              </a:lnSpc>
            </a:pPr>
            <a:r>
              <a:rPr lang="en-US" sz="2200" noProof="1">
                <a:solidFill>
                  <a:srgbClr val="333333"/>
                </a:solidFill>
              </a:rPr>
              <a:t>Verify · Unpack · Deploy</a:t>
            </a:r>
            <a:br>
              <a:rPr lang="en-US" sz="2200" noProof="1">
                <a:solidFill>
                  <a:srgbClr val="333333"/>
                </a:solidFill>
              </a:rPr>
            </a:br>
            <a:r>
              <a:rPr lang="en-US" sz="2200" b="0" i="0" noProof="1">
                <a:solidFill>
                  <a:srgbClr val="333333"/>
                </a:solidFill>
                <a:latin typeface="Aptos"/>
              </a:rPr>
              <a:t>OCM K8s Controllers</a:t>
            </a:r>
            <a:r>
              <a:rPr lang="en-US" sz="2200" noProof="1">
                <a:solidFill>
                  <a:srgbClr val="333333"/>
                </a:solidFill>
                <a:latin typeface="Aptos"/>
              </a:rPr>
              <a:t>.</a:t>
            </a:r>
            <a:endParaRPr lang="en-US" sz="2200" b="0" i="0" noProof="1">
              <a:solidFill>
                <a:srgbClr val="333333"/>
              </a:solidFill>
              <a:latin typeface="Aptos"/>
            </a:endParaRPr>
          </a:p>
        </p:txBody>
      </p:sp>
      <p:sp>
        <p:nvSpPr>
          <p:cNvPr id="32" name="Freeform 31"/>
          <p:cNvSpPr/>
          <p:nvPr/>
        </p:nvSpPr>
        <p:spPr>
          <a:xfrm>
            <a:off x="15544342" y="4484902"/>
            <a:ext cx="1946671" cy="1107281"/>
          </a:xfrm>
          <a:custGeom>
            <a:avLst/>
            <a:gdLst/>
            <a:ahLst/>
            <a:cxnLst/>
            <a:rect l="l" t="t" r="r" b="b"/>
            <a:pathLst>
              <a:path w="1946671" h="1107281">
                <a:moveTo>
                  <a:pt x="464343" y="1107281"/>
                </a:moveTo>
                <a:cubicBezTo>
                  <a:pt x="214312" y="1107281"/>
                  <a:pt x="0" y="928687"/>
                  <a:pt x="0" y="660796"/>
                </a:cubicBezTo>
                <a:cubicBezTo>
                  <a:pt x="0" y="428625"/>
                  <a:pt x="196453" y="232171"/>
                  <a:pt x="446484" y="267890"/>
                </a:cubicBezTo>
                <a:cubicBezTo>
                  <a:pt x="535781" y="71437"/>
                  <a:pt x="785812" y="0"/>
                  <a:pt x="964406" y="142875"/>
                </a:cubicBezTo>
                <a:cubicBezTo>
                  <a:pt x="1143000" y="0"/>
                  <a:pt x="1410890" y="71437"/>
                  <a:pt x="1518046" y="285750"/>
                </a:cubicBezTo>
                <a:cubicBezTo>
                  <a:pt x="1750218" y="267890"/>
                  <a:pt x="1946671" y="446484"/>
                  <a:pt x="1946671" y="660796"/>
                </a:cubicBezTo>
                <a:cubicBezTo>
                  <a:pt x="1946671" y="910828"/>
                  <a:pt x="1732359" y="1107281"/>
                  <a:pt x="1518046" y="1107281"/>
                </a:cubicBezTo>
                <a:close/>
              </a:path>
            </a:pathLst>
          </a:cu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pic>
        <p:nvPicPr>
          <p:cNvPr id="33" name="Picture 32" descr="lock-stroke-1.0-white.png"/>
          <p:cNvPicPr>
            <a:picLocks noChangeAspect="1"/>
          </p:cNvPicPr>
          <p:nvPr/>
        </p:nvPicPr>
        <p:blipFill>
          <a:blip r:embed="rId7"/>
          <a:stretch>
            <a:fillRect/>
          </a:stretch>
        </p:blipFill>
        <p:spPr>
          <a:xfrm>
            <a:off x="16267647" y="4779581"/>
            <a:ext cx="500062" cy="500062"/>
          </a:xfrm>
          <a:prstGeom prst="rect">
            <a:avLst/>
          </a:prstGeom>
        </p:spPr>
      </p:pic>
      <p:sp>
        <p:nvSpPr>
          <p:cNvPr id="34" name="TextBox 33"/>
          <p:cNvSpPr txBox="1"/>
          <p:nvPr/>
        </p:nvSpPr>
        <p:spPr>
          <a:xfrm>
            <a:off x="15267521" y="5681480"/>
            <a:ext cx="2500312" cy="714375"/>
          </a:xfrm>
          <a:prstGeom prst="rect">
            <a:avLst/>
          </a:prstGeom>
          <a:noFill/>
        </p:spPr>
        <p:txBody>
          <a:bodyPr wrap="square" lIns="0" tIns="0" rIns="0" bIns="0">
            <a:spAutoFit/>
          </a:bodyPr>
          <a:lstStyle/>
          <a:p>
            <a:pPr algn="ctr"/>
            <a:r>
              <a:rPr lang="en-US" sz="3000" b="1" i="0" noProof="1">
                <a:solidFill>
                  <a:srgbClr val="0A3A99"/>
                </a:solidFill>
                <a:latin typeface="Aptos"/>
              </a:rPr>
              <a:t>SOVEREIGN</a:t>
            </a:r>
          </a:p>
          <a:p>
            <a:pPr algn="ctr"/>
            <a:r>
              <a:rPr lang="en-US" sz="3000" b="1" i="0" noProof="1">
                <a:solidFill>
                  <a:srgbClr val="0A3A99"/>
                </a:solidFill>
                <a:latin typeface="Aptos"/>
              </a:rPr>
              <a:t>CLOUD</a:t>
            </a:r>
          </a:p>
        </p:txBody>
      </p:sp>
      <p:sp>
        <p:nvSpPr>
          <p:cNvPr id="35" name="TextBox 34"/>
          <p:cNvSpPr txBox="1"/>
          <p:nvPr/>
        </p:nvSpPr>
        <p:spPr>
          <a:xfrm>
            <a:off x="15026420" y="6610167"/>
            <a:ext cx="3036093" cy="803671"/>
          </a:xfrm>
          <a:prstGeom prst="rect">
            <a:avLst/>
          </a:prstGeom>
          <a:noFill/>
        </p:spPr>
        <p:txBody>
          <a:bodyPr wrap="square" lIns="0" tIns="0" rIns="0" bIns="0">
            <a:spAutoFit/>
          </a:bodyPr>
          <a:lstStyle/>
          <a:p>
            <a:pPr algn="ctr">
              <a:lnSpc>
                <a:spcPct val="125000"/>
              </a:lnSpc>
            </a:pPr>
            <a:r>
              <a:rPr lang="en-US" sz="2200" b="0" i="0" noProof="1">
                <a:solidFill>
                  <a:srgbClr val="333333"/>
                </a:solidFill>
                <a:latin typeface="Aptos"/>
              </a:rPr>
              <a:t>Verify at destination.</a:t>
            </a:r>
          </a:p>
          <a:p>
            <a:pPr algn="ctr">
              <a:lnSpc>
                <a:spcPct val="125000"/>
              </a:lnSpc>
            </a:pPr>
            <a:r>
              <a:rPr lang="en-US" sz="2200" b="0" i="0" noProof="1">
                <a:solidFill>
                  <a:srgbClr val="333333"/>
                </a:solidFill>
                <a:latin typeface="Aptos"/>
              </a:rPr>
              <a:t>No callback upstream.</a:t>
            </a:r>
          </a:p>
        </p:txBody>
      </p:sp>
      <p:grpSp>
        <p:nvGrpSpPr>
          <p:cNvPr id="28" name="Gruppieren 27">
            <a:extLst>
              <a:ext uri="{FF2B5EF4-FFF2-40B4-BE49-F238E27FC236}">
                <a16:creationId xmlns:a16="http://schemas.microsoft.com/office/drawing/2014/main" id="{2AA83272-0B78-D157-8AEC-F00882DB554D}"/>
              </a:ext>
            </a:extLst>
          </p:cNvPr>
          <p:cNvGrpSpPr/>
          <p:nvPr/>
        </p:nvGrpSpPr>
        <p:grpSpPr>
          <a:xfrm>
            <a:off x="3805145" y="5864561"/>
            <a:ext cx="480758" cy="267892"/>
            <a:chOff x="3805145" y="5864561"/>
            <a:chExt cx="480758" cy="267892"/>
          </a:xfrm>
        </p:grpSpPr>
        <p:cxnSp>
          <p:nvCxnSpPr>
            <p:cNvPr id="37" name="Gerade Verbindung mit Pfeil 36">
              <a:extLst>
                <a:ext uri="{FF2B5EF4-FFF2-40B4-BE49-F238E27FC236}">
                  <a16:creationId xmlns:a16="http://schemas.microsoft.com/office/drawing/2014/main" id="{F554FAC5-F3C0-CE6F-227F-7A76A56107A8}"/>
                </a:ext>
              </a:extLst>
            </p:cNvPr>
            <p:cNvCxnSpPr>
              <a:stCxn id="4" idx="3"/>
              <a:endCxn id="9" idx="1"/>
            </p:cNvCxnSpPr>
            <p:nvPr/>
          </p:nvCxnSpPr>
          <p:spPr>
            <a:xfrm>
              <a:off x="3805145" y="6000750"/>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38" name="Dreieck 37">
              <a:extLst>
                <a:ext uri="{FF2B5EF4-FFF2-40B4-BE49-F238E27FC236}">
                  <a16:creationId xmlns:a16="http://schemas.microsoft.com/office/drawing/2014/main" id="{1FCA1E92-68EC-0680-E9E4-23C6F0C292C5}"/>
                </a:ext>
              </a:extLst>
            </p:cNvPr>
            <p:cNvSpPr/>
            <p:nvPr/>
          </p:nvSpPr>
          <p:spPr>
            <a:xfrm rot="5400000">
              <a:off x="4060966" y="5907515"/>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24" name="Gruppieren 23">
            <a:extLst>
              <a:ext uri="{FF2B5EF4-FFF2-40B4-BE49-F238E27FC236}">
                <a16:creationId xmlns:a16="http://schemas.microsoft.com/office/drawing/2014/main" id="{4D6B3099-F8FE-D5DE-7645-64C2CE0D9F1C}"/>
              </a:ext>
            </a:extLst>
          </p:cNvPr>
          <p:cNvGrpSpPr/>
          <p:nvPr/>
        </p:nvGrpSpPr>
        <p:grpSpPr>
          <a:xfrm>
            <a:off x="11136418" y="5864559"/>
            <a:ext cx="446485" cy="267892"/>
            <a:chOff x="11136418" y="5864559"/>
            <a:chExt cx="446485" cy="267892"/>
          </a:xfrm>
        </p:grpSpPr>
        <p:cxnSp>
          <p:nvCxnSpPr>
            <p:cNvPr id="41" name="Gerade Verbindung mit Pfeil 40">
              <a:extLst>
                <a:ext uri="{FF2B5EF4-FFF2-40B4-BE49-F238E27FC236}">
                  <a16:creationId xmlns:a16="http://schemas.microsoft.com/office/drawing/2014/main" id="{69B5CF21-AF4B-466C-5778-B6838D832C5E}"/>
                </a:ext>
              </a:extLst>
            </p:cNvPr>
            <p:cNvCxnSpPr/>
            <p:nvPr/>
          </p:nvCxnSpPr>
          <p:spPr>
            <a:xfrm>
              <a:off x="11136418" y="6000748"/>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2" name="Dreieck 41">
              <a:extLst>
                <a:ext uri="{FF2B5EF4-FFF2-40B4-BE49-F238E27FC236}">
                  <a16:creationId xmlns:a16="http://schemas.microsoft.com/office/drawing/2014/main" id="{81344D99-E655-8F7A-EB1F-6748C602407E}"/>
                </a:ext>
              </a:extLst>
            </p:cNvPr>
            <p:cNvSpPr/>
            <p:nvPr/>
          </p:nvSpPr>
          <p:spPr>
            <a:xfrm rot="5400000">
              <a:off x="11355767" y="5907513"/>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26" name="Gruppieren 25">
            <a:extLst>
              <a:ext uri="{FF2B5EF4-FFF2-40B4-BE49-F238E27FC236}">
                <a16:creationId xmlns:a16="http://schemas.microsoft.com/office/drawing/2014/main" id="{DE962839-B57A-25D2-F442-9A240E018D00}"/>
              </a:ext>
            </a:extLst>
          </p:cNvPr>
          <p:cNvGrpSpPr/>
          <p:nvPr/>
        </p:nvGrpSpPr>
        <p:grpSpPr>
          <a:xfrm>
            <a:off x="14797590" y="5911453"/>
            <a:ext cx="446485" cy="267892"/>
            <a:chOff x="14797590" y="5911453"/>
            <a:chExt cx="446485" cy="267892"/>
          </a:xfrm>
        </p:grpSpPr>
        <p:cxnSp>
          <p:nvCxnSpPr>
            <p:cNvPr id="44" name="Gerade Verbindung mit Pfeil 43">
              <a:extLst>
                <a:ext uri="{FF2B5EF4-FFF2-40B4-BE49-F238E27FC236}">
                  <a16:creationId xmlns:a16="http://schemas.microsoft.com/office/drawing/2014/main" id="{8E0C70D7-BF51-B9CE-03B2-D31AE5C384AB}"/>
                </a:ext>
              </a:extLst>
            </p:cNvPr>
            <p:cNvCxnSpPr/>
            <p:nvPr/>
          </p:nvCxnSpPr>
          <p:spPr>
            <a:xfrm>
              <a:off x="14797590" y="6047642"/>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5" name="Dreieck 44">
              <a:extLst>
                <a:ext uri="{FF2B5EF4-FFF2-40B4-BE49-F238E27FC236}">
                  <a16:creationId xmlns:a16="http://schemas.microsoft.com/office/drawing/2014/main" id="{02571F0B-70F2-BFBC-9BDA-CADB3AD55FF3}"/>
                </a:ext>
              </a:extLst>
            </p:cNvPr>
            <p:cNvSpPr/>
            <p:nvPr/>
          </p:nvSpPr>
          <p:spPr>
            <a:xfrm rot="5400000">
              <a:off x="15016939" y="5954407"/>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25" name="Gruppieren 24">
            <a:extLst>
              <a:ext uri="{FF2B5EF4-FFF2-40B4-BE49-F238E27FC236}">
                <a16:creationId xmlns:a16="http://schemas.microsoft.com/office/drawing/2014/main" id="{1AA0B8E6-B072-2968-9894-E947B6C5DD7E}"/>
              </a:ext>
            </a:extLst>
          </p:cNvPr>
          <p:cNvGrpSpPr/>
          <p:nvPr/>
        </p:nvGrpSpPr>
        <p:grpSpPr>
          <a:xfrm>
            <a:off x="7475246" y="5864560"/>
            <a:ext cx="446485" cy="267892"/>
            <a:chOff x="7475246" y="5864560"/>
            <a:chExt cx="446485" cy="267892"/>
          </a:xfrm>
        </p:grpSpPr>
        <p:cxnSp>
          <p:nvCxnSpPr>
            <p:cNvPr id="47" name="Gerade Verbindung mit Pfeil 46">
              <a:extLst>
                <a:ext uri="{FF2B5EF4-FFF2-40B4-BE49-F238E27FC236}">
                  <a16:creationId xmlns:a16="http://schemas.microsoft.com/office/drawing/2014/main" id="{85FFE41B-6015-D37F-E864-EE7BB44D55BE}"/>
                </a:ext>
              </a:extLst>
            </p:cNvPr>
            <p:cNvCxnSpPr/>
            <p:nvPr/>
          </p:nvCxnSpPr>
          <p:spPr>
            <a:xfrm>
              <a:off x="7475246" y="6000749"/>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8" name="Dreieck 47">
              <a:extLst>
                <a:ext uri="{FF2B5EF4-FFF2-40B4-BE49-F238E27FC236}">
                  <a16:creationId xmlns:a16="http://schemas.microsoft.com/office/drawing/2014/main" id="{74198971-3169-BA4B-D785-07F81ECC6767}"/>
                </a:ext>
              </a:extLst>
            </p:cNvPr>
            <p:cNvSpPr/>
            <p:nvPr/>
          </p:nvSpPr>
          <p:spPr>
            <a:xfrm rot="5400000">
              <a:off x="7694595" y="5907514"/>
              <a:ext cx="267892" cy="1819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COMPOSE</a:t>
            </a:r>
          </a:p>
        </p:txBody>
      </p:sp>
      <p:sp>
        <p:nvSpPr>
          <p:cNvPr id="3" name="Title 2"/>
          <p:cNvSpPr>
            <a:spLocks noGrp="1"/>
          </p:cNvSpPr>
          <p:nvPr>
            <p:ph type="title" idx="2"/>
          </p:nvPr>
        </p:nvSpPr>
        <p:spPr/>
        <p:txBody>
          <a:bodyPr>
            <a:normAutofit fontScale="90000"/>
          </a:bodyPr>
          <a:lstStyle/>
          <a:p>
            <a:r>
              <a:rPr lang="en-US" noProof="1"/>
              <a:t>Service carries resources. Product carries references.</a:t>
            </a:r>
          </a:p>
        </p:txBody>
      </p:sp>
      <p:sp>
        <p:nvSpPr>
          <p:cNvPr id="4" name="TextBox 3"/>
          <p:cNvSpPr txBox="1"/>
          <p:nvPr/>
        </p:nvSpPr>
        <p:spPr>
          <a:xfrm>
            <a:off x="1143000" y="2476500"/>
            <a:ext cx="13138265" cy="857250"/>
          </a:xfrm>
          <a:prstGeom prst="rect">
            <a:avLst/>
          </a:prstGeom>
          <a:noFill/>
        </p:spPr>
        <p:txBody>
          <a:bodyPr wrap="square" lIns="0" tIns="0" rIns="0" bIns="0">
            <a:spAutoFit/>
          </a:bodyPr>
          <a:lstStyle/>
          <a:p>
            <a:pPr algn="l">
              <a:lnSpc>
                <a:spcPct val="130000"/>
              </a:lnSpc>
            </a:pPr>
            <a:r>
              <a:rPr lang="en-US" sz="2200" b="1" noProof="1">
                <a:solidFill>
                  <a:srgbClr val="0F6BFF"/>
                </a:solidFill>
                <a:latin typeface="Aptos"/>
              </a:rPr>
              <a:t>Service components </a:t>
            </a:r>
            <a:r>
              <a:rPr lang="en-US" sz="2200" noProof="1">
                <a:solidFill>
                  <a:srgbClr val="000000"/>
                </a:solidFill>
                <a:latin typeface="Aptos"/>
              </a:rPr>
              <a:t>carry resources - images, charts, configs, SBOMs, …
</a:t>
            </a:r>
            <a:r>
              <a:rPr lang="en-US" sz="2200" b="1" noProof="1">
                <a:solidFill>
                  <a:srgbClr val="0F6BFF"/>
                </a:solidFill>
                <a:latin typeface="Aptos"/>
              </a:rPr>
              <a:t>A product component </a:t>
            </a:r>
            <a:r>
              <a:rPr lang="en-US" sz="2200" noProof="1">
                <a:solidFill>
                  <a:srgbClr val="000000"/>
                </a:solidFill>
                <a:latin typeface="Aptos"/>
              </a:rPr>
              <a:t>composes other components. One release unit, transferable, signable end-to-end.</a:t>
            </a:r>
          </a:p>
        </p:txBody>
      </p:sp>
      <p:sp>
        <p:nvSpPr>
          <p:cNvPr id="5" name="Rounded Rectangle 4"/>
          <p:cNvSpPr/>
          <p:nvPr/>
        </p:nvSpPr>
        <p:spPr>
          <a:xfrm>
            <a:off x="1143000" y="4381500"/>
            <a:ext cx="7239000" cy="2233333"/>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gn="l">
              <a:lnSpc>
                <a:spcPct val="115000"/>
              </a:lnSpc>
              <a:spcBef>
                <a:spcPts val="0"/>
              </a:spcBef>
              <a:spcAft>
                <a:spcPts val="0"/>
              </a:spcAft>
            </a:pPr>
            <a:r>
              <a:rPr lang="en-US" sz="1700" noProof="1">
                <a:solidFill>
                  <a:srgbClr val="0A3A99"/>
                </a:solidFill>
                <a:latin typeface="Consolas"/>
              </a:rPr>
              <a:t>components:</a:t>
            </a:r>
          </a:p>
          <a:p>
            <a:pPr algn="l">
              <a:lnSpc>
                <a:spcPct val="115000"/>
              </a:lnSpc>
              <a:spcBef>
                <a:spcPts val="0"/>
              </a:spcBef>
              <a:spcAft>
                <a:spcPts val="0"/>
              </a:spcAft>
            </a:pPr>
            <a:r>
              <a:rPr lang="en-US" sz="1700" noProof="1">
                <a:solidFill>
                  <a:srgbClr val="000000"/>
                </a:solidFill>
                <a:latin typeface="Consolas"/>
              </a:rPr>
              <a:t>  - name: acme.org/sovereign/notes</a:t>
            </a:r>
          </a:p>
          <a:p>
            <a:pPr algn="l">
              <a:lnSpc>
                <a:spcPct val="115000"/>
              </a:lnSpc>
              <a:spcBef>
                <a:spcPts val="0"/>
              </a:spcBef>
              <a:spcAft>
                <a:spcPts val="0"/>
              </a:spcAft>
            </a:pPr>
            <a:r>
              <a:rPr lang="en-US" sz="1700" noProof="1">
                <a:solidFill>
                  <a:srgbClr val="000000"/>
                </a:solidFill>
                <a:latin typeface="Consolas"/>
              </a:rPr>
              <a:t>    version: 1.0.0</a:t>
            </a:r>
          </a:p>
          <a:p>
            <a:pPr algn="l">
              <a:lnSpc>
                <a:spcPct val="115000"/>
              </a:lnSpc>
              <a:spcBef>
                <a:spcPts val="0"/>
              </a:spcBef>
              <a:spcAft>
                <a:spcPts val="0"/>
              </a:spcAft>
            </a:pPr>
            <a:r>
              <a:rPr lang="en-US" sz="1700" noProof="1">
                <a:solidFill>
                  <a:srgbClr val="0A3A99"/>
                </a:solidFill>
                <a:latin typeface="Consolas"/>
              </a:rPr>
              <a:t>    resources:</a:t>
            </a:r>
          </a:p>
          <a:p>
            <a:pPr algn="l">
              <a:lnSpc>
                <a:spcPct val="115000"/>
              </a:lnSpc>
              <a:spcBef>
                <a:spcPts val="0"/>
              </a:spcBef>
              <a:spcAft>
                <a:spcPts val="0"/>
              </a:spcAft>
            </a:pPr>
            <a:r>
              <a:rPr lang="en-US" sz="1700" noProof="1">
                <a:solidFill>
                  <a:srgbClr val="000000"/>
                </a:solidFill>
                <a:latin typeface="Consolas"/>
              </a:rPr>
              <a:t>      - name: image       # OCI image</a:t>
            </a:r>
          </a:p>
          <a:p>
            <a:pPr algn="l">
              <a:lnSpc>
                <a:spcPct val="115000"/>
              </a:lnSpc>
              <a:spcBef>
                <a:spcPts val="0"/>
              </a:spcBef>
              <a:spcAft>
                <a:spcPts val="0"/>
              </a:spcAft>
            </a:pPr>
            <a:r>
              <a:rPr lang="en-US" sz="1700" noProof="1">
                <a:solidFill>
                  <a:srgbClr val="6B7280"/>
                </a:solidFill>
                <a:latin typeface="Consolas"/>
              </a:rPr>
              <a:t>        # type, access, digest trimmed </a:t>
            </a:r>
          </a:p>
          <a:p>
            <a:pPr algn="l">
              <a:lnSpc>
                <a:spcPct val="115000"/>
              </a:lnSpc>
              <a:spcBef>
                <a:spcPts val="0"/>
              </a:spcBef>
              <a:spcAft>
                <a:spcPts val="0"/>
              </a:spcAft>
            </a:pPr>
            <a:r>
              <a:rPr lang="en-US" sz="1700" noProof="1">
                <a:solidFill>
                  <a:srgbClr val="000000"/>
                </a:solidFill>
                <a:latin typeface="Consolas"/>
              </a:rPr>
              <a:t>      </a:t>
            </a:r>
            <a:endParaRPr lang="en-US" sz="1700" noProof="1">
              <a:solidFill>
                <a:srgbClr val="6B7280"/>
              </a:solidFill>
              <a:latin typeface="Consolas"/>
            </a:endParaRPr>
          </a:p>
        </p:txBody>
      </p:sp>
      <p:sp>
        <p:nvSpPr>
          <p:cNvPr id="6" name="Rounded Rectangle 5"/>
          <p:cNvSpPr/>
          <p:nvPr/>
        </p:nvSpPr>
        <p:spPr>
          <a:xfrm>
            <a:off x="9906000" y="4381501"/>
            <a:ext cx="7239000" cy="4529744"/>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gn="l">
              <a:lnSpc>
                <a:spcPct val="115000"/>
              </a:lnSpc>
              <a:spcBef>
                <a:spcPts val="0"/>
              </a:spcBef>
              <a:spcAft>
                <a:spcPts val="0"/>
              </a:spcAft>
            </a:pPr>
            <a:r>
              <a:rPr lang="en-US" sz="1700" noProof="1">
                <a:solidFill>
                  <a:srgbClr val="0A3A99"/>
                </a:solidFill>
                <a:latin typeface="Consolas"/>
              </a:rPr>
              <a:t>components:</a:t>
            </a:r>
          </a:p>
          <a:p>
            <a:pPr algn="l">
              <a:lnSpc>
                <a:spcPct val="115000"/>
              </a:lnSpc>
              <a:spcBef>
                <a:spcPts val="0"/>
              </a:spcBef>
              <a:spcAft>
                <a:spcPts val="0"/>
              </a:spcAft>
            </a:pPr>
            <a:r>
              <a:rPr lang="en-US" sz="1700" noProof="1">
                <a:solidFill>
                  <a:srgbClr val="000000"/>
                </a:solidFill>
                <a:latin typeface="Consolas"/>
              </a:rPr>
              <a:t>  - name: acme.org/sovereign/product</a:t>
            </a:r>
          </a:p>
          <a:p>
            <a:pPr algn="l">
              <a:lnSpc>
                <a:spcPct val="115000"/>
              </a:lnSpc>
              <a:spcBef>
                <a:spcPts val="0"/>
              </a:spcBef>
              <a:spcAft>
                <a:spcPts val="0"/>
              </a:spcAft>
            </a:pPr>
            <a:r>
              <a:rPr lang="en-US" sz="1700" noProof="1">
                <a:solidFill>
                  <a:srgbClr val="000000"/>
                </a:solidFill>
                <a:latin typeface="Consolas"/>
              </a:rPr>
              <a:t>    version: 1.0.0</a:t>
            </a:r>
          </a:p>
          <a:p>
            <a:pPr algn="l">
              <a:lnSpc>
                <a:spcPct val="115000"/>
              </a:lnSpc>
              <a:spcBef>
                <a:spcPts val="0"/>
              </a:spcBef>
              <a:spcAft>
                <a:spcPts val="0"/>
              </a:spcAft>
            </a:pPr>
            <a:r>
              <a:rPr lang="en-US" sz="1700" noProof="1">
                <a:solidFill>
                  <a:srgbClr val="0A3A99"/>
                </a:solidFill>
                <a:latin typeface="Consolas"/>
              </a:rPr>
              <a:t>    componentReferences:</a:t>
            </a:r>
          </a:p>
          <a:p>
            <a:pPr algn="l">
              <a:lnSpc>
                <a:spcPct val="115000"/>
              </a:lnSpc>
              <a:spcBef>
                <a:spcPts val="0"/>
              </a:spcBef>
              <a:spcAft>
                <a:spcPts val="0"/>
              </a:spcAft>
            </a:pPr>
            <a:r>
              <a:rPr lang="en-US" sz="1700" noProof="1">
                <a:solidFill>
                  <a:srgbClr val="000000"/>
                </a:solidFill>
                <a:latin typeface="Consolas"/>
              </a:rPr>
              <a:t>      - name: notes</a:t>
            </a:r>
          </a:p>
          <a:p>
            <a:pPr algn="l">
              <a:lnSpc>
                <a:spcPct val="115000"/>
              </a:lnSpc>
              <a:spcBef>
                <a:spcPts val="0"/>
              </a:spcBef>
              <a:spcAft>
                <a:spcPts val="0"/>
              </a:spcAft>
            </a:pPr>
            <a:r>
              <a:rPr lang="en-US" sz="1700" noProof="1">
                <a:solidFill>
                  <a:srgbClr val="000000"/>
                </a:solidFill>
                <a:latin typeface="Consolas"/>
              </a:rPr>
              <a:t>        componentName: acme.org/sovereign/notes</a:t>
            </a:r>
          </a:p>
          <a:p>
            <a:pPr algn="l">
              <a:lnSpc>
                <a:spcPct val="115000"/>
              </a:lnSpc>
              <a:spcBef>
                <a:spcPts val="0"/>
              </a:spcBef>
              <a:spcAft>
                <a:spcPts val="0"/>
              </a:spcAft>
            </a:pPr>
            <a:r>
              <a:rPr lang="en-US" sz="1700" noProof="1">
                <a:solidFill>
                  <a:srgbClr val="000000"/>
                </a:solidFill>
                <a:latin typeface="Consolas"/>
              </a:rPr>
              <a:t>        version: 1.0.0</a:t>
            </a:r>
          </a:p>
          <a:p>
            <a:pPr algn="l">
              <a:lnSpc>
                <a:spcPct val="115000"/>
              </a:lnSpc>
              <a:spcBef>
                <a:spcPts val="0"/>
              </a:spcBef>
              <a:spcAft>
                <a:spcPts val="0"/>
              </a:spcAft>
            </a:pPr>
            <a:r>
              <a:rPr lang="en-US" sz="1700" noProof="1">
                <a:solidFill>
                  <a:srgbClr val="000000"/>
                </a:solidFill>
                <a:latin typeface="Consolas"/>
              </a:rPr>
              <a:t>      - name: postgres</a:t>
            </a:r>
          </a:p>
          <a:p>
            <a:pPr algn="l">
              <a:lnSpc>
                <a:spcPct val="115000"/>
              </a:lnSpc>
              <a:spcBef>
                <a:spcPts val="0"/>
              </a:spcBef>
              <a:spcAft>
                <a:spcPts val="0"/>
              </a:spcAft>
            </a:pPr>
            <a:r>
              <a:rPr lang="en-US" sz="1700" noProof="1">
                <a:solidFill>
                  <a:srgbClr val="000000"/>
                </a:solidFill>
                <a:latin typeface="Consolas"/>
              </a:rPr>
              <a:t>        componentName: acme.org/sovereign/postgres</a:t>
            </a:r>
          </a:p>
          <a:p>
            <a:pPr algn="l">
              <a:lnSpc>
                <a:spcPct val="115000"/>
              </a:lnSpc>
              <a:spcBef>
                <a:spcPts val="0"/>
              </a:spcBef>
              <a:spcAft>
                <a:spcPts val="0"/>
              </a:spcAft>
            </a:pPr>
            <a:r>
              <a:rPr lang="en-US" sz="1700" noProof="1">
                <a:solidFill>
                  <a:srgbClr val="000000"/>
                </a:solidFill>
                <a:latin typeface="Consolas"/>
              </a:rPr>
              <a:t>        version: 1.0.0</a:t>
            </a:r>
            <a:br>
              <a:rPr lang="en-US" sz="1700" noProof="1">
                <a:solidFill>
                  <a:srgbClr val="000000"/>
                </a:solidFill>
                <a:latin typeface="Consolas"/>
              </a:rPr>
            </a:br>
            <a:endParaRPr lang="en-US" sz="1700" noProof="1">
              <a:solidFill>
                <a:srgbClr val="000000"/>
              </a:solidFill>
              <a:latin typeface="Consolas"/>
            </a:endParaRPr>
          </a:p>
          <a:p>
            <a:pPr algn="l">
              <a:lnSpc>
                <a:spcPct val="115000"/>
              </a:lnSpc>
              <a:spcBef>
                <a:spcPts val="0"/>
              </a:spcBef>
              <a:spcAft>
                <a:spcPts val="0"/>
              </a:spcAft>
            </a:pPr>
            <a:r>
              <a:rPr lang="en-US" sz="1700" noProof="1">
                <a:solidFill>
                  <a:srgbClr val="6B7280"/>
                </a:solidFill>
                <a:latin typeface="Consolas"/>
              </a:rPr>
              <a:t># no resources of its own - pure composition</a:t>
            </a:r>
          </a:p>
        </p:txBody>
      </p:sp>
      <p:sp>
        <p:nvSpPr>
          <p:cNvPr id="7" name="TextBox 6"/>
          <p:cNvSpPr txBox="1"/>
          <p:nvPr/>
        </p:nvSpPr>
        <p:spPr>
          <a:xfrm>
            <a:off x="1499363" y="3901329"/>
            <a:ext cx="1295400" cy="342900"/>
          </a:xfrm>
          <a:prstGeom prst="rect">
            <a:avLst/>
          </a:prstGeom>
          <a:noFill/>
        </p:spPr>
        <p:txBody>
          <a:bodyPr wrap="square" lIns="0" tIns="0" rIns="0" bIns="0">
            <a:spAutoFit/>
          </a:bodyPr>
          <a:lstStyle/>
          <a:p>
            <a:pPr algn="l"/>
            <a:r>
              <a:rPr lang="en-US" sz="2200" b="1" noProof="1">
                <a:solidFill>
                  <a:srgbClr val="6B7280"/>
                </a:solidFill>
                <a:latin typeface="Aptos"/>
              </a:rPr>
              <a:t>SERVICES</a:t>
            </a:r>
          </a:p>
        </p:txBody>
      </p:sp>
      <p:sp>
        <p:nvSpPr>
          <p:cNvPr id="8" name="TextBox 7"/>
          <p:cNvSpPr txBox="1"/>
          <p:nvPr/>
        </p:nvSpPr>
        <p:spPr>
          <a:xfrm>
            <a:off x="10555357" y="3905250"/>
            <a:ext cx="1543878" cy="342900"/>
          </a:xfrm>
          <a:prstGeom prst="rect">
            <a:avLst/>
          </a:prstGeom>
          <a:noFill/>
        </p:spPr>
        <p:txBody>
          <a:bodyPr wrap="square" lIns="0" tIns="0" rIns="0" bIns="0">
            <a:spAutoFit/>
          </a:bodyPr>
          <a:lstStyle/>
          <a:p>
            <a:pPr algn="l"/>
            <a:r>
              <a:rPr lang="en-US" sz="2200" b="1" noProof="1">
                <a:solidFill>
                  <a:srgbClr val="0F6BFF"/>
                </a:solidFill>
                <a:latin typeface="Aptos"/>
              </a:rPr>
              <a:t>PRODUCT</a:t>
            </a:r>
          </a:p>
        </p:txBody>
      </p:sp>
      <p:sp>
        <p:nvSpPr>
          <p:cNvPr id="9" name="Right Arrow 8"/>
          <p:cNvSpPr/>
          <p:nvPr/>
        </p:nvSpPr>
        <p:spPr>
          <a:xfrm>
            <a:off x="8667750" y="6381751"/>
            <a:ext cx="952500" cy="762000"/>
          </a:xfrm>
          <a:prstGeom prst="rightArrow">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0" name="Rounded Rectangle 4">
            <a:extLst>
              <a:ext uri="{FF2B5EF4-FFF2-40B4-BE49-F238E27FC236}">
                <a16:creationId xmlns:a16="http://schemas.microsoft.com/office/drawing/2014/main" id="{3CE4B281-E5D7-72F8-824E-17238D4AFDA1}"/>
              </a:ext>
            </a:extLst>
          </p:cNvPr>
          <p:cNvSpPr/>
          <p:nvPr/>
        </p:nvSpPr>
        <p:spPr>
          <a:xfrm>
            <a:off x="1143000" y="6889376"/>
            <a:ext cx="7239000" cy="2826124"/>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gn="l">
              <a:lnSpc>
                <a:spcPct val="115000"/>
              </a:lnSpc>
              <a:spcBef>
                <a:spcPts val="0"/>
              </a:spcBef>
              <a:spcAft>
                <a:spcPts val="0"/>
              </a:spcAft>
            </a:pPr>
            <a:r>
              <a:rPr lang="en-US" sz="1700" noProof="1">
                <a:solidFill>
                  <a:srgbClr val="0A3A99"/>
                </a:solidFill>
                <a:latin typeface="Consolas"/>
              </a:rPr>
              <a:t>components:</a:t>
            </a:r>
          </a:p>
          <a:p>
            <a:pPr algn="l">
              <a:lnSpc>
                <a:spcPct val="115000"/>
              </a:lnSpc>
              <a:spcBef>
                <a:spcPts val="0"/>
              </a:spcBef>
              <a:spcAft>
                <a:spcPts val="0"/>
              </a:spcAft>
            </a:pPr>
            <a:r>
              <a:rPr lang="en-US" sz="1700" noProof="1">
                <a:solidFill>
                  <a:srgbClr val="000000"/>
                </a:solidFill>
                <a:latin typeface="Consolas"/>
              </a:rPr>
              <a:t>- name: acme.org/sovereign/postgres</a:t>
            </a:r>
          </a:p>
          <a:p>
            <a:pPr algn="l">
              <a:lnSpc>
                <a:spcPct val="115000"/>
              </a:lnSpc>
              <a:spcBef>
                <a:spcPts val="0"/>
              </a:spcBef>
              <a:spcAft>
                <a:spcPts val="0"/>
              </a:spcAft>
            </a:pPr>
            <a:r>
              <a:rPr lang="en-US" sz="1700" noProof="1">
                <a:solidFill>
                  <a:srgbClr val="000000"/>
                </a:solidFill>
                <a:latin typeface="Consolas"/>
              </a:rPr>
              <a:t>    version: 1.0.0</a:t>
            </a:r>
          </a:p>
          <a:p>
            <a:pPr algn="l">
              <a:lnSpc>
                <a:spcPct val="115000"/>
              </a:lnSpc>
              <a:spcBef>
                <a:spcPts val="0"/>
              </a:spcBef>
              <a:spcAft>
                <a:spcPts val="0"/>
              </a:spcAft>
            </a:pPr>
            <a:r>
              <a:rPr lang="en-US" sz="1700" noProof="1">
                <a:solidFill>
                  <a:srgbClr val="0A3A99"/>
                </a:solidFill>
                <a:latin typeface="Consolas"/>
              </a:rPr>
              <a:t>    resources:</a:t>
            </a:r>
          </a:p>
          <a:p>
            <a:pPr algn="l">
              <a:lnSpc>
                <a:spcPct val="115000"/>
              </a:lnSpc>
              <a:spcBef>
                <a:spcPts val="0"/>
              </a:spcBef>
              <a:spcAft>
                <a:spcPts val="0"/>
              </a:spcAft>
            </a:pPr>
            <a:r>
              <a:rPr lang="en-US" sz="1700" noProof="1">
                <a:solidFill>
                  <a:srgbClr val="000000"/>
                </a:solidFill>
                <a:latin typeface="Consolas"/>
              </a:rPr>
              <a:t>      - name: image       # OCI image</a:t>
            </a:r>
          </a:p>
          <a:p>
            <a:pPr>
              <a:lnSpc>
                <a:spcPct val="115000"/>
              </a:lnSpc>
            </a:pPr>
            <a:r>
              <a:rPr lang="en-US" sz="1700" noProof="1">
                <a:solidFill>
                  <a:srgbClr val="6B7280"/>
                </a:solidFill>
                <a:latin typeface="Consolas"/>
              </a:rPr>
              <a:t>        # type, access, digest trimmed</a:t>
            </a:r>
            <a:br>
              <a:rPr lang="en-US" sz="1700" noProof="1">
                <a:solidFill>
                  <a:srgbClr val="6B7280"/>
                </a:solidFill>
                <a:latin typeface="Consolas"/>
              </a:rPr>
            </a:br>
            <a:r>
              <a:rPr lang="en-US" sz="1700" noProof="1">
                <a:solidFill>
                  <a:srgbClr val="000000"/>
                </a:solidFill>
                <a:latin typeface="Consolas"/>
              </a:rPr>
              <a:t>      - name: chart       # Helm chart</a:t>
            </a:r>
          </a:p>
          <a:p>
            <a:pPr>
              <a:lnSpc>
                <a:spcPct val="115000"/>
              </a:lnSpc>
            </a:pPr>
            <a:r>
              <a:rPr lang="en-US" sz="1700" noProof="1">
                <a:solidFill>
                  <a:srgbClr val="6B7280"/>
                </a:solidFill>
                <a:latin typeface="Consolas"/>
              </a:rPr>
              <a:t> 		# type, access, digest trimmed</a:t>
            </a:r>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SIGN</a:t>
            </a:r>
          </a:p>
        </p:txBody>
      </p:sp>
      <p:sp>
        <p:nvSpPr>
          <p:cNvPr id="3" name="Title 2"/>
          <p:cNvSpPr>
            <a:spLocks noGrp="1"/>
          </p:cNvSpPr>
          <p:nvPr>
            <p:ph type="title" idx="2"/>
          </p:nvPr>
        </p:nvSpPr>
        <p:spPr>
          <a:xfrm>
            <a:off x="1143000" y="2933700"/>
            <a:ext cx="16999226" cy="1905000"/>
          </a:xfrm>
        </p:spPr>
        <p:txBody>
          <a:bodyPr/>
          <a:lstStyle/>
          <a:p>
            <a:r>
              <a:rPr lang="en-US" noProof="1"/>
              <a:t>Same signed object. Three signing options.</a:t>
            </a:r>
          </a:p>
        </p:txBody>
      </p:sp>
      <p:sp>
        <p:nvSpPr>
          <p:cNvPr id="4" name="Text Placeholder 3"/>
          <p:cNvSpPr>
            <a:spLocks noGrp="1"/>
          </p:cNvSpPr>
          <p:nvPr>
            <p:ph type="body" idx="10"/>
          </p:nvPr>
        </p:nvSpPr>
        <p:spPr/>
        <p:txBody>
          <a:bodyPr/>
          <a:lstStyle/>
          <a:p>
            <a:r>
              <a:rPr lang="en-US" noProof="1"/>
              <a:t>RSA</a:t>
            </a:r>
          </a:p>
        </p:txBody>
      </p:sp>
      <p:sp>
        <p:nvSpPr>
          <p:cNvPr id="5" name="Text Placeholder 4"/>
          <p:cNvSpPr>
            <a:spLocks noGrp="1"/>
          </p:cNvSpPr>
          <p:nvPr>
            <p:ph type="body" idx="11"/>
          </p:nvPr>
        </p:nvSpPr>
        <p:spPr/>
        <p:txBody>
          <a:bodyPr/>
          <a:lstStyle/>
          <a:p>
            <a:r>
              <a:rPr lang="en-US" noProof="1"/>
              <a:t>Bare public-key pinning.</a:t>
            </a:r>
          </a:p>
          <a:p>
            <a:r>
              <a:rPr lang="en-US" noProof="1"/>
              <a:t>If you already rotate a signing key.</a:t>
            </a:r>
          </a:p>
        </p:txBody>
      </p:sp>
      <p:sp>
        <p:nvSpPr>
          <p:cNvPr id="6" name="Text Placeholder 5"/>
          <p:cNvSpPr>
            <a:spLocks noGrp="1"/>
          </p:cNvSpPr>
          <p:nvPr>
            <p:ph type="body" idx="12"/>
          </p:nvPr>
        </p:nvSpPr>
        <p:spPr/>
        <p:txBody>
          <a:bodyPr/>
          <a:lstStyle/>
          <a:p>
            <a:r>
              <a:rPr lang="en-US" noProof="1"/>
              <a:t>OpenPGP</a:t>
            </a:r>
          </a:p>
        </p:txBody>
      </p:sp>
      <p:sp>
        <p:nvSpPr>
          <p:cNvPr id="7" name="Text Placeholder 6"/>
          <p:cNvSpPr>
            <a:spLocks noGrp="1"/>
          </p:cNvSpPr>
          <p:nvPr>
            <p:ph type="body" idx="13"/>
          </p:nvPr>
        </p:nvSpPr>
        <p:spPr/>
        <p:txBody>
          <a:bodyPr/>
          <a:lstStyle/>
          <a:p>
            <a:r>
              <a:rPr lang="en-US" noProof="1"/>
              <a:t>OpenPGP keys, ASCII-armored.</a:t>
            </a:r>
          </a:p>
          <a:p>
            <a:r>
              <a:rPr lang="en-US" noProof="1"/>
              <a:t>If your team runs a keyring.</a:t>
            </a:r>
          </a:p>
        </p:txBody>
      </p:sp>
      <p:sp>
        <p:nvSpPr>
          <p:cNvPr id="8" name="Text Placeholder 7"/>
          <p:cNvSpPr>
            <a:spLocks noGrp="1"/>
          </p:cNvSpPr>
          <p:nvPr>
            <p:ph type="body" idx="14"/>
          </p:nvPr>
        </p:nvSpPr>
        <p:spPr/>
        <p:txBody>
          <a:bodyPr/>
          <a:lstStyle/>
          <a:p>
            <a:r>
              <a:rPr lang="en-US" noProof="1"/>
              <a:t>SIGSTORE</a:t>
            </a:r>
          </a:p>
        </p:txBody>
      </p:sp>
      <p:sp>
        <p:nvSpPr>
          <p:cNvPr id="9" name="Text Placeholder 8"/>
          <p:cNvSpPr>
            <a:spLocks noGrp="1"/>
          </p:cNvSpPr>
          <p:nvPr>
            <p:ph type="body" idx="15"/>
          </p:nvPr>
        </p:nvSpPr>
        <p:spPr/>
        <p:txBody>
          <a:bodyPr/>
          <a:lstStyle/>
          <a:p>
            <a:r>
              <a:rPr lang="en-US" noProof="1"/>
              <a:t>Keyless via OIDC + Rekor.</a:t>
            </a:r>
          </a:p>
          <a:p>
            <a:r>
              <a:rPr lang="en-US" noProof="1"/>
              <a:t>If you already trust your identity provider.</a:t>
            </a:r>
          </a:p>
        </p:txBody>
      </p:sp>
      <p:sp>
        <p:nvSpPr>
          <p:cNvPr id="11" name="TextBox 9">
            <a:extLst>
              <a:ext uri="{FF2B5EF4-FFF2-40B4-BE49-F238E27FC236}">
                <a16:creationId xmlns:a16="http://schemas.microsoft.com/office/drawing/2014/main" id="{C13B4A78-F84D-A746-665E-3938E3948B93}"/>
              </a:ext>
            </a:extLst>
          </p:cNvPr>
          <p:cNvSpPr txBox="1"/>
          <p:nvPr/>
        </p:nvSpPr>
        <p:spPr>
          <a:xfrm>
            <a:off x="1143000" y="9403245"/>
            <a:ext cx="13561115" cy="307777"/>
          </a:xfrm>
          <a:prstGeom prst="rect">
            <a:avLst/>
          </a:prstGeom>
          <a:noFill/>
        </p:spPr>
        <p:txBody>
          <a:bodyPr wrap="square" lIns="0" tIns="0" rIns="0" bIns="0">
            <a:spAutoFit/>
          </a:bodyPr>
          <a:lstStyle/>
          <a:p>
            <a:r>
              <a:rPr lang="en-US" sz="2000" i="1" noProof="1">
                <a:solidFill>
                  <a:schemeClr val="bg1">
                    <a:lumMod val="65000"/>
                  </a:schemeClr>
                </a:solidFill>
                <a:latin typeface="Aptos"/>
              </a:rPr>
              <a:t>CTF = Common Transport Format - a filesystem-based OCM repository, portable via any transfer mechanism.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TRANSPORT</a:t>
            </a:r>
          </a:p>
        </p:txBody>
      </p:sp>
      <p:sp>
        <p:nvSpPr>
          <p:cNvPr id="3" name="Title 2"/>
          <p:cNvSpPr>
            <a:spLocks noGrp="1"/>
          </p:cNvSpPr>
          <p:nvPr>
            <p:ph type="title" idx="2"/>
          </p:nvPr>
        </p:nvSpPr>
        <p:spPr/>
        <p:txBody>
          <a:bodyPr/>
          <a:lstStyle/>
          <a:p>
            <a:r>
              <a:rPr lang="en-US" noProof="1"/>
              <a:t>Three patterns. One command.</a:t>
            </a:r>
          </a:p>
        </p:txBody>
      </p:sp>
      <p:sp>
        <p:nvSpPr>
          <p:cNvPr id="4" name="Text Placeholder 3"/>
          <p:cNvSpPr>
            <a:spLocks noGrp="1"/>
          </p:cNvSpPr>
          <p:nvPr>
            <p:ph type="body" idx="10"/>
          </p:nvPr>
        </p:nvSpPr>
        <p:spPr/>
        <p:txBody>
          <a:bodyPr/>
          <a:lstStyle/>
          <a:p>
            <a:r>
              <a:rPr lang="en-US" noProof="1"/>
              <a:t>REGISTRY → REGISTRY</a:t>
            </a:r>
          </a:p>
        </p:txBody>
      </p:sp>
      <p:sp>
        <p:nvSpPr>
          <p:cNvPr id="5" name="Text Placeholder 4"/>
          <p:cNvSpPr>
            <a:spLocks noGrp="1"/>
          </p:cNvSpPr>
          <p:nvPr>
            <p:ph type="body" idx="11"/>
          </p:nvPr>
        </p:nvSpPr>
        <p:spPr/>
        <p:txBody>
          <a:bodyPr/>
          <a:lstStyle/>
          <a:p>
            <a:r>
              <a:rPr lang="en-US" noProof="1"/>
              <a:t>Promote across stages.</a:t>
            </a:r>
          </a:p>
          <a:p>
            <a:r>
              <a:rPr lang="en-US" noProof="1"/>
              <a:t>Source registry to target registry.</a:t>
            </a:r>
          </a:p>
        </p:txBody>
      </p:sp>
      <p:sp>
        <p:nvSpPr>
          <p:cNvPr id="6" name="Text Placeholder 5"/>
          <p:cNvSpPr>
            <a:spLocks noGrp="1"/>
          </p:cNvSpPr>
          <p:nvPr>
            <p:ph type="body" idx="12"/>
          </p:nvPr>
        </p:nvSpPr>
        <p:spPr/>
        <p:txBody>
          <a:bodyPr/>
          <a:lstStyle/>
          <a:p>
            <a:r>
              <a:rPr lang="en-US" noProof="1"/>
              <a:t>REGISTRY → CTF</a:t>
            </a:r>
          </a:p>
        </p:txBody>
      </p:sp>
      <p:sp>
        <p:nvSpPr>
          <p:cNvPr id="7" name="Text Placeholder 6"/>
          <p:cNvSpPr>
            <a:spLocks noGrp="1"/>
          </p:cNvSpPr>
          <p:nvPr>
            <p:ph type="body" idx="13"/>
          </p:nvPr>
        </p:nvSpPr>
        <p:spPr/>
        <p:txBody>
          <a:bodyPr/>
          <a:lstStyle/>
          <a:p>
            <a:r>
              <a:rPr lang="en-US" noProof="1"/>
              <a:t>Export to a local archive.</a:t>
            </a:r>
          </a:p>
          <a:p>
            <a:r>
              <a:rPr lang="en-US" noProof="1"/>
              <a:t>Hand-carry across the boundary.</a:t>
            </a:r>
          </a:p>
        </p:txBody>
      </p:sp>
      <p:sp>
        <p:nvSpPr>
          <p:cNvPr id="8" name="Text Placeholder 7"/>
          <p:cNvSpPr>
            <a:spLocks noGrp="1"/>
          </p:cNvSpPr>
          <p:nvPr>
            <p:ph type="body" idx="14"/>
          </p:nvPr>
        </p:nvSpPr>
        <p:spPr/>
        <p:txBody>
          <a:bodyPr/>
          <a:lstStyle/>
          <a:p>
            <a:r>
              <a:rPr lang="en-US" noProof="1"/>
              <a:t>CTF → REGISTRY</a:t>
            </a:r>
          </a:p>
        </p:txBody>
      </p:sp>
      <p:sp>
        <p:nvSpPr>
          <p:cNvPr id="9" name="Text Placeholder 8"/>
          <p:cNvSpPr>
            <a:spLocks noGrp="1"/>
          </p:cNvSpPr>
          <p:nvPr>
            <p:ph type="body" idx="15"/>
          </p:nvPr>
        </p:nvSpPr>
        <p:spPr/>
        <p:txBody>
          <a:bodyPr/>
          <a:lstStyle/>
          <a:p>
            <a:r>
              <a:rPr lang="en-US" noProof="1"/>
              <a:t>Air-gap import.</a:t>
            </a:r>
          </a:p>
          <a:p>
            <a:r>
              <a:rPr lang="en-US" noProof="1"/>
              <a:t>Verify on arrival. No callback to source.</a:t>
            </a:r>
          </a:p>
        </p:txBody>
      </p:sp>
      <p:sp>
        <p:nvSpPr>
          <p:cNvPr id="10" name="TextBox 10">
            <a:extLst>
              <a:ext uri="{FF2B5EF4-FFF2-40B4-BE49-F238E27FC236}">
                <a16:creationId xmlns:a16="http://schemas.microsoft.com/office/drawing/2014/main" id="{B471EC25-0ED6-E6BD-5E94-9EED607C141C}"/>
              </a:ext>
            </a:extLst>
          </p:cNvPr>
          <p:cNvSpPr txBox="1"/>
          <p:nvPr/>
        </p:nvSpPr>
        <p:spPr>
          <a:xfrm>
            <a:off x="12799491" y="4557296"/>
            <a:ext cx="3048000" cy="338554"/>
          </a:xfrm>
          <a:prstGeom prst="rect">
            <a:avLst/>
          </a:prstGeom>
          <a:noFill/>
        </p:spPr>
        <p:txBody>
          <a:bodyPr wrap="square" lIns="0" tIns="0" rIns="0" bIns="0">
            <a:spAutoFit/>
          </a:bodyPr>
          <a:lstStyle/>
          <a:p>
            <a:pPr algn="ctr"/>
            <a:r>
              <a:rPr lang="en-US" sz="2200" b="1" noProof="1">
                <a:solidFill>
                  <a:srgbClr val="0F6BFF"/>
                </a:solidFill>
                <a:latin typeface="Aptos"/>
              </a:rPr>
              <a:t>AIR-GAP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DEPLOY</a:t>
            </a:r>
          </a:p>
        </p:txBody>
      </p:sp>
      <p:sp>
        <p:nvSpPr>
          <p:cNvPr id="3" name="Title 2"/>
          <p:cNvSpPr>
            <a:spLocks noGrp="1"/>
          </p:cNvSpPr>
          <p:nvPr>
            <p:ph type="title" idx="2"/>
          </p:nvPr>
        </p:nvSpPr>
        <p:spPr/>
        <p:txBody>
          <a:bodyPr/>
          <a:lstStyle/>
          <a:p>
            <a:r>
              <a:rPr lang="en-US" noProof="1"/>
              <a:t>OCM controllers verify and apply.</a:t>
            </a:r>
          </a:p>
        </p:txBody>
      </p:sp>
      <p:sp>
        <p:nvSpPr>
          <p:cNvPr id="4" name="Rounded Rectangle 3"/>
          <p:cNvSpPr/>
          <p:nvPr/>
        </p:nvSpPr>
        <p:spPr>
          <a:xfrm>
            <a:off x="1132491" y="5135880"/>
            <a:ext cx="3438581" cy="3075783"/>
          </a:xfrm>
          <a:prstGeom prst="roundRect">
            <a:avLst>
              <a:gd name="adj" fmla="val 3684"/>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5" name="Rectangle 4"/>
          <p:cNvSpPr/>
          <p:nvPr/>
        </p:nvSpPr>
        <p:spPr>
          <a:xfrm>
            <a:off x="1132491" y="5143499"/>
            <a:ext cx="3435965" cy="45719"/>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6" name="TextBox 5"/>
          <p:cNvSpPr txBox="1"/>
          <p:nvPr/>
        </p:nvSpPr>
        <p:spPr>
          <a:xfrm>
            <a:off x="1446041" y="5486398"/>
            <a:ext cx="2716861" cy="476250"/>
          </a:xfrm>
          <a:prstGeom prst="rect">
            <a:avLst/>
          </a:prstGeom>
          <a:noFill/>
        </p:spPr>
        <p:txBody>
          <a:bodyPr wrap="square" lIns="0" tIns="0" rIns="0" bIns="0">
            <a:spAutoFit/>
          </a:bodyPr>
          <a:lstStyle/>
          <a:p>
            <a:pPr algn="l"/>
            <a:r>
              <a:rPr lang="en-US" sz="3000" b="1" noProof="1">
                <a:solidFill>
                  <a:srgbClr val="0A3A99"/>
                </a:solidFill>
                <a:latin typeface="Aptos"/>
              </a:rPr>
              <a:t>REPOSITORY</a:t>
            </a:r>
          </a:p>
        </p:txBody>
      </p:sp>
      <p:sp>
        <p:nvSpPr>
          <p:cNvPr id="7" name="TextBox 6"/>
          <p:cNvSpPr txBox="1"/>
          <p:nvPr/>
        </p:nvSpPr>
        <p:spPr>
          <a:xfrm>
            <a:off x="1451055" y="6161403"/>
            <a:ext cx="2383517" cy="818750"/>
          </a:xfrm>
          <a:prstGeom prst="rect">
            <a:avLst/>
          </a:prstGeom>
          <a:noFill/>
        </p:spPr>
        <p:txBody>
          <a:bodyPr wrap="square" lIns="0" tIns="0" rIns="0" bIns="0">
            <a:spAutoFit/>
          </a:bodyPr>
          <a:lstStyle/>
          <a:p>
            <a:pPr>
              <a:lnSpc>
                <a:spcPct val="125000"/>
              </a:lnSpc>
            </a:pPr>
            <a:r>
              <a:rPr lang="en-US" sz="2200" noProof="1">
                <a:solidFill>
                  <a:srgbClr val="333333"/>
                </a:solidFill>
                <a:latin typeface="Aptos"/>
              </a:rPr>
              <a:t>Where component versions live.</a:t>
            </a:r>
          </a:p>
        </p:txBody>
      </p:sp>
      <p:sp>
        <p:nvSpPr>
          <p:cNvPr id="10" name="Rounded Rectangle 9"/>
          <p:cNvSpPr/>
          <p:nvPr/>
        </p:nvSpPr>
        <p:spPr>
          <a:xfrm>
            <a:off x="5296727" y="5143500"/>
            <a:ext cx="3435965" cy="3068165"/>
          </a:xfrm>
          <a:prstGeom prst="roundRect">
            <a:avLst>
              <a:gd name="adj" fmla="val 3684"/>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1" name="Rectangle 10"/>
          <p:cNvSpPr/>
          <p:nvPr/>
        </p:nvSpPr>
        <p:spPr>
          <a:xfrm>
            <a:off x="5296727" y="5143499"/>
            <a:ext cx="3435965" cy="45719"/>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 name="TextBox 11"/>
          <p:cNvSpPr txBox="1"/>
          <p:nvPr/>
        </p:nvSpPr>
        <p:spPr>
          <a:xfrm>
            <a:off x="5615166" y="5486398"/>
            <a:ext cx="2716861" cy="476250"/>
          </a:xfrm>
          <a:prstGeom prst="rect">
            <a:avLst/>
          </a:prstGeom>
          <a:noFill/>
        </p:spPr>
        <p:txBody>
          <a:bodyPr wrap="square" lIns="0" tIns="0" rIns="0" bIns="0">
            <a:spAutoFit/>
          </a:bodyPr>
          <a:lstStyle/>
          <a:p>
            <a:pPr algn="l"/>
            <a:r>
              <a:rPr lang="en-US" sz="3000" b="1" noProof="1">
                <a:solidFill>
                  <a:srgbClr val="0A3A99"/>
                </a:solidFill>
                <a:latin typeface="Aptos"/>
              </a:rPr>
              <a:t>COMPONENT</a:t>
            </a:r>
          </a:p>
        </p:txBody>
      </p:sp>
      <p:sp>
        <p:nvSpPr>
          <p:cNvPr id="13" name="TextBox 12"/>
          <p:cNvSpPr txBox="1"/>
          <p:nvPr/>
        </p:nvSpPr>
        <p:spPr>
          <a:xfrm>
            <a:off x="5615166" y="6161403"/>
            <a:ext cx="2857954" cy="1665136"/>
          </a:xfrm>
          <a:prstGeom prst="rect">
            <a:avLst/>
          </a:prstGeom>
          <a:noFill/>
        </p:spPr>
        <p:txBody>
          <a:bodyPr wrap="square" lIns="0" tIns="0" rIns="0" bIns="0">
            <a:spAutoFit/>
          </a:bodyPr>
          <a:lstStyle/>
          <a:p>
            <a:pPr>
              <a:lnSpc>
                <a:spcPct val="125000"/>
              </a:lnSpc>
            </a:pPr>
            <a:r>
              <a:rPr lang="en-US" sz="2200" noProof="1">
                <a:solidFill>
                  <a:srgbClr val="333333"/>
                </a:solidFill>
                <a:latin typeface="Aptos"/>
              </a:rPr>
              <a:t>Pulls one version.</a:t>
            </a:r>
          </a:p>
          <a:p>
            <a:pPr>
              <a:lnSpc>
                <a:spcPct val="125000"/>
              </a:lnSpc>
            </a:pPr>
            <a:r>
              <a:rPr lang="en-US" sz="2200" b="1" noProof="1">
                <a:solidFill>
                  <a:srgbClr val="333333"/>
                </a:solidFill>
                <a:latin typeface="Aptos"/>
              </a:rPr>
              <a:t>Verifies its signature</a:t>
            </a:r>
            <a:r>
              <a:rPr lang="en-US" sz="2200" b="1" noProof="1">
                <a:solidFill>
                  <a:srgbClr val="333333"/>
                </a:solidFill>
              </a:rPr>
              <a:t> </a:t>
            </a:r>
            <a:r>
              <a:rPr lang="en-US" sz="2200" noProof="1">
                <a:solidFill>
                  <a:srgbClr val="333333"/>
                </a:solidFill>
              </a:rPr>
              <a:t>(when a trust anchor is configured).</a:t>
            </a:r>
            <a:endParaRPr lang="en-US" sz="2200" noProof="1">
              <a:solidFill>
                <a:srgbClr val="333333"/>
              </a:solidFill>
              <a:latin typeface="Aptos"/>
            </a:endParaRPr>
          </a:p>
        </p:txBody>
      </p:sp>
      <p:sp>
        <p:nvSpPr>
          <p:cNvPr id="16" name="Rounded Rectangle 15"/>
          <p:cNvSpPr/>
          <p:nvPr/>
        </p:nvSpPr>
        <p:spPr>
          <a:xfrm>
            <a:off x="9333068" y="5189217"/>
            <a:ext cx="3454239" cy="3022444"/>
          </a:xfrm>
          <a:prstGeom prst="roundRect">
            <a:avLst>
              <a:gd name="adj" fmla="val 3684"/>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7" name="Rectangle 16"/>
          <p:cNvSpPr/>
          <p:nvPr/>
        </p:nvSpPr>
        <p:spPr>
          <a:xfrm>
            <a:off x="9333068" y="5142941"/>
            <a:ext cx="3454239" cy="45719"/>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8" name="TextBox 17"/>
          <p:cNvSpPr txBox="1"/>
          <p:nvPr/>
        </p:nvSpPr>
        <p:spPr>
          <a:xfrm>
            <a:off x="9583626" y="5489506"/>
            <a:ext cx="2040610" cy="476250"/>
          </a:xfrm>
          <a:prstGeom prst="rect">
            <a:avLst/>
          </a:prstGeom>
          <a:noFill/>
        </p:spPr>
        <p:txBody>
          <a:bodyPr wrap="square" lIns="0" tIns="0" rIns="0" bIns="0">
            <a:spAutoFit/>
          </a:bodyPr>
          <a:lstStyle/>
          <a:p>
            <a:pPr algn="l"/>
            <a:r>
              <a:rPr lang="en-US" sz="3000" b="1" noProof="1">
                <a:solidFill>
                  <a:srgbClr val="0A3A99"/>
                </a:solidFill>
                <a:latin typeface="Aptos"/>
              </a:rPr>
              <a:t>RESOURCE</a:t>
            </a:r>
          </a:p>
        </p:txBody>
      </p:sp>
      <p:sp>
        <p:nvSpPr>
          <p:cNvPr id="19" name="TextBox 18"/>
          <p:cNvSpPr txBox="1"/>
          <p:nvPr/>
        </p:nvSpPr>
        <p:spPr>
          <a:xfrm>
            <a:off x="9583626" y="6178600"/>
            <a:ext cx="3090914" cy="395558"/>
          </a:xfrm>
          <a:prstGeom prst="rect">
            <a:avLst/>
          </a:prstGeom>
          <a:noFill/>
        </p:spPr>
        <p:txBody>
          <a:bodyPr wrap="square" lIns="0" tIns="0" rIns="0" bIns="0">
            <a:spAutoFit/>
          </a:bodyPr>
          <a:lstStyle/>
          <a:p>
            <a:pPr>
              <a:lnSpc>
                <a:spcPct val="125000"/>
              </a:lnSpc>
            </a:pPr>
            <a:r>
              <a:rPr lang="en-US" sz="2200" noProof="1">
                <a:solidFill>
                  <a:srgbClr val="333333"/>
                </a:solidFill>
                <a:latin typeface="Aptos"/>
              </a:rPr>
              <a:t>One artifact, by digest.</a:t>
            </a:r>
          </a:p>
        </p:txBody>
      </p:sp>
      <p:sp>
        <p:nvSpPr>
          <p:cNvPr id="22" name="Rounded Rectangle 21"/>
          <p:cNvSpPr/>
          <p:nvPr/>
        </p:nvSpPr>
        <p:spPr>
          <a:xfrm>
            <a:off x="13638241" y="5143499"/>
            <a:ext cx="3454239" cy="3068159"/>
          </a:xfrm>
          <a:prstGeom prst="roundRect">
            <a:avLst>
              <a:gd name="adj" fmla="val 3684"/>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23" name="Rectangle 22"/>
          <p:cNvSpPr/>
          <p:nvPr/>
        </p:nvSpPr>
        <p:spPr>
          <a:xfrm>
            <a:off x="13638241" y="5135881"/>
            <a:ext cx="3456855" cy="45719"/>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24" name="TextBox 23"/>
          <p:cNvSpPr txBox="1"/>
          <p:nvPr/>
        </p:nvSpPr>
        <p:spPr>
          <a:xfrm>
            <a:off x="13903581" y="5507542"/>
            <a:ext cx="2028171" cy="476250"/>
          </a:xfrm>
          <a:prstGeom prst="rect">
            <a:avLst/>
          </a:prstGeom>
          <a:noFill/>
        </p:spPr>
        <p:txBody>
          <a:bodyPr wrap="square" lIns="0" tIns="0" rIns="0" bIns="0">
            <a:spAutoFit/>
          </a:bodyPr>
          <a:lstStyle/>
          <a:p>
            <a:pPr algn="l"/>
            <a:r>
              <a:rPr lang="en-US" sz="3000" b="1" noProof="1">
                <a:solidFill>
                  <a:srgbClr val="0A3A99"/>
                </a:solidFill>
                <a:latin typeface="Aptos"/>
              </a:rPr>
              <a:t>DEPLOYER</a:t>
            </a:r>
          </a:p>
        </p:txBody>
      </p:sp>
      <p:sp>
        <p:nvSpPr>
          <p:cNvPr id="25" name="TextBox 24"/>
          <p:cNvSpPr txBox="1"/>
          <p:nvPr/>
        </p:nvSpPr>
        <p:spPr>
          <a:xfrm>
            <a:off x="13903581" y="6175220"/>
            <a:ext cx="2923553" cy="395558"/>
          </a:xfrm>
          <a:prstGeom prst="rect">
            <a:avLst/>
          </a:prstGeom>
          <a:noFill/>
        </p:spPr>
        <p:txBody>
          <a:bodyPr wrap="square" lIns="0" tIns="0" rIns="0" bIns="0">
            <a:spAutoFit/>
          </a:bodyPr>
          <a:lstStyle/>
          <a:p>
            <a:pPr algn="l">
              <a:lnSpc>
                <a:spcPct val="125000"/>
              </a:lnSpc>
            </a:pPr>
            <a:r>
              <a:rPr lang="en-US" sz="2200" noProof="1">
                <a:solidFill>
                  <a:srgbClr val="333333"/>
                </a:solidFill>
                <a:latin typeface="Aptos"/>
              </a:rPr>
              <a:t>Applies it to the cluster.</a:t>
            </a:r>
          </a:p>
        </p:txBody>
      </p:sp>
      <p:grpSp>
        <p:nvGrpSpPr>
          <p:cNvPr id="32" name="Gruppieren 31">
            <a:extLst>
              <a:ext uri="{FF2B5EF4-FFF2-40B4-BE49-F238E27FC236}">
                <a16:creationId xmlns:a16="http://schemas.microsoft.com/office/drawing/2014/main" id="{DB9CC154-0D40-6A66-8B2B-B28D9CC362B7}"/>
              </a:ext>
            </a:extLst>
          </p:cNvPr>
          <p:cNvGrpSpPr/>
          <p:nvPr/>
        </p:nvGrpSpPr>
        <p:grpSpPr>
          <a:xfrm>
            <a:off x="4666697" y="6403917"/>
            <a:ext cx="379026" cy="267892"/>
            <a:chOff x="3805145" y="5864555"/>
            <a:chExt cx="446485" cy="267892"/>
          </a:xfrm>
        </p:grpSpPr>
        <p:cxnSp>
          <p:nvCxnSpPr>
            <p:cNvPr id="33" name="Gerade Verbindung mit Pfeil 32">
              <a:extLst>
                <a:ext uri="{FF2B5EF4-FFF2-40B4-BE49-F238E27FC236}">
                  <a16:creationId xmlns:a16="http://schemas.microsoft.com/office/drawing/2014/main" id="{AB306A8F-C9CF-6F2A-1D56-553A056962F5}"/>
                </a:ext>
              </a:extLst>
            </p:cNvPr>
            <p:cNvCxnSpPr>
              <a:cxnSpLocks/>
            </p:cNvCxnSpPr>
            <p:nvPr/>
          </p:nvCxnSpPr>
          <p:spPr>
            <a:xfrm>
              <a:off x="3805145" y="6000750"/>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34" name="Dreieck 33">
              <a:extLst>
                <a:ext uri="{FF2B5EF4-FFF2-40B4-BE49-F238E27FC236}">
                  <a16:creationId xmlns:a16="http://schemas.microsoft.com/office/drawing/2014/main" id="{EBA41518-C56A-4B55-A98A-D86162B6B7F7}"/>
                </a:ext>
              </a:extLst>
            </p:cNvPr>
            <p:cNvSpPr/>
            <p:nvPr/>
          </p:nvSpPr>
          <p:spPr>
            <a:xfrm rot="5400000">
              <a:off x="4024455" y="5907509"/>
              <a:ext cx="267892" cy="18198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8" name="Gruppieren 7">
            <a:extLst>
              <a:ext uri="{FF2B5EF4-FFF2-40B4-BE49-F238E27FC236}">
                <a16:creationId xmlns:a16="http://schemas.microsoft.com/office/drawing/2014/main" id="{AA70AA6D-CE8A-EFA1-379D-B6D70061376A}"/>
              </a:ext>
            </a:extLst>
          </p:cNvPr>
          <p:cNvGrpSpPr/>
          <p:nvPr/>
        </p:nvGrpSpPr>
        <p:grpSpPr>
          <a:xfrm>
            <a:off x="8846948" y="6403917"/>
            <a:ext cx="379026" cy="267892"/>
            <a:chOff x="3805145" y="5864555"/>
            <a:chExt cx="446485" cy="267892"/>
          </a:xfrm>
        </p:grpSpPr>
        <p:cxnSp>
          <p:nvCxnSpPr>
            <p:cNvPr id="9" name="Gerade Verbindung mit Pfeil 8">
              <a:extLst>
                <a:ext uri="{FF2B5EF4-FFF2-40B4-BE49-F238E27FC236}">
                  <a16:creationId xmlns:a16="http://schemas.microsoft.com/office/drawing/2014/main" id="{21123984-CA27-C4F6-68A0-FD69AFB279A0}"/>
                </a:ext>
              </a:extLst>
            </p:cNvPr>
            <p:cNvCxnSpPr>
              <a:cxnSpLocks/>
            </p:cNvCxnSpPr>
            <p:nvPr/>
          </p:nvCxnSpPr>
          <p:spPr>
            <a:xfrm>
              <a:off x="3805145" y="6000750"/>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14" name="Dreieck 13">
              <a:extLst>
                <a:ext uri="{FF2B5EF4-FFF2-40B4-BE49-F238E27FC236}">
                  <a16:creationId xmlns:a16="http://schemas.microsoft.com/office/drawing/2014/main" id="{DB207210-AB90-8328-CF65-880A5D38F59C}"/>
                </a:ext>
              </a:extLst>
            </p:cNvPr>
            <p:cNvSpPr/>
            <p:nvPr/>
          </p:nvSpPr>
          <p:spPr>
            <a:xfrm rot="5400000">
              <a:off x="4024455" y="5907509"/>
              <a:ext cx="267892" cy="18198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26" name="Gruppieren 25">
            <a:extLst>
              <a:ext uri="{FF2B5EF4-FFF2-40B4-BE49-F238E27FC236}">
                <a16:creationId xmlns:a16="http://schemas.microsoft.com/office/drawing/2014/main" id="{90187186-2125-FBA9-7CBE-29FFF7EFEEF4}"/>
              </a:ext>
            </a:extLst>
          </p:cNvPr>
          <p:cNvGrpSpPr/>
          <p:nvPr/>
        </p:nvGrpSpPr>
        <p:grpSpPr>
          <a:xfrm>
            <a:off x="13012220" y="6436832"/>
            <a:ext cx="379026" cy="267892"/>
            <a:chOff x="3805145" y="5864555"/>
            <a:chExt cx="446485" cy="267892"/>
          </a:xfrm>
        </p:grpSpPr>
        <p:cxnSp>
          <p:nvCxnSpPr>
            <p:cNvPr id="27" name="Gerade Verbindung mit Pfeil 26">
              <a:extLst>
                <a:ext uri="{FF2B5EF4-FFF2-40B4-BE49-F238E27FC236}">
                  <a16:creationId xmlns:a16="http://schemas.microsoft.com/office/drawing/2014/main" id="{CDDA1FD3-5715-8DA5-CCE9-92F197EF0633}"/>
                </a:ext>
              </a:extLst>
            </p:cNvPr>
            <p:cNvCxnSpPr>
              <a:cxnSpLocks/>
            </p:cNvCxnSpPr>
            <p:nvPr/>
          </p:nvCxnSpPr>
          <p:spPr>
            <a:xfrm>
              <a:off x="3805145" y="6000750"/>
              <a:ext cx="44648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28" name="Dreieck 27">
              <a:extLst>
                <a:ext uri="{FF2B5EF4-FFF2-40B4-BE49-F238E27FC236}">
                  <a16:creationId xmlns:a16="http://schemas.microsoft.com/office/drawing/2014/main" id="{5A8EF3D0-BB1F-F1A1-B2AA-E784ED25B9B5}"/>
                </a:ext>
              </a:extLst>
            </p:cNvPr>
            <p:cNvSpPr/>
            <p:nvPr/>
          </p:nvSpPr>
          <p:spPr>
            <a:xfrm rot="5400000">
              <a:off x="4024455" y="5907509"/>
              <a:ext cx="267892" cy="18198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spTree>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DAY 2</a:t>
            </a:r>
          </a:p>
        </p:txBody>
      </p:sp>
      <p:sp>
        <p:nvSpPr>
          <p:cNvPr id="3" name="Title 2"/>
          <p:cNvSpPr>
            <a:spLocks noGrp="1"/>
          </p:cNvSpPr>
          <p:nvPr>
            <p:ph type="title" idx="2"/>
          </p:nvPr>
        </p:nvSpPr>
        <p:spPr/>
        <p:txBody>
          <a:bodyPr>
            <a:normAutofit fontScale="90000"/>
          </a:bodyPr>
          <a:lstStyle/>
          <a:p>
            <a:r>
              <a:rPr lang="en-US" noProof="1"/>
              <a:t>Bump the product version.</a:t>
            </a:r>
          </a:p>
          <a:p>
            <a:r>
              <a:rPr lang="en-US" noProof="1"/>
              <a:t>Everything follows.</a:t>
            </a:r>
          </a:p>
        </p:txBody>
      </p:sp>
      <p:sp>
        <p:nvSpPr>
          <p:cNvPr id="4" name="Rounded Rectangle 3"/>
          <p:cNvSpPr/>
          <p:nvPr/>
        </p:nvSpPr>
        <p:spPr>
          <a:xfrm>
            <a:off x="1333500" y="3245954"/>
            <a:ext cx="6670813" cy="5715000"/>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gn="l">
              <a:lnSpc>
                <a:spcPct val="115000"/>
              </a:lnSpc>
              <a:spcBef>
                <a:spcPts val="0"/>
              </a:spcBef>
              <a:spcAft>
                <a:spcPts val="0"/>
              </a:spcAft>
            </a:pPr>
            <a:r>
              <a:rPr lang="en-US" sz="1400" noProof="1">
                <a:solidFill>
                  <a:srgbClr val="0A3A99"/>
                </a:solidFill>
                <a:latin typeface="Consolas"/>
              </a:rPr>
              <a:t>component:</a:t>
            </a:r>
          </a:p>
          <a:p>
            <a:pPr algn="l">
              <a:lnSpc>
                <a:spcPct val="115000"/>
              </a:lnSpc>
              <a:spcBef>
                <a:spcPts val="0"/>
              </a:spcBef>
              <a:spcAft>
                <a:spcPts val="0"/>
              </a:spcAft>
            </a:pPr>
            <a:r>
              <a:rPr lang="en-US" sz="1400" noProof="1">
                <a:solidFill>
                  <a:srgbClr val="000000"/>
                </a:solidFill>
                <a:latin typeface="Consolas"/>
              </a:rPr>
              <a:t>  name: acme.org/sovereign/product</a:t>
            </a:r>
          </a:p>
          <a:p>
            <a:pPr algn="l">
              <a:lnSpc>
                <a:spcPct val="115000"/>
              </a:lnSpc>
              <a:spcBef>
                <a:spcPts val="0"/>
              </a:spcBef>
              <a:spcAft>
                <a:spcPts val="0"/>
              </a:spcAft>
            </a:pPr>
            <a:r>
              <a:rPr lang="en-US" sz="1400" noProof="1">
                <a:solidFill>
                  <a:srgbClr val="000000"/>
                </a:solidFill>
                <a:latin typeface="Consolas"/>
              </a:rPr>
              <a:t>  version: 1.0.0</a:t>
            </a:r>
          </a:p>
          <a:p>
            <a:pPr algn="l">
              <a:lnSpc>
                <a:spcPct val="115000"/>
              </a:lnSpc>
              <a:spcBef>
                <a:spcPts val="0"/>
              </a:spcBef>
              <a:spcAft>
                <a:spcPts val="0"/>
              </a:spcAft>
            </a:pPr>
            <a:r>
              <a:rPr lang="en-US" sz="1400" noProof="1">
                <a:solidFill>
                  <a:srgbClr val="0A3A99"/>
                </a:solidFill>
                <a:latin typeface="Consolas"/>
              </a:rPr>
              <a:t>  componentReferences:</a:t>
            </a:r>
          </a:p>
          <a:p>
            <a:pPr algn="l">
              <a:lnSpc>
                <a:spcPct val="115000"/>
              </a:lnSpc>
              <a:spcBef>
                <a:spcPts val="0"/>
              </a:spcBef>
              <a:spcAft>
                <a:spcPts val="0"/>
              </a:spcAft>
            </a:pPr>
            <a:r>
              <a:rPr lang="en-US" sz="1400" noProof="1">
                <a:solidFill>
                  <a:srgbClr val="000000"/>
                </a:solidFill>
                <a:latin typeface="Consolas"/>
              </a:rPr>
              <a:t>    - name: notes</a:t>
            </a:r>
          </a:p>
          <a:p>
            <a:pPr algn="l">
              <a:lnSpc>
                <a:spcPct val="115000"/>
              </a:lnSpc>
              <a:spcBef>
                <a:spcPts val="0"/>
              </a:spcBef>
              <a:spcAft>
                <a:spcPts val="0"/>
              </a:spcAft>
            </a:pPr>
            <a:r>
              <a:rPr lang="en-US" sz="1400" noProof="1">
                <a:solidFill>
                  <a:srgbClr val="000000"/>
                </a:solidFill>
                <a:latin typeface="Consolas"/>
              </a:rPr>
              <a:t>      componentName: acme.org/sovereign/notes</a:t>
            </a:r>
          </a:p>
          <a:p>
            <a:pPr algn="l">
              <a:lnSpc>
                <a:spcPct val="115000"/>
              </a:lnSpc>
              <a:spcBef>
                <a:spcPts val="0"/>
              </a:spcBef>
              <a:spcAft>
                <a:spcPts val="0"/>
              </a:spcAft>
            </a:pPr>
            <a:r>
              <a:rPr lang="en-US" sz="1400" noProof="1">
                <a:solidFill>
                  <a:srgbClr val="000000"/>
                </a:solidFill>
                <a:latin typeface="Consolas"/>
              </a:rPr>
              <a:t>      version: 1.0.0</a:t>
            </a:r>
          </a:p>
          <a:p>
            <a:pPr algn="l">
              <a:lnSpc>
                <a:spcPct val="115000"/>
              </a:lnSpc>
              <a:spcBef>
                <a:spcPts val="0"/>
              </a:spcBef>
              <a:spcAft>
                <a:spcPts val="0"/>
              </a:spcAft>
            </a:pPr>
            <a:r>
              <a:rPr lang="en-US" sz="1400" noProof="1">
                <a:solidFill>
                  <a:srgbClr val="6B7280"/>
                </a:solidFill>
                <a:latin typeface="Consolas"/>
              </a:rPr>
              <a:t>      </a:t>
            </a:r>
            <a:r>
              <a:rPr lang="en-US" sz="1400" noProof="1">
                <a:solidFill>
                  <a:schemeClr val="tx1"/>
                </a:solidFill>
                <a:latin typeface="Consolas"/>
              </a:rPr>
              <a:t>digest:          </a:t>
            </a:r>
            <a:r>
              <a:rPr lang="en-US" sz="1400" noProof="1">
                <a:solidFill>
                  <a:srgbClr val="6B7280"/>
                </a:solidFill>
                <a:latin typeface="Consolas"/>
              </a:rPr>
              <a:t>			# of the referenced component</a:t>
            </a:r>
          </a:p>
          <a:p>
            <a:pPr>
              <a:lnSpc>
                <a:spcPct val="115000"/>
              </a:lnSpc>
            </a:pPr>
            <a:r>
              <a:rPr lang="en-US" sz="1400" noProof="1">
                <a:solidFill>
                  <a:srgbClr val="000000"/>
                </a:solidFill>
                <a:latin typeface="Consolas"/>
              </a:rPr>
              <a:t>		hashAlgorithm: SHA-256</a:t>
            </a:r>
            <a:br>
              <a:rPr lang="en-US" sz="1400" noProof="1">
                <a:solidFill>
                  <a:srgbClr val="000000"/>
                </a:solidFill>
                <a:latin typeface="Consolas"/>
              </a:rPr>
            </a:br>
            <a:r>
              <a:rPr lang="en-US" sz="1400" noProof="1">
                <a:solidFill>
                  <a:srgbClr val="000000"/>
                </a:solidFill>
                <a:latin typeface="Consolas"/>
              </a:rPr>
              <a:t>		value: 7a1b2c3d4e...</a:t>
            </a:r>
          </a:p>
          <a:p>
            <a:pPr algn="l">
              <a:lnSpc>
                <a:spcPct val="115000"/>
              </a:lnSpc>
              <a:spcBef>
                <a:spcPts val="0"/>
              </a:spcBef>
              <a:spcAft>
                <a:spcPts val="0"/>
              </a:spcAft>
            </a:pPr>
            <a:r>
              <a:rPr lang="en-US" sz="1400" noProof="1">
                <a:solidFill>
                  <a:srgbClr val="000000"/>
                </a:solidFill>
                <a:latin typeface="Consolas"/>
              </a:rPr>
              <a:t>    - name: postgres</a:t>
            </a:r>
          </a:p>
          <a:p>
            <a:pPr algn="l">
              <a:lnSpc>
                <a:spcPct val="115000"/>
              </a:lnSpc>
              <a:spcBef>
                <a:spcPts val="0"/>
              </a:spcBef>
              <a:spcAft>
                <a:spcPts val="0"/>
              </a:spcAft>
            </a:pPr>
            <a:r>
              <a:rPr lang="en-US" sz="1400" noProof="1">
                <a:solidFill>
                  <a:srgbClr val="000000"/>
                </a:solidFill>
                <a:latin typeface="Consolas"/>
              </a:rPr>
              <a:t>      componentName: acme.org/sovereign/postgres</a:t>
            </a:r>
          </a:p>
          <a:p>
            <a:pPr algn="l">
              <a:lnSpc>
                <a:spcPct val="115000"/>
              </a:lnSpc>
              <a:spcBef>
                <a:spcPts val="0"/>
              </a:spcBef>
              <a:spcAft>
                <a:spcPts val="0"/>
              </a:spcAft>
            </a:pPr>
            <a:r>
              <a:rPr lang="en-US" sz="1400" noProof="1">
                <a:solidFill>
                  <a:srgbClr val="000000"/>
                </a:solidFill>
                <a:latin typeface="Consolas"/>
              </a:rPr>
              <a:t>      version: 1.0.0</a:t>
            </a:r>
          </a:p>
          <a:p>
            <a:pPr algn="l">
              <a:lnSpc>
                <a:spcPct val="115000"/>
              </a:lnSpc>
              <a:spcBef>
                <a:spcPts val="0"/>
              </a:spcBef>
              <a:spcAft>
                <a:spcPts val="0"/>
              </a:spcAft>
            </a:pPr>
            <a:r>
              <a:rPr lang="en-US" sz="1400" noProof="1">
                <a:solidFill>
                  <a:srgbClr val="6B7280"/>
                </a:solidFill>
                <a:latin typeface="Consolas"/>
              </a:rPr>
              <a:t>      </a:t>
            </a:r>
            <a:r>
              <a:rPr lang="en-US" sz="1400" noProof="1">
                <a:solidFill>
                  <a:schemeClr val="tx1"/>
                </a:solidFill>
                <a:latin typeface="Consolas"/>
              </a:rPr>
              <a:t>digest:</a:t>
            </a:r>
          </a:p>
          <a:p>
            <a:pPr algn="l">
              <a:lnSpc>
                <a:spcPct val="115000"/>
              </a:lnSpc>
              <a:spcBef>
                <a:spcPts val="0"/>
              </a:spcBef>
              <a:spcAft>
                <a:spcPts val="0"/>
              </a:spcAft>
            </a:pPr>
            <a:r>
              <a:rPr lang="en-US" sz="1400" noProof="1">
                <a:solidFill>
                  <a:srgbClr val="6B7280"/>
                </a:solidFill>
                <a:latin typeface="Consolas"/>
              </a:rPr>
              <a:t>		</a:t>
            </a:r>
            <a:r>
              <a:rPr lang="en-US" sz="1400" noProof="1">
                <a:solidFill>
                  <a:srgbClr val="000000"/>
                </a:solidFill>
                <a:latin typeface="Consolas"/>
              </a:rPr>
              <a:t>hashAlgorithm: SHA-256</a:t>
            </a:r>
          </a:p>
          <a:p>
            <a:pPr>
              <a:lnSpc>
                <a:spcPct val="115000"/>
              </a:lnSpc>
            </a:pPr>
            <a:r>
              <a:rPr lang="en-US" sz="1400" noProof="1">
                <a:solidFill>
                  <a:srgbClr val="000000"/>
                </a:solidFill>
                <a:latin typeface="Consolas"/>
              </a:rPr>
              <a:t>		value: f5e4d3c2b1...</a:t>
            </a:r>
            <a:br>
              <a:rPr lang="en-US" sz="1400" noProof="1">
                <a:solidFill>
                  <a:srgbClr val="0A3A99"/>
                </a:solidFill>
                <a:latin typeface="Consolas"/>
              </a:rPr>
            </a:br>
            <a:r>
              <a:rPr lang="en-US" sz="1400" noProof="1">
                <a:solidFill>
                  <a:srgbClr val="0A3A99"/>
                </a:solidFill>
                <a:latin typeface="Consolas"/>
              </a:rPr>
              <a:t>signatures:</a:t>
            </a:r>
          </a:p>
          <a:p>
            <a:pPr algn="l">
              <a:lnSpc>
                <a:spcPct val="115000"/>
              </a:lnSpc>
              <a:spcBef>
                <a:spcPts val="0"/>
              </a:spcBef>
              <a:spcAft>
                <a:spcPts val="0"/>
              </a:spcAft>
            </a:pPr>
            <a:r>
              <a:rPr lang="en-US" sz="1400" noProof="1">
                <a:solidFill>
                  <a:srgbClr val="000000"/>
                </a:solidFill>
                <a:latin typeface="Consolas"/>
              </a:rPr>
              <a:t>  - name: acme-release-key</a:t>
            </a:r>
          </a:p>
          <a:p>
            <a:pPr algn="l">
              <a:lnSpc>
                <a:spcPct val="115000"/>
              </a:lnSpc>
              <a:spcBef>
                <a:spcPts val="0"/>
              </a:spcBef>
              <a:spcAft>
                <a:spcPts val="0"/>
              </a:spcAft>
            </a:pPr>
            <a:r>
              <a:rPr lang="en-US" sz="1400" noProof="1">
                <a:solidFill>
                  <a:srgbClr val="0A3A99"/>
                </a:solidFill>
                <a:latin typeface="Consolas"/>
              </a:rPr>
              <a:t>    signature:</a:t>
            </a:r>
          </a:p>
          <a:p>
            <a:pPr algn="l">
              <a:lnSpc>
                <a:spcPct val="115000"/>
              </a:lnSpc>
              <a:spcBef>
                <a:spcPts val="0"/>
              </a:spcBef>
              <a:spcAft>
                <a:spcPts val="0"/>
              </a:spcAft>
            </a:pPr>
            <a:r>
              <a:rPr lang="en-US" sz="1400" noProof="1">
                <a:solidFill>
                  <a:srgbClr val="000000"/>
                </a:solidFill>
                <a:latin typeface="Consolas"/>
              </a:rPr>
              <a:t>      algorithm: RSASSA-PSS</a:t>
            </a:r>
          </a:p>
          <a:p>
            <a:pPr algn="l">
              <a:lnSpc>
                <a:spcPct val="115000"/>
              </a:lnSpc>
              <a:spcBef>
                <a:spcPts val="0"/>
              </a:spcBef>
              <a:spcAft>
                <a:spcPts val="0"/>
              </a:spcAft>
            </a:pPr>
            <a:r>
              <a:rPr lang="en-US" sz="1400" noProof="1">
                <a:solidFill>
                  <a:srgbClr val="000000"/>
                </a:solidFill>
                <a:latin typeface="Consolas"/>
              </a:rPr>
              <a:t>      value: a4b1c2d3e5f6789abc012345def04691...</a:t>
            </a:r>
          </a:p>
        </p:txBody>
      </p:sp>
      <p:sp>
        <p:nvSpPr>
          <p:cNvPr id="5" name="Rounded Rectangle 4"/>
          <p:cNvSpPr/>
          <p:nvPr/>
        </p:nvSpPr>
        <p:spPr>
          <a:xfrm>
            <a:off x="9826486" y="3245954"/>
            <a:ext cx="6670812" cy="5715000"/>
          </a:xfrm>
          <a:prstGeom prst="roundRect">
            <a:avLst/>
          </a:prstGeom>
          <a:solidFill>
            <a:srgbClr val="F3F4F6"/>
          </a:solidFill>
          <a:ln w="9525">
            <a:solidFill>
              <a:srgbClr val="6B7280"/>
            </a:solidFill>
          </a:ln>
        </p:spPr>
        <p:style>
          <a:lnRef idx="1">
            <a:schemeClr val="accent1"/>
          </a:lnRef>
          <a:fillRef idx="3">
            <a:schemeClr val="accent1"/>
          </a:fillRef>
          <a:effectRef idx="2">
            <a:schemeClr val="accent1"/>
          </a:effectRef>
          <a:fontRef idx="minor">
            <a:schemeClr val="lt1"/>
          </a:fontRef>
        </p:style>
        <p:txBody>
          <a:bodyPr wrap="none" lIns="140000" tIns="120000" rIns="140000" bIns="120000" rtlCol="0" anchor="t"/>
          <a:lstStyle/>
          <a:p>
            <a:pPr algn="l">
              <a:lnSpc>
                <a:spcPct val="115000"/>
              </a:lnSpc>
              <a:spcBef>
                <a:spcPts val="0"/>
              </a:spcBef>
              <a:spcAft>
                <a:spcPts val="0"/>
              </a:spcAft>
            </a:pPr>
            <a:r>
              <a:rPr lang="en-US" sz="1400" noProof="1">
                <a:solidFill>
                  <a:srgbClr val="0A3A99"/>
                </a:solidFill>
                <a:latin typeface="Consolas"/>
              </a:rPr>
              <a:t>component:</a:t>
            </a:r>
          </a:p>
          <a:p>
            <a:pPr algn="l">
              <a:lnSpc>
                <a:spcPct val="115000"/>
              </a:lnSpc>
              <a:spcBef>
                <a:spcPts val="0"/>
              </a:spcBef>
              <a:spcAft>
                <a:spcPts val="0"/>
              </a:spcAft>
            </a:pPr>
            <a:r>
              <a:rPr lang="en-US" sz="1400" noProof="1">
                <a:solidFill>
                  <a:srgbClr val="000000"/>
                </a:solidFill>
                <a:latin typeface="Consolas"/>
              </a:rPr>
              <a:t>  name: acme.org/sovereign/product</a:t>
            </a:r>
          </a:p>
          <a:p>
            <a:pPr algn="l">
              <a:lnSpc>
                <a:spcPct val="115000"/>
              </a:lnSpc>
              <a:spcBef>
                <a:spcPts val="0"/>
              </a:spcBef>
              <a:spcAft>
                <a:spcPts val="0"/>
              </a:spcAft>
            </a:pPr>
            <a:r>
              <a:rPr lang="en-US" sz="1400" noProof="1">
                <a:solidFill>
                  <a:srgbClr val="0F6BFF"/>
                </a:solidFill>
                <a:latin typeface="Consolas"/>
              </a:rPr>
              <a:t>  version: 1.1.0</a:t>
            </a:r>
          </a:p>
          <a:p>
            <a:pPr algn="l">
              <a:lnSpc>
                <a:spcPct val="115000"/>
              </a:lnSpc>
              <a:spcBef>
                <a:spcPts val="0"/>
              </a:spcBef>
              <a:spcAft>
                <a:spcPts val="0"/>
              </a:spcAft>
            </a:pPr>
            <a:r>
              <a:rPr lang="en-US" sz="1400" noProof="1">
                <a:solidFill>
                  <a:srgbClr val="0A3A99"/>
                </a:solidFill>
                <a:latin typeface="Consolas"/>
              </a:rPr>
              <a:t>  componentReferences:</a:t>
            </a:r>
          </a:p>
          <a:p>
            <a:pPr algn="l">
              <a:lnSpc>
                <a:spcPct val="115000"/>
              </a:lnSpc>
              <a:spcBef>
                <a:spcPts val="0"/>
              </a:spcBef>
              <a:spcAft>
                <a:spcPts val="0"/>
              </a:spcAft>
            </a:pPr>
            <a:r>
              <a:rPr lang="en-US" sz="1400" noProof="1">
                <a:solidFill>
                  <a:srgbClr val="000000"/>
                </a:solidFill>
                <a:latin typeface="Consolas"/>
              </a:rPr>
              <a:t>    - name: notes</a:t>
            </a:r>
          </a:p>
          <a:p>
            <a:pPr algn="l">
              <a:lnSpc>
                <a:spcPct val="115000"/>
              </a:lnSpc>
              <a:spcBef>
                <a:spcPts val="0"/>
              </a:spcBef>
              <a:spcAft>
                <a:spcPts val="0"/>
              </a:spcAft>
            </a:pPr>
            <a:r>
              <a:rPr lang="en-US" sz="1400" noProof="1">
                <a:solidFill>
                  <a:srgbClr val="000000"/>
                </a:solidFill>
                <a:latin typeface="Consolas"/>
              </a:rPr>
              <a:t>      componentName: acme.org/sovereign/notes</a:t>
            </a:r>
          </a:p>
          <a:p>
            <a:pPr algn="l">
              <a:lnSpc>
                <a:spcPct val="115000"/>
              </a:lnSpc>
              <a:spcBef>
                <a:spcPts val="0"/>
              </a:spcBef>
              <a:spcAft>
                <a:spcPts val="0"/>
              </a:spcAft>
            </a:pPr>
            <a:r>
              <a:rPr lang="en-US" sz="1400" noProof="1">
                <a:solidFill>
                  <a:srgbClr val="0F6BFF"/>
                </a:solidFill>
                <a:latin typeface="Consolas"/>
              </a:rPr>
              <a:t>      version: 1.1.0</a:t>
            </a:r>
          </a:p>
          <a:p>
            <a:pPr>
              <a:lnSpc>
                <a:spcPct val="115000"/>
              </a:lnSpc>
            </a:pPr>
            <a:r>
              <a:rPr lang="en-US" sz="1400" noProof="1">
                <a:solidFill>
                  <a:srgbClr val="6B7280"/>
                </a:solidFill>
                <a:latin typeface="Consolas"/>
              </a:rPr>
              <a:t>      </a:t>
            </a:r>
            <a:r>
              <a:rPr lang="en-US" sz="1400" noProof="1">
                <a:solidFill>
                  <a:schemeClr val="tx1"/>
                </a:solidFill>
                <a:latin typeface="Consolas"/>
              </a:rPr>
              <a:t>digest: </a:t>
            </a:r>
            <a:r>
              <a:rPr lang="en-US" sz="1400" noProof="1">
                <a:solidFill>
                  <a:srgbClr val="6B7280"/>
                </a:solidFill>
                <a:latin typeface="Consolas"/>
              </a:rPr>
              <a:t>				# of the referenced component</a:t>
            </a:r>
          </a:p>
          <a:p>
            <a:pPr>
              <a:lnSpc>
                <a:spcPct val="115000"/>
              </a:lnSpc>
            </a:pPr>
            <a:r>
              <a:rPr lang="en-US" sz="1400" noProof="1">
                <a:solidFill>
                  <a:srgbClr val="000000"/>
                </a:solidFill>
                <a:latin typeface="Consolas"/>
              </a:rPr>
              <a:t>        hashAlgorithm: SHA-256</a:t>
            </a:r>
          </a:p>
          <a:p>
            <a:pPr algn="l">
              <a:lnSpc>
                <a:spcPct val="115000"/>
              </a:lnSpc>
              <a:spcBef>
                <a:spcPts val="0"/>
              </a:spcBef>
              <a:spcAft>
                <a:spcPts val="0"/>
              </a:spcAft>
            </a:pPr>
            <a:r>
              <a:rPr lang="en-US" sz="1400" noProof="1">
                <a:solidFill>
                  <a:srgbClr val="0F6BFF"/>
                </a:solidFill>
                <a:latin typeface="Consolas"/>
              </a:rPr>
              <a:t>        value: 9b8a7c6d5e...</a:t>
            </a:r>
          </a:p>
          <a:p>
            <a:pPr algn="l">
              <a:lnSpc>
                <a:spcPct val="115000"/>
              </a:lnSpc>
              <a:spcBef>
                <a:spcPts val="0"/>
              </a:spcBef>
              <a:spcAft>
                <a:spcPts val="0"/>
              </a:spcAft>
            </a:pPr>
            <a:r>
              <a:rPr lang="en-US" sz="1400" noProof="1">
                <a:solidFill>
                  <a:srgbClr val="000000"/>
                </a:solidFill>
                <a:latin typeface="Consolas"/>
              </a:rPr>
              <a:t>    - name: postgres</a:t>
            </a:r>
          </a:p>
          <a:p>
            <a:pPr algn="l">
              <a:lnSpc>
                <a:spcPct val="115000"/>
              </a:lnSpc>
              <a:spcBef>
                <a:spcPts val="0"/>
              </a:spcBef>
              <a:spcAft>
                <a:spcPts val="0"/>
              </a:spcAft>
            </a:pPr>
            <a:r>
              <a:rPr lang="en-US" sz="1400" noProof="1">
                <a:solidFill>
                  <a:srgbClr val="000000"/>
                </a:solidFill>
                <a:latin typeface="Consolas"/>
              </a:rPr>
              <a:t>      componentName: acme.org/sovereign/postgres</a:t>
            </a:r>
          </a:p>
          <a:p>
            <a:pPr algn="l">
              <a:lnSpc>
                <a:spcPct val="115000"/>
              </a:lnSpc>
              <a:spcBef>
                <a:spcPts val="0"/>
              </a:spcBef>
              <a:spcAft>
                <a:spcPts val="0"/>
              </a:spcAft>
            </a:pPr>
            <a:r>
              <a:rPr lang="en-US" sz="1400" noProof="1">
                <a:solidFill>
                  <a:srgbClr val="000000"/>
                </a:solidFill>
                <a:latin typeface="Consolas"/>
              </a:rPr>
              <a:t>      version: 1.0.0</a:t>
            </a:r>
          </a:p>
          <a:p>
            <a:pPr algn="l">
              <a:lnSpc>
                <a:spcPct val="115000"/>
              </a:lnSpc>
              <a:spcBef>
                <a:spcPts val="0"/>
              </a:spcBef>
              <a:spcAft>
                <a:spcPts val="0"/>
              </a:spcAft>
            </a:pPr>
            <a:r>
              <a:rPr lang="en-US" sz="1400" noProof="1">
                <a:solidFill>
                  <a:srgbClr val="6B7280"/>
                </a:solidFill>
                <a:latin typeface="Consolas"/>
              </a:rPr>
              <a:t>      </a:t>
            </a:r>
            <a:r>
              <a:rPr lang="en-US" sz="1400" noProof="1">
                <a:solidFill>
                  <a:schemeClr val="tx1"/>
                </a:solidFill>
                <a:latin typeface="Consolas"/>
              </a:rPr>
              <a:t>digest:</a:t>
            </a:r>
          </a:p>
          <a:p>
            <a:pPr algn="l">
              <a:lnSpc>
                <a:spcPct val="115000"/>
              </a:lnSpc>
              <a:spcBef>
                <a:spcPts val="0"/>
              </a:spcBef>
              <a:spcAft>
                <a:spcPts val="0"/>
              </a:spcAft>
            </a:pPr>
            <a:r>
              <a:rPr lang="en-US" sz="1400" noProof="1">
                <a:solidFill>
                  <a:srgbClr val="000000"/>
                </a:solidFill>
                <a:latin typeface="Consolas"/>
              </a:rPr>
              <a:t>        hashAlgorithm: SHA-256</a:t>
            </a:r>
          </a:p>
          <a:p>
            <a:pPr algn="l">
              <a:lnSpc>
                <a:spcPct val="115000"/>
              </a:lnSpc>
              <a:spcBef>
                <a:spcPts val="0"/>
              </a:spcBef>
              <a:spcAft>
                <a:spcPts val="0"/>
              </a:spcAft>
            </a:pPr>
            <a:r>
              <a:rPr lang="en-US" sz="1400" noProof="1">
                <a:solidFill>
                  <a:srgbClr val="000000"/>
                </a:solidFill>
                <a:latin typeface="Consolas"/>
              </a:rPr>
              <a:t>        </a:t>
            </a:r>
            <a:r>
              <a:rPr lang="en-US" sz="1400" noProof="1">
                <a:solidFill>
                  <a:schemeClr val="accent1"/>
                </a:solidFill>
                <a:latin typeface="Consolas"/>
              </a:rPr>
              <a:t>value: f5e4d3c2b1...</a:t>
            </a:r>
          </a:p>
          <a:p>
            <a:pPr algn="l">
              <a:lnSpc>
                <a:spcPct val="115000"/>
              </a:lnSpc>
              <a:spcBef>
                <a:spcPts val="0"/>
              </a:spcBef>
              <a:spcAft>
                <a:spcPts val="0"/>
              </a:spcAft>
            </a:pPr>
            <a:r>
              <a:rPr lang="en-US" sz="1400" noProof="1">
                <a:solidFill>
                  <a:srgbClr val="0A3A99"/>
                </a:solidFill>
                <a:latin typeface="Consolas"/>
              </a:rPr>
              <a:t>signatures:</a:t>
            </a:r>
          </a:p>
          <a:p>
            <a:pPr algn="l">
              <a:lnSpc>
                <a:spcPct val="115000"/>
              </a:lnSpc>
              <a:spcBef>
                <a:spcPts val="0"/>
              </a:spcBef>
              <a:spcAft>
                <a:spcPts val="0"/>
              </a:spcAft>
            </a:pPr>
            <a:r>
              <a:rPr lang="en-US" sz="1400" noProof="1">
                <a:solidFill>
                  <a:srgbClr val="000000"/>
                </a:solidFill>
                <a:latin typeface="Consolas"/>
              </a:rPr>
              <a:t>  - name: acme-release-key</a:t>
            </a:r>
          </a:p>
          <a:p>
            <a:pPr algn="l">
              <a:lnSpc>
                <a:spcPct val="115000"/>
              </a:lnSpc>
              <a:spcBef>
                <a:spcPts val="0"/>
              </a:spcBef>
              <a:spcAft>
                <a:spcPts val="0"/>
              </a:spcAft>
            </a:pPr>
            <a:r>
              <a:rPr lang="en-US" sz="1400" noProof="1">
                <a:solidFill>
                  <a:srgbClr val="0A3A99"/>
                </a:solidFill>
                <a:latin typeface="Consolas"/>
              </a:rPr>
              <a:t>    signature:</a:t>
            </a:r>
          </a:p>
          <a:p>
            <a:pPr algn="l">
              <a:lnSpc>
                <a:spcPct val="115000"/>
              </a:lnSpc>
              <a:spcBef>
                <a:spcPts val="0"/>
              </a:spcBef>
              <a:spcAft>
                <a:spcPts val="0"/>
              </a:spcAft>
            </a:pPr>
            <a:r>
              <a:rPr lang="en-US" sz="1400" noProof="1">
                <a:solidFill>
                  <a:srgbClr val="000000"/>
                </a:solidFill>
                <a:latin typeface="Consolas"/>
              </a:rPr>
              <a:t>      algorithm: RSASSA-PSS</a:t>
            </a:r>
          </a:p>
          <a:p>
            <a:pPr algn="l">
              <a:lnSpc>
                <a:spcPct val="115000"/>
              </a:lnSpc>
              <a:spcBef>
                <a:spcPts val="0"/>
              </a:spcBef>
              <a:spcAft>
                <a:spcPts val="0"/>
              </a:spcAft>
            </a:pPr>
            <a:r>
              <a:rPr lang="en-US" sz="1400" noProof="1">
                <a:solidFill>
                  <a:srgbClr val="0F6BFF"/>
                </a:solidFill>
                <a:latin typeface="Consolas"/>
              </a:rPr>
              <a:t>      value: 9c2af18b3e7d52914a8c6b0f1d2e8f37...</a:t>
            </a:r>
          </a:p>
        </p:txBody>
      </p:sp>
      <p:sp>
        <p:nvSpPr>
          <p:cNvPr id="6" name="Right Arrow 5"/>
          <p:cNvSpPr/>
          <p:nvPr/>
        </p:nvSpPr>
        <p:spPr>
          <a:xfrm>
            <a:off x="8288407" y="5458238"/>
            <a:ext cx="1253985" cy="1290431"/>
          </a:xfrm>
          <a:prstGeom prst="rightArrow">
            <a:avLst>
              <a:gd name="adj1" fmla="val 50000"/>
              <a:gd name="adj2" fmla="val 52114"/>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noProof="1"/>
              <a:t>bump</a:t>
            </a:r>
            <a:br>
              <a:rPr lang="en-US" sz="1600" noProof="1"/>
            </a:br>
            <a:r>
              <a:rPr lang="en-US" sz="1600" noProof="1"/>
              <a:t>version</a:t>
            </a:r>
          </a:p>
        </p:txBody>
      </p:sp>
      <p:sp>
        <p:nvSpPr>
          <p:cNvPr id="8" name="TextBox 7"/>
          <p:cNvSpPr txBox="1"/>
          <p:nvPr/>
        </p:nvSpPr>
        <p:spPr>
          <a:xfrm>
            <a:off x="1143000" y="9382125"/>
            <a:ext cx="16002000" cy="571500"/>
          </a:xfrm>
          <a:prstGeom prst="rect">
            <a:avLst/>
          </a:prstGeom>
          <a:noFill/>
        </p:spPr>
        <p:txBody>
          <a:bodyPr wrap="square" lIns="0" tIns="0" rIns="0" bIns="0">
            <a:spAutoFit/>
          </a:bodyPr>
          <a:lstStyle/>
          <a:p>
            <a:pPr algn="ctr"/>
            <a:r>
              <a:rPr lang="en-US" sz="2400" noProof="1">
                <a:solidFill>
                  <a:srgbClr val="0F6BFF"/>
                </a:solidFill>
                <a:latin typeface="Aptos"/>
              </a:rPr>
              <a:t>Every digest pinned by the signature. The cluster cannot drift.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ADOPTION</a:t>
            </a:r>
          </a:p>
        </p:txBody>
      </p:sp>
      <p:sp>
        <p:nvSpPr>
          <p:cNvPr id="3" name="Title 2"/>
          <p:cNvSpPr>
            <a:spLocks noGrp="1"/>
          </p:cNvSpPr>
          <p:nvPr>
            <p:ph type="title" idx="2"/>
          </p:nvPr>
        </p:nvSpPr>
        <p:spPr/>
        <p:txBody>
          <a:bodyPr/>
          <a:lstStyle/>
          <a:p>
            <a:r>
              <a:rPr lang="en-US" noProof="1"/>
              <a:t>Two paths to a first OCM component.</a:t>
            </a:r>
          </a:p>
        </p:txBody>
      </p:sp>
      <p:sp>
        <p:nvSpPr>
          <p:cNvPr id="4" name="TextBox 3"/>
          <p:cNvSpPr txBox="1"/>
          <p:nvPr/>
        </p:nvSpPr>
        <p:spPr>
          <a:xfrm>
            <a:off x="952500" y="4762500"/>
            <a:ext cx="7810500" cy="338554"/>
          </a:xfrm>
          <a:prstGeom prst="rect">
            <a:avLst/>
          </a:prstGeom>
          <a:noFill/>
        </p:spPr>
        <p:txBody>
          <a:bodyPr wrap="square" lIns="0" tIns="0" rIns="0" bIns="0">
            <a:spAutoFit/>
          </a:bodyPr>
          <a:lstStyle/>
          <a:p>
            <a:pPr algn="l"/>
            <a:r>
              <a:rPr lang="en-US" sz="2200" b="1" noProof="1">
                <a:solidFill>
                  <a:srgbClr val="0F6BFF"/>
                </a:solidFill>
                <a:latin typeface="Aptos"/>
              </a:rPr>
              <a:t>FROM ZERO - CLI</a:t>
            </a:r>
          </a:p>
        </p:txBody>
      </p:sp>
      <p:cxnSp>
        <p:nvCxnSpPr>
          <p:cNvPr id="5" name="Connector 4"/>
          <p:cNvCxnSpPr/>
          <p:nvPr/>
        </p:nvCxnSpPr>
        <p:spPr>
          <a:xfrm>
            <a:off x="952500" y="5295900"/>
            <a:ext cx="7810500" cy="0"/>
          </a:xfrm>
          <a:prstGeom prst="line">
            <a:avLst/>
          </a:prstGeom>
          <a:ln w="15875">
            <a:solidFill>
              <a:srgbClr val="0F6B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52500" y="5448300"/>
            <a:ext cx="7810500" cy="1272143"/>
          </a:xfrm>
          <a:prstGeom prst="rect">
            <a:avLst/>
          </a:prstGeom>
          <a:noFill/>
        </p:spPr>
        <p:txBody>
          <a:bodyPr wrap="square" lIns="0" tIns="0" rIns="0" bIns="0">
            <a:spAutoFit/>
          </a:bodyPr>
          <a:lstStyle/>
          <a:p>
            <a:pPr algn="l">
              <a:spcBef>
                <a:spcPts val="0"/>
              </a:spcBef>
            </a:pPr>
            <a:r>
              <a:rPr lang="en-US" sz="2200" noProof="1">
                <a:solidFill>
                  <a:srgbClr val="000000"/>
                </a:solidFill>
                <a:latin typeface="Aptos"/>
              </a:rPr>
              <a:t>Pack one component. Sign it.</a:t>
            </a:r>
          </a:p>
          <a:p>
            <a:pPr algn="l">
              <a:spcBef>
                <a:spcPts val="1000"/>
              </a:spcBef>
            </a:pPr>
            <a:r>
              <a:rPr lang="en-US" sz="2200" noProof="1">
                <a:solidFill>
                  <a:srgbClr val="000000"/>
                </a:solidFill>
                <a:latin typeface="Aptos"/>
              </a:rPr>
              <a:t>Air-gap CTF round-trip.</a:t>
            </a:r>
          </a:p>
          <a:p>
            <a:pPr algn="l">
              <a:spcBef>
                <a:spcPts val="1000"/>
              </a:spcBef>
            </a:pPr>
            <a:r>
              <a:rPr lang="en-US" sz="2200" noProof="1">
                <a:solidFill>
                  <a:srgbClr val="000000"/>
                </a:solidFill>
                <a:latin typeface="Aptos"/>
              </a:rPr>
              <a:t>Verify on the other side.</a:t>
            </a:r>
          </a:p>
        </p:txBody>
      </p:sp>
      <p:sp>
        <p:nvSpPr>
          <p:cNvPr id="7" name="TextBox 6"/>
          <p:cNvSpPr txBox="1"/>
          <p:nvPr/>
        </p:nvSpPr>
        <p:spPr>
          <a:xfrm>
            <a:off x="9525000" y="4762500"/>
            <a:ext cx="7810500" cy="338554"/>
          </a:xfrm>
          <a:prstGeom prst="rect">
            <a:avLst/>
          </a:prstGeom>
          <a:noFill/>
        </p:spPr>
        <p:txBody>
          <a:bodyPr wrap="square" lIns="0" tIns="0" rIns="0" bIns="0">
            <a:spAutoFit/>
          </a:bodyPr>
          <a:lstStyle/>
          <a:p>
            <a:pPr algn="l"/>
            <a:r>
              <a:rPr lang="en-US" sz="2200" b="1" noProof="1">
                <a:solidFill>
                  <a:srgbClr val="0F6BFF"/>
                </a:solidFill>
                <a:latin typeface="Aptos"/>
              </a:rPr>
              <a:t>ON YOUR CLUSTER - CONTROLLERS</a:t>
            </a:r>
          </a:p>
        </p:txBody>
      </p:sp>
      <p:cxnSp>
        <p:nvCxnSpPr>
          <p:cNvPr id="8" name="Connector 7"/>
          <p:cNvCxnSpPr/>
          <p:nvPr/>
        </p:nvCxnSpPr>
        <p:spPr>
          <a:xfrm>
            <a:off x="9525000" y="5295900"/>
            <a:ext cx="7810500" cy="0"/>
          </a:xfrm>
          <a:prstGeom prst="line">
            <a:avLst/>
          </a:prstGeom>
          <a:ln w="15875">
            <a:solidFill>
              <a:srgbClr val="0F6B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525000" y="5448300"/>
            <a:ext cx="7810500" cy="1272143"/>
          </a:xfrm>
          <a:prstGeom prst="rect">
            <a:avLst/>
          </a:prstGeom>
          <a:noFill/>
        </p:spPr>
        <p:txBody>
          <a:bodyPr wrap="square" lIns="0" tIns="0" rIns="0" bIns="0">
            <a:spAutoFit/>
          </a:bodyPr>
          <a:lstStyle/>
          <a:p>
            <a:pPr algn="l">
              <a:spcBef>
                <a:spcPts val="0"/>
              </a:spcBef>
            </a:pPr>
            <a:r>
              <a:rPr lang="en-US" sz="2200" noProof="1">
                <a:solidFill>
                  <a:srgbClr val="000000"/>
                </a:solidFill>
                <a:latin typeface="Aptos"/>
              </a:rPr>
              <a:t>Helm-install the OCM controllers.</a:t>
            </a:r>
          </a:p>
          <a:p>
            <a:pPr algn="l">
              <a:spcBef>
                <a:spcPts val="1000"/>
              </a:spcBef>
            </a:pPr>
            <a:r>
              <a:rPr lang="en-US" sz="2200" noProof="1">
                <a:solidFill>
                  <a:srgbClr val="000000"/>
                </a:solidFill>
                <a:latin typeface="Aptos"/>
              </a:rPr>
              <a:t>Point them at your registry.</a:t>
            </a:r>
          </a:p>
          <a:p>
            <a:pPr algn="l">
              <a:spcBef>
                <a:spcPts val="1000"/>
              </a:spcBef>
            </a:pPr>
            <a:r>
              <a:rPr lang="en-US" sz="2200" noProof="1">
                <a:solidFill>
                  <a:srgbClr val="000000"/>
                </a:solidFill>
                <a:latin typeface="Aptos"/>
              </a:rPr>
              <a:t>Deploy a component.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WHAT'S SHARP</a:t>
            </a:r>
          </a:p>
        </p:txBody>
      </p:sp>
      <p:sp>
        <p:nvSpPr>
          <p:cNvPr id="3" name="Title 2"/>
          <p:cNvSpPr>
            <a:spLocks noGrp="1"/>
          </p:cNvSpPr>
          <p:nvPr>
            <p:ph type="title" idx="2"/>
          </p:nvPr>
        </p:nvSpPr>
        <p:spPr/>
        <p:txBody>
          <a:bodyPr/>
          <a:lstStyle/>
          <a:p>
            <a:r>
              <a:rPr lang="en-US" noProof="1"/>
              <a:t>Three honest edges.</a:t>
            </a:r>
          </a:p>
        </p:txBody>
      </p:sp>
      <p:sp>
        <p:nvSpPr>
          <p:cNvPr id="4" name="Text Placeholder 3"/>
          <p:cNvSpPr>
            <a:spLocks noGrp="1"/>
          </p:cNvSpPr>
          <p:nvPr>
            <p:ph type="body" idx="10"/>
          </p:nvPr>
        </p:nvSpPr>
        <p:spPr>
          <a:xfrm>
            <a:off x="1142999" y="4953000"/>
            <a:ext cx="16770927" cy="4381500"/>
          </a:xfrm>
        </p:spPr>
        <p:txBody>
          <a:bodyPr/>
          <a:lstStyle/>
          <a:p>
            <a:pPr>
              <a:spcBef>
                <a:spcPts val="800"/>
              </a:spcBef>
              <a:spcAft>
                <a:spcPts val="800"/>
              </a:spcAft>
            </a:pPr>
            <a:r>
              <a:rPr lang="en-US" sz="2600" b="1" noProof="1">
                <a:solidFill>
                  <a:srgbClr val="0F6BFF"/>
                </a:solidFill>
              </a:rPr>
              <a:t>▪  Transfer defaults</a:t>
            </a:r>
            <a:r>
              <a:rPr lang="en-US" sz="2600" noProof="1">
                <a:solidFill>
                  <a:srgbClr val="000000"/>
                </a:solidFill>
              </a:rPr>
              <a:t> - copies only the descriptor. For air-gap, pass --copy-resources so the bytes travel too.</a:t>
            </a:r>
          </a:p>
          <a:p>
            <a:pPr>
              <a:spcBef>
                <a:spcPts val="800"/>
              </a:spcBef>
              <a:spcAft>
                <a:spcPts val="800"/>
              </a:spcAft>
            </a:pPr>
            <a:r>
              <a:rPr lang="en-US" sz="2600" b="1" noProof="1">
                <a:solidFill>
                  <a:srgbClr val="0F6BFF"/>
                </a:solidFill>
              </a:rPr>
              <a:t>▪  Controllers are v1alpha1</a:t>
            </a:r>
            <a:r>
              <a:rPr lang="en-US" sz="2600" noProof="1">
                <a:solidFill>
                  <a:srgbClr val="000000"/>
                </a:solidFill>
              </a:rPr>
              <a:t> - the CRD surface can move. Pin to specific release tags in your platform installs.</a:t>
            </a:r>
          </a:p>
          <a:p>
            <a:pPr>
              <a:spcBef>
                <a:spcPts val="800"/>
              </a:spcBef>
              <a:spcAft>
                <a:spcPts val="800"/>
              </a:spcAft>
            </a:pPr>
            <a:r>
              <a:rPr lang="en-US" sz="2600" b="1" noProof="1">
                <a:solidFill>
                  <a:srgbClr val="0F6BFF"/>
                </a:solidFill>
              </a:rPr>
              <a:t>▪  Helm-deploy adds kro + Flux or ArgoCD</a:t>
            </a:r>
            <a:r>
              <a:rPr lang="en-US" sz="2600" noProof="1">
                <a:solidFill>
                  <a:srgbClr val="000000"/>
                </a:solidFill>
              </a:rPr>
              <a:t> - the OCM controllers don't ship them. Bring your existing GitOps engine.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
          </p:nvPr>
        </p:nvSpPr>
        <p:spPr/>
        <p:txBody>
          <a:bodyPr>
            <a:normAutofit fontScale="90000"/>
          </a:bodyPr>
          <a:lstStyle/>
          <a:p>
            <a:r>
              <a:rPr lang="en-US" noProof="1">
                <a:solidFill>
                  <a:srgbClr val="FFFFFF"/>
                </a:solidFill>
              </a:rPr>
              <a:t>Ship the release as one unit.</a:t>
            </a:r>
          </a:p>
        </p:txBody>
      </p:sp>
      <p:sp>
        <p:nvSpPr>
          <p:cNvPr id="3" name="Text Placeholder 2"/>
          <p:cNvSpPr>
            <a:spLocks noGrp="1"/>
          </p:cNvSpPr>
          <p:nvPr>
            <p:ph type="body" idx="2"/>
          </p:nvPr>
        </p:nvSpPr>
        <p:spPr>
          <a:xfrm>
            <a:off x="914400" y="4381500"/>
            <a:ext cx="16192500" cy="1608946"/>
          </a:xfrm>
        </p:spPr>
        <p:txBody>
          <a:bodyPr/>
          <a:lstStyle/>
          <a:p>
            <a:r>
              <a:rPr lang="en-US" b="1" noProof="1">
                <a:solidFill>
                  <a:srgbClr val="5CD6FF"/>
                </a:solidFill>
              </a:rPr>
              <a:t>Evaluate</a:t>
            </a:r>
            <a:r>
              <a:rPr lang="en-US" noProof="1">
                <a:solidFill>
                  <a:srgbClr val="FFFFFF"/>
                </a:solidFill>
              </a:rPr>
              <a:t> - ocm.software (QR code) · run conformance/scenarios/sovereign</a:t>
            </a:r>
          </a:p>
          <a:p>
            <a:r>
              <a:rPr lang="en-US" b="1" noProof="1">
                <a:solidFill>
                  <a:srgbClr val="5CD6FF"/>
                </a:solidFill>
              </a:rPr>
              <a:t>Pilot</a:t>
            </a:r>
            <a:r>
              <a:rPr lang="en-US" noProof="1">
                <a:solidFill>
                  <a:srgbClr val="FFFFFF"/>
                </a:solidFill>
              </a:rPr>
              <a:t> - github.com/open-component-model · one product, one team</a:t>
            </a:r>
          </a:p>
          <a:p>
            <a:r>
              <a:rPr lang="en-US" b="1" noProof="1">
                <a:solidFill>
                  <a:srgbClr val="5CD6FF"/>
                </a:solidFill>
              </a:rPr>
              <a:t>Engage</a:t>
            </a:r>
            <a:r>
              <a:rPr lang="en-US" noProof="1">
                <a:solidFill>
                  <a:srgbClr val="FFFFFF"/>
                </a:solidFill>
              </a:rPr>
              <a:t> - community channels on the website · NeoNephos Foundation</a:t>
            </a:r>
          </a:p>
        </p:txBody>
      </p:sp>
      <p:pic>
        <p:nvPicPr>
          <p:cNvPr id="4" name="Picture 3" descr="ocm-horizontal-white_400.png"/>
          <p:cNvPicPr>
            <a:picLocks noChangeAspect="1"/>
          </p:cNvPicPr>
          <p:nvPr/>
        </p:nvPicPr>
        <p:blipFill>
          <a:blip r:embed="rId3"/>
          <a:stretch>
            <a:fillRect/>
          </a:stretch>
        </p:blipFill>
        <p:spPr>
          <a:xfrm>
            <a:off x="914400" y="9029700"/>
            <a:ext cx="1905000" cy="723900"/>
          </a:xfrm>
          <a:prstGeom prst="rect">
            <a:avLst/>
          </a:prstGeom>
        </p:spPr>
      </p:pic>
      <p:pic>
        <p:nvPicPr>
          <p:cNvPr id="5" name="Picture 4" descr="neonephos-foundation-horizontal-white_400.png"/>
          <p:cNvPicPr>
            <a:picLocks noChangeAspect="1"/>
          </p:cNvPicPr>
          <p:nvPr/>
        </p:nvPicPr>
        <p:blipFill>
          <a:blip r:embed="rId4"/>
          <a:stretch>
            <a:fillRect/>
          </a:stretch>
        </p:blipFill>
        <p:spPr>
          <a:xfrm>
            <a:off x="14833600" y="9258300"/>
            <a:ext cx="2540000" cy="495300"/>
          </a:xfrm>
          <a:prstGeom prst="rect">
            <a:avLst/>
          </a:prstGeom>
        </p:spPr>
      </p:pic>
      <p:pic>
        <p:nvPicPr>
          <p:cNvPr id="6" name="Grafik 5">
            <a:extLst>
              <a:ext uri="{FF2B5EF4-FFF2-40B4-BE49-F238E27FC236}">
                <a16:creationId xmlns:a16="http://schemas.microsoft.com/office/drawing/2014/main" id="{A1FC5F3F-C86C-CAE5-A3BA-69B3D314E99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4400" y="6087254"/>
            <a:ext cx="952500" cy="952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143000" y="2013244"/>
            <a:ext cx="16002000" cy="457200"/>
          </a:xfrm>
        </p:spPr>
        <p:txBody>
          <a:bodyPr>
            <a:normAutofit lnSpcReduction="10000"/>
          </a:bodyPr>
          <a:lstStyle/>
          <a:p>
            <a:r>
              <a:rPr lang="en-US" noProof="1"/>
              <a:t>APPENDIX · REPLICATION</a:t>
            </a:r>
          </a:p>
        </p:txBody>
      </p:sp>
      <p:sp>
        <p:nvSpPr>
          <p:cNvPr id="3" name="Title 2"/>
          <p:cNvSpPr>
            <a:spLocks noGrp="1"/>
          </p:cNvSpPr>
          <p:nvPr>
            <p:ph type="title" idx="2"/>
          </p:nvPr>
        </p:nvSpPr>
        <p:spPr>
          <a:xfrm>
            <a:off x="1143000" y="2518069"/>
            <a:ext cx="16002000" cy="1905000"/>
          </a:xfrm>
        </p:spPr>
        <p:txBody>
          <a:bodyPr/>
          <a:lstStyle/>
          <a:p>
            <a:r>
              <a:rPr lang="en-US" noProof="1"/>
              <a:t>Alongside the chain. Not within it.</a:t>
            </a:r>
          </a:p>
        </p:txBody>
      </p:sp>
      <p:sp>
        <p:nvSpPr>
          <p:cNvPr id="30" name="TextBox 29"/>
          <p:cNvSpPr txBox="1"/>
          <p:nvPr/>
        </p:nvSpPr>
        <p:spPr>
          <a:xfrm>
            <a:off x="964276" y="9155017"/>
            <a:ext cx="16525702" cy="307777"/>
          </a:xfrm>
          <a:prstGeom prst="rect">
            <a:avLst/>
          </a:prstGeom>
          <a:noFill/>
        </p:spPr>
        <p:txBody>
          <a:bodyPr wrap="square" lIns="0" tIns="0" rIns="0" bIns="0">
            <a:spAutoFit/>
          </a:bodyPr>
          <a:lstStyle/>
          <a:p>
            <a:pPr algn="ctr"/>
            <a:r>
              <a:rPr lang="en-US" sz="2000" noProof="1">
                <a:solidFill>
                  <a:srgbClr val="0A3A99"/>
                </a:solidFill>
                <a:latin typeface="Aptos"/>
              </a:rPr>
              <a:t>Controller-shaped equivalent of OCM CLI `ocm transfer cv` - point it at a source `Component` and a target `Repository`, and it keeps them in sync.</a:t>
            </a:r>
          </a:p>
        </p:txBody>
      </p:sp>
      <p:grpSp>
        <p:nvGrpSpPr>
          <p:cNvPr id="42" name="Gruppieren 41">
            <a:extLst>
              <a:ext uri="{FF2B5EF4-FFF2-40B4-BE49-F238E27FC236}">
                <a16:creationId xmlns:a16="http://schemas.microsoft.com/office/drawing/2014/main" id="{41E33193-8927-1A67-99A5-1ADDEBC23F45}"/>
              </a:ext>
            </a:extLst>
          </p:cNvPr>
          <p:cNvGrpSpPr/>
          <p:nvPr/>
        </p:nvGrpSpPr>
        <p:grpSpPr>
          <a:xfrm>
            <a:off x="6090769" y="6480231"/>
            <a:ext cx="5534961" cy="2207450"/>
            <a:chOff x="6096000" y="6669076"/>
            <a:chExt cx="5534961" cy="2086405"/>
          </a:xfrm>
        </p:grpSpPr>
        <p:sp>
          <p:nvSpPr>
            <p:cNvPr id="26" name="Rounded Rectangle 25"/>
            <p:cNvSpPr/>
            <p:nvPr/>
          </p:nvSpPr>
          <p:spPr>
            <a:xfrm>
              <a:off x="6096000" y="6669076"/>
              <a:ext cx="5358939" cy="2086405"/>
            </a:xfrm>
            <a:prstGeom prst="roundRect">
              <a:avLst>
                <a:gd name="adj" fmla="val 5384"/>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28" name="TextBox 27"/>
            <p:cNvSpPr txBox="1"/>
            <p:nvPr/>
          </p:nvSpPr>
          <p:spPr>
            <a:xfrm>
              <a:off x="6381750" y="6979316"/>
              <a:ext cx="5249211" cy="430887"/>
            </a:xfrm>
            <a:prstGeom prst="rect">
              <a:avLst/>
            </a:prstGeom>
            <a:noFill/>
          </p:spPr>
          <p:txBody>
            <a:bodyPr wrap="square" lIns="0" tIns="0" rIns="0" bIns="0">
              <a:spAutoFit/>
            </a:bodyPr>
            <a:lstStyle/>
            <a:p>
              <a:pPr algn="l"/>
              <a:r>
                <a:rPr lang="en-US" sz="2800" b="1" noProof="1">
                  <a:solidFill>
                    <a:srgbClr val="0A3A99"/>
                  </a:solidFill>
                  <a:latin typeface="Aptos"/>
                </a:rPr>
                <a:t>REPLICATION</a:t>
              </a:r>
            </a:p>
          </p:txBody>
        </p:sp>
        <p:sp>
          <p:nvSpPr>
            <p:cNvPr id="29" name="TextBox 28"/>
            <p:cNvSpPr txBox="1"/>
            <p:nvPr/>
          </p:nvSpPr>
          <p:spPr>
            <a:xfrm>
              <a:off x="6381751" y="7631828"/>
              <a:ext cx="5073188" cy="744306"/>
            </a:xfrm>
            <a:prstGeom prst="rect">
              <a:avLst/>
            </a:prstGeom>
            <a:noFill/>
          </p:spPr>
          <p:txBody>
            <a:bodyPr wrap="square" lIns="0" tIns="0" rIns="0" bIns="0">
              <a:spAutoFit/>
            </a:bodyPr>
            <a:lstStyle/>
            <a:p>
              <a:pPr algn="l">
                <a:lnSpc>
                  <a:spcPct val="125000"/>
                </a:lnSpc>
              </a:pPr>
              <a:r>
                <a:rPr lang="en-US" sz="2000" noProof="1">
                  <a:solidFill>
                    <a:srgbClr val="333333"/>
                  </a:solidFill>
                  <a:latin typeface="Aptos"/>
                </a:rPr>
                <a:t>Transfers a resolved component version from one OCM repository to another.</a:t>
              </a:r>
            </a:p>
          </p:txBody>
        </p:sp>
        <p:sp>
          <p:nvSpPr>
            <p:cNvPr id="27" name="Rectangle 26"/>
            <p:cNvSpPr/>
            <p:nvPr/>
          </p:nvSpPr>
          <p:spPr>
            <a:xfrm>
              <a:off x="6096000" y="6670432"/>
              <a:ext cx="5358939" cy="45719"/>
            </a:xfrm>
            <a:prstGeom prst="rect">
              <a:avLst/>
            </a:prstGeom>
            <a:solidFill>
              <a:srgbClr val="0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grpSp>
      <p:grpSp>
        <p:nvGrpSpPr>
          <p:cNvPr id="41" name="Gruppieren 40">
            <a:extLst>
              <a:ext uri="{FF2B5EF4-FFF2-40B4-BE49-F238E27FC236}">
                <a16:creationId xmlns:a16="http://schemas.microsoft.com/office/drawing/2014/main" id="{A22B0AB8-A0E0-18BE-04F3-C83357380EB5}"/>
              </a:ext>
            </a:extLst>
          </p:cNvPr>
          <p:cNvGrpSpPr/>
          <p:nvPr/>
        </p:nvGrpSpPr>
        <p:grpSpPr>
          <a:xfrm>
            <a:off x="2000250" y="4188232"/>
            <a:ext cx="14287500" cy="1905000"/>
            <a:chOff x="2000250" y="4188232"/>
            <a:chExt cx="14287500" cy="1905000"/>
          </a:xfrm>
        </p:grpSpPr>
        <p:sp>
          <p:nvSpPr>
            <p:cNvPr id="4" name="Rounded Rectangle 3"/>
            <p:cNvSpPr/>
            <p:nvPr/>
          </p:nvSpPr>
          <p:spPr>
            <a:xfrm>
              <a:off x="2000250" y="4188232"/>
              <a:ext cx="3143250" cy="1905000"/>
            </a:xfrm>
            <a:prstGeom prst="roundRect">
              <a:avLst>
                <a:gd name="adj" fmla="val 7000"/>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5" name="Rectangle 4"/>
            <p:cNvSpPr/>
            <p:nvPr/>
          </p:nvSpPr>
          <p:spPr>
            <a:xfrm>
              <a:off x="2000250" y="4188232"/>
              <a:ext cx="3143250" cy="3810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6" name="TextBox 5"/>
            <p:cNvSpPr txBox="1"/>
            <p:nvPr/>
          </p:nvSpPr>
          <p:spPr>
            <a:xfrm>
              <a:off x="2228850" y="4493032"/>
              <a:ext cx="2686050" cy="476250"/>
            </a:xfrm>
            <a:prstGeom prst="rect">
              <a:avLst/>
            </a:prstGeom>
            <a:noFill/>
          </p:spPr>
          <p:txBody>
            <a:bodyPr wrap="square" lIns="0" tIns="0" rIns="0" bIns="0">
              <a:spAutoFit/>
            </a:bodyPr>
            <a:lstStyle/>
            <a:p>
              <a:pPr algn="l"/>
              <a:r>
                <a:rPr lang="en-US" sz="2200" b="1" noProof="1">
                  <a:solidFill>
                    <a:srgbClr val="6B7280"/>
                  </a:solidFill>
                  <a:latin typeface="Aptos"/>
                </a:rPr>
                <a:t>REPOSITORY</a:t>
              </a:r>
            </a:p>
          </p:txBody>
        </p:sp>
        <p:sp>
          <p:nvSpPr>
            <p:cNvPr id="7" name="TextBox 6"/>
            <p:cNvSpPr txBox="1"/>
            <p:nvPr/>
          </p:nvSpPr>
          <p:spPr>
            <a:xfrm>
              <a:off x="2228850" y="5045482"/>
              <a:ext cx="2686050" cy="857250"/>
            </a:xfrm>
            <a:prstGeom prst="rect">
              <a:avLst/>
            </a:prstGeom>
            <a:noFill/>
          </p:spPr>
          <p:txBody>
            <a:bodyPr wrap="square" lIns="0" tIns="0" rIns="0" bIns="0">
              <a:spAutoFit/>
            </a:bodyPr>
            <a:lstStyle/>
            <a:p>
              <a:pPr algn="l">
                <a:lnSpc>
                  <a:spcPct val="125000"/>
                </a:lnSpc>
              </a:pPr>
              <a:r>
                <a:rPr lang="en-US" sz="1600" noProof="1">
                  <a:solidFill>
                    <a:srgbClr val="6B7280"/>
                  </a:solidFill>
                  <a:latin typeface="Aptos"/>
                </a:rPr>
                <a:t>Where component versions live.</a:t>
              </a:r>
            </a:p>
          </p:txBody>
        </p:sp>
        <p:sp>
          <p:nvSpPr>
            <p:cNvPr id="10" name="Rounded Rectangle 9"/>
            <p:cNvSpPr/>
            <p:nvPr/>
          </p:nvSpPr>
          <p:spPr>
            <a:xfrm>
              <a:off x="5715000" y="4188232"/>
              <a:ext cx="3143250" cy="1905000"/>
            </a:xfrm>
            <a:prstGeom prst="roundRect">
              <a:avLst>
                <a:gd name="adj" fmla="val 7000"/>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1" name="Rectangle 10"/>
            <p:cNvSpPr/>
            <p:nvPr/>
          </p:nvSpPr>
          <p:spPr>
            <a:xfrm>
              <a:off x="5715000" y="4188232"/>
              <a:ext cx="3143250" cy="3810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 name="TextBox 11"/>
            <p:cNvSpPr txBox="1"/>
            <p:nvPr/>
          </p:nvSpPr>
          <p:spPr>
            <a:xfrm>
              <a:off x="5943600" y="4493032"/>
              <a:ext cx="2686050" cy="476250"/>
            </a:xfrm>
            <a:prstGeom prst="rect">
              <a:avLst/>
            </a:prstGeom>
            <a:noFill/>
          </p:spPr>
          <p:txBody>
            <a:bodyPr wrap="square" lIns="0" tIns="0" rIns="0" bIns="0">
              <a:spAutoFit/>
            </a:bodyPr>
            <a:lstStyle/>
            <a:p>
              <a:pPr algn="l"/>
              <a:r>
                <a:rPr lang="en-US" sz="2200" b="1" noProof="1">
                  <a:solidFill>
                    <a:srgbClr val="6B7280"/>
                  </a:solidFill>
                  <a:latin typeface="Aptos"/>
                </a:rPr>
                <a:t>COMPONENT</a:t>
              </a:r>
            </a:p>
          </p:txBody>
        </p:sp>
        <p:sp>
          <p:nvSpPr>
            <p:cNvPr id="13" name="TextBox 12"/>
            <p:cNvSpPr txBox="1"/>
            <p:nvPr/>
          </p:nvSpPr>
          <p:spPr>
            <a:xfrm>
              <a:off x="5943600" y="5045482"/>
              <a:ext cx="2686050" cy="857250"/>
            </a:xfrm>
            <a:prstGeom prst="rect">
              <a:avLst/>
            </a:prstGeom>
            <a:noFill/>
          </p:spPr>
          <p:txBody>
            <a:bodyPr wrap="square" lIns="0" tIns="0" rIns="0" bIns="0">
              <a:spAutoFit/>
            </a:bodyPr>
            <a:lstStyle/>
            <a:p>
              <a:pPr algn="l">
                <a:lnSpc>
                  <a:spcPct val="125000"/>
                </a:lnSpc>
              </a:pPr>
              <a:r>
                <a:rPr lang="en-US" sz="1600" noProof="1">
                  <a:solidFill>
                    <a:srgbClr val="6B7280"/>
                  </a:solidFill>
                  <a:latin typeface="Aptos"/>
                </a:rPr>
                <a:t>Pulls + verifies.</a:t>
              </a:r>
            </a:p>
          </p:txBody>
        </p:sp>
        <p:sp>
          <p:nvSpPr>
            <p:cNvPr id="16" name="Rounded Rectangle 15"/>
            <p:cNvSpPr/>
            <p:nvPr/>
          </p:nvSpPr>
          <p:spPr>
            <a:xfrm>
              <a:off x="9429750" y="4188232"/>
              <a:ext cx="3143250" cy="1905000"/>
            </a:xfrm>
            <a:prstGeom prst="roundRect">
              <a:avLst>
                <a:gd name="adj" fmla="val 7000"/>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7" name="Rectangle 16"/>
            <p:cNvSpPr/>
            <p:nvPr/>
          </p:nvSpPr>
          <p:spPr>
            <a:xfrm>
              <a:off x="9429750" y="4188232"/>
              <a:ext cx="3143250" cy="3810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8" name="TextBox 17"/>
            <p:cNvSpPr txBox="1"/>
            <p:nvPr/>
          </p:nvSpPr>
          <p:spPr>
            <a:xfrm>
              <a:off x="9658350" y="4493032"/>
              <a:ext cx="2686050" cy="476250"/>
            </a:xfrm>
            <a:prstGeom prst="rect">
              <a:avLst/>
            </a:prstGeom>
            <a:noFill/>
          </p:spPr>
          <p:txBody>
            <a:bodyPr wrap="square" lIns="0" tIns="0" rIns="0" bIns="0">
              <a:spAutoFit/>
            </a:bodyPr>
            <a:lstStyle/>
            <a:p>
              <a:pPr algn="l"/>
              <a:r>
                <a:rPr lang="en-US" sz="2200" b="1" noProof="1">
                  <a:solidFill>
                    <a:srgbClr val="6B7280"/>
                  </a:solidFill>
                  <a:latin typeface="Aptos"/>
                </a:rPr>
                <a:t>RESOURCE</a:t>
              </a:r>
            </a:p>
          </p:txBody>
        </p:sp>
        <p:sp>
          <p:nvSpPr>
            <p:cNvPr id="19" name="TextBox 18"/>
            <p:cNvSpPr txBox="1"/>
            <p:nvPr/>
          </p:nvSpPr>
          <p:spPr>
            <a:xfrm>
              <a:off x="9658350" y="5045482"/>
              <a:ext cx="2686050" cy="857250"/>
            </a:xfrm>
            <a:prstGeom prst="rect">
              <a:avLst/>
            </a:prstGeom>
            <a:noFill/>
          </p:spPr>
          <p:txBody>
            <a:bodyPr wrap="square" lIns="0" tIns="0" rIns="0" bIns="0">
              <a:spAutoFit/>
            </a:bodyPr>
            <a:lstStyle/>
            <a:p>
              <a:pPr algn="l">
                <a:lnSpc>
                  <a:spcPct val="125000"/>
                </a:lnSpc>
              </a:pPr>
              <a:r>
                <a:rPr lang="en-US" sz="1600" noProof="1">
                  <a:solidFill>
                    <a:srgbClr val="6B7280"/>
                  </a:solidFill>
                  <a:latin typeface="Aptos"/>
                </a:rPr>
                <a:t>One artifact, by digest.</a:t>
              </a:r>
            </a:p>
          </p:txBody>
        </p:sp>
        <p:sp>
          <p:nvSpPr>
            <p:cNvPr id="22" name="Rounded Rectangle 21"/>
            <p:cNvSpPr/>
            <p:nvPr/>
          </p:nvSpPr>
          <p:spPr>
            <a:xfrm>
              <a:off x="13144500" y="4188232"/>
              <a:ext cx="3143250" cy="1905000"/>
            </a:xfrm>
            <a:prstGeom prst="roundRect">
              <a:avLst>
                <a:gd name="adj" fmla="val 7000"/>
              </a:avLst>
            </a:prstGeom>
            <a:solidFill>
              <a:srgbClr val="F3F4F6"/>
            </a:solidFill>
            <a:ln>
              <a:noFill/>
            </a:ln>
            <a:effectLst>
              <a:outerShdw blurRad="28575" dist="28575" dir="54000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23" name="Rectangle 22"/>
            <p:cNvSpPr/>
            <p:nvPr/>
          </p:nvSpPr>
          <p:spPr>
            <a:xfrm>
              <a:off x="13144500" y="4188232"/>
              <a:ext cx="3143250" cy="3810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24" name="TextBox 23"/>
            <p:cNvSpPr txBox="1"/>
            <p:nvPr/>
          </p:nvSpPr>
          <p:spPr>
            <a:xfrm>
              <a:off x="13373100" y="4493032"/>
              <a:ext cx="2686050" cy="476250"/>
            </a:xfrm>
            <a:prstGeom prst="rect">
              <a:avLst/>
            </a:prstGeom>
            <a:noFill/>
          </p:spPr>
          <p:txBody>
            <a:bodyPr wrap="square" lIns="0" tIns="0" rIns="0" bIns="0">
              <a:spAutoFit/>
            </a:bodyPr>
            <a:lstStyle/>
            <a:p>
              <a:pPr algn="l"/>
              <a:r>
                <a:rPr lang="en-US" sz="2200" b="1" noProof="1">
                  <a:solidFill>
                    <a:srgbClr val="6B7280"/>
                  </a:solidFill>
                  <a:latin typeface="Aptos"/>
                </a:rPr>
                <a:t>DEPLOYER</a:t>
              </a:r>
            </a:p>
          </p:txBody>
        </p:sp>
        <p:sp>
          <p:nvSpPr>
            <p:cNvPr id="25" name="TextBox 24"/>
            <p:cNvSpPr txBox="1"/>
            <p:nvPr/>
          </p:nvSpPr>
          <p:spPr>
            <a:xfrm>
              <a:off x="13373100" y="5045482"/>
              <a:ext cx="2686050" cy="857250"/>
            </a:xfrm>
            <a:prstGeom prst="rect">
              <a:avLst/>
            </a:prstGeom>
            <a:noFill/>
          </p:spPr>
          <p:txBody>
            <a:bodyPr wrap="square" lIns="0" tIns="0" rIns="0" bIns="0">
              <a:spAutoFit/>
            </a:bodyPr>
            <a:lstStyle/>
            <a:p>
              <a:pPr algn="l">
                <a:lnSpc>
                  <a:spcPct val="125000"/>
                </a:lnSpc>
              </a:pPr>
              <a:r>
                <a:rPr lang="en-US" sz="1600" noProof="1">
                  <a:solidFill>
                    <a:srgbClr val="6B7280"/>
                  </a:solidFill>
                  <a:latin typeface="Aptos"/>
                </a:rPr>
                <a:t>Applies it to the cluster.</a:t>
              </a:r>
            </a:p>
          </p:txBody>
        </p:sp>
        <p:grpSp>
          <p:nvGrpSpPr>
            <p:cNvPr id="31" name="Gruppieren 30">
              <a:extLst>
                <a:ext uri="{FF2B5EF4-FFF2-40B4-BE49-F238E27FC236}">
                  <a16:creationId xmlns:a16="http://schemas.microsoft.com/office/drawing/2014/main" id="{BC5BD424-096E-6A9B-1995-D5E3918A4698}"/>
                </a:ext>
              </a:extLst>
            </p:cNvPr>
            <p:cNvGrpSpPr/>
            <p:nvPr/>
          </p:nvGrpSpPr>
          <p:grpSpPr>
            <a:xfrm>
              <a:off x="5188871" y="5006786"/>
              <a:ext cx="480758" cy="267892"/>
              <a:chOff x="3805145" y="5864561"/>
              <a:chExt cx="480758" cy="267892"/>
            </a:xfrm>
          </p:grpSpPr>
          <p:cxnSp>
            <p:nvCxnSpPr>
              <p:cNvPr id="32" name="Gerade Verbindung mit Pfeil 31">
                <a:extLst>
                  <a:ext uri="{FF2B5EF4-FFF2-40B4-BE49-F238E27FC236}">
                    <a16:creationId xmlns:a16="http://schemas.microsoft.com/office/drawing/2014/main" id="{B24FC02D-CE2F-3DC4-8DE3-F20169303500}"/>
                  </a:ext>
                </a:extLst>
              </p:cNvPr>
              <p:cNvCxnSpPr/>
              <p:nvPr/>
            </p:nvCxnSpPr>
            <p:spPr>
              <a:xfrm>
                <a:off x="3805145" y="6000750"/>
                <a:ext cx="446485" cy="0"/>
              </a:xfrm>
              <a:prstGeom prst="straightConnector1">
                <a:avLst/>
              </a:prstGeom>
              <a:ln w="254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sp>
            <p:nvSpPr>
              <p:cNvPr id="33" name="Dreieck 32">
                <a:extLst>
                  <a:ext uri="{FF2B5EF4-FFF2-40B4-BE49-F238E27FC236}">
                    <a16:creationId xmlns:a16="http://schemas.microsoft.com/office/drawing/2014/main" id="{041AC62E-38A5-C52D-07CD-6D2A6C10128A}"/>
                  </a:ext>
                </a:extLst>
              </p:cNvPr>
              <p:cNvSpPr/>
              <p:nvPr/>
            </p:nvSpPr>
            <p:spPr>
              <a:xfrm rot="5400000">
                <a:off x="4060966" y="5907515"/>
                <a:ext cx="267892" cy="181983"/>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34" name="Gruppieren 33">
              <a:extLst>
                <a:ext uri="{FF2B5EF4-FFF2-40B4-BE49-F238E27FC236}">
                  <a16:creationId xmlns:a16="http://schemas.microsoft.com/office/drawing/2014/main" id="{15BE9B88-78B4-77D9-29AC-05FF16AEB567}"/>
                </a:ext>
              </a:extLst>
            </p:cNvPr>
            <p:cNvGrpSpPr/>
            <p:nvPr/>
          </p:nvGrpSpPr>
          <p:grpSpPr>
            <a:xfrm>
              <a:off x="12618371" y="5006786"/>
              <a:ext cx="480758" cy="267892"/>
              <a:chOff x="3805145" y="5864561"/>
              <a:chExt cx="480758" cy="267892"/>
            </a:xfrm>
          </p:grpSpPr>
          <p:cxnSp>
            <p:nvCxnSpPr>
              <p:cNvPr id="35" name="Gerade Verbindung mit Pfeil 34">
                <a:extLst>
                  <a:ext uri="{FF2B5EF4-FFF2-40B4-BE49-F238E27FC236}">
                    <a16:creationId xmlns:a16="http://schemas.microsoft.com/office/drawing/2014/main" id="{0D15444A-A9BF-0E90-B34B-D6B7C147E755}"/>
                  </a:ext>
                </a:extLst>
              </p:cNvPr>
              <p:cNvCxnSpPr/>
              <p:nvPr/>
            </p:nvCxnSpPr>
            <p:spPr>
              <a:xfrm>
                <a:off x="3805145" y="6000750"/>
                <a:ext cx="446485" cy="0"/>
              </a:xfrm>
              <a:prstGeom prst="straightConnector1">
                <a:avLst/>
              </a:prstGeom>
              <a:ln w="254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sp>
            <p:nvSpPr>
              <p:cNvPr id="36" name="Dreieck 35">
                <a:extLst>
                  <a:ext uri="{FF2B5EF4-FFF2-40B4-BE49-F238E27FC236}">
                    <a16:creationId xmlns:a16="http://schemas.microsoft.com/office/drawing/2014/main" id="{B5D680A5-CB0C-1360-5512-A392063A846D}"/>
                  </a:ext>
                </a:extLst>
              </p:cNvPr>
              <p:cNvSpPr/>
              <p:nvPr/>
            </p:nvSpPr>
            <p:spPr>
              <a:xfrm rot="5400000">
                <a:off x="4060966" y="5907515"/>
                <a:ext cx="267892" cy="181983"/>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37" name="Gruppieren 36">
              <a:extLst>
                <a:ext uri="{FF2B5EF4-FFF2-40B4-BE49-F238E27FC236}">
                  <a16:creationId xmlns:a16="http://schemas.microsoft.com/office/drawing/2014/main" id="{6AFD1714-F11E-3EF6-DF13-3E6D2BA83905}"/>
                </a:ext>
              </a:extLst>
            </p:cNvPr>
            <p:cNvGrpSpPr/>
            <p:nvPr/>
          </p:nvGrpSpPr>
          <p:grpSpPr>
            <a:xfrm>
              <a:off x="8903620" y="5045482"/>
              <a:ext cx="480758" cy="267892"/>
              <a:chOff x="3805145" y="5864561"/>
              <a:chExt cx="480758" cy="267892"/>
            </a:xfrm>
          </p:grpSpPr>
          <p:cxnSp>
            <p:nvCxnSpPr>
              <p:cNvPr id="38" name="Gerade Verbindung mit Pfeil 37">
                <a:extLst>
                  <a:ext uri="{FF2B5EF4-FFF2-40B4-BE49-F238E27FC236}">
                    <a16:creationId xmlns:a16="http://schemas.microsoft.com/office/drawing/2014/main" id="{5C3B1D31-2001-BD8B-71BD-3C5E34A1EC95}"/>
                  </a:ext>
                </a:extLst>
              </p:cNvPr>
              <p:cNvCxnSpPr/>
              <p:nvPr/>
            </p:nvCxnSpPr>
            <p:spPr>
              <a:xfrm>
                <a:off x="3805145" y="6000750"/>
                <a:ext cx="446485" cy="0"/>
              </a:xfrm>
              <a:prstGeom prst="straightConnector1">
                <a:avLst/>
              </a:prstGeom>
              <a:ln w="254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sp>
            <p:nvSpPr>
              <p:cNvPr id="39" name="Dreieck 38">
                <a:extLst>
                  <a:ext uri="{FF2B5EF4-FFF2-40B4-BE49-F238E27FC236}">
                    <a16:creationId xmlns:a16="http://schemas.microsoft.com/office/drawing/2014/main" id="{35389664-D8C3-62F2-493C-DE2E1FE98266}"/>
                  </a:ext>
                </a:extLst>
              </p:cNvPr>
              <p:cNvSpPr/>
              <p:nvPr/>
            </p:nvSpPr>
            <p:spPr>
              <a:xfrm rot="5400000">
                <a:off x="4060966" y="5907515"/>
                <a:ext cx="267892" cy="181983"/>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HOW OCM COMPARES</a:t>
            </a:r>
          </a:p>
        </p:txBody>
      </p:sp>
      <p:sp>
        <p:nvSpPr>
          <p:cNvPr id="3" name="Title 2"/>
          <p:cNvSpPr>
            <a:spLocks noGrp="1"/>
          </p:cNvSpPr>
          <p:nvPr>
            <p:ph type="title" idx="2"/>
          </p:nvPr>
        </p:nvSpPr>
        <p:spPr>
          <a:xfrm>
            <a:off x="1143000" y="2886075"/>
            <a:ext cx="16002000" cy="1209675"/>
          </a:xfrm>
        </p:spPr>
        <p:txBody>
          <a:bodyPr/>
          <a:lstStyle/>
          <a:p>
            <a:r>
              <a:rPr lang="en-US" noProof="1"/>
              <a:t>Composes with what's there.</a:t>
            </a:r>
          </a:p>
        </p:txBody>
      </p:sp>
      <p:graphicFrame>
        <p:nvGraphicFramePr>
          <p:cNvPr id="4" name="Table 3"/>
          <p:cNvGraphicFramePr>
            <a:graphicFrameLocks noGrp="1"/>
          </p:cNvGraphicFramePr>
          <p:nvPr>
            <p:extLst>
              <p:ext uri="{D42A27DB-BD31-4B8C-83A1-F6EECF244321}">
                <p14:modId xmlns:p14="http://schemas.microsoft.com/office/powerpoint/2010/main" val="2284403767"/>
              </p:ext>
            </p:extLst>
          </p:nvPr>
        </p:nvGraphicFramePr>
        <p:xfrm>
          <a:off x="1924050" y="4600575"/>
          <a:ext cx="14439900" cy="3714750"/>
        </p:xfrm>
        <a:graphic>
          <a:graphicData uri="http://schemas.openxmlformats.org/drawingml/2006/table">
            <a:tbl>
              <a:tblPr/>
              <a:tblGrid>
                <a:gridCol w="386715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3848100">
                  <a:extLst>
                    <a:ext uri="{9D8B030D-6E8A-4147-A177-3AD203B41FA5}">
                      <a16:colId xmlns:a16="http://schemas.microsoft.com/office/drawing/2014/main" val="20002"/>
                    </a:ext>
                  </a:extLst>
                </a:gridCol>
                <a:gridCol w="2724150">
                  <a:extLst>
                    <a:ext uri="{9D8B030D-6E8A-4147-A177-3AD203B41FA5}">
                      <a16:colId xmlns:a16="http://schemas.microsoft.com/office/drawing/2014/main" val="20003"/>
                    </a:ext>
                  </a:extLst>
                </a:gridCol>
              </a:tblGrid>
              <a:tr h="666750">
                <a:tc>
                  <a:txBody>
                    <a:bodyPr/>
                    <a:lstStyle/>
                    <a:p>
                      <a:pPr algn="l"/>
                      <a:endParaRPr lang="en-US" noProof="1"/>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US" sz="2400" b="1" i="0" noProof="1">
                          <a:solidFill>
                            <a:srgbClr val="0A3A99"/>
                          </a:solidFill>
                          <a:latin typeface="Aptos"/>
                        </a:rPr>
                        <a:t>WHAT IT SIGNS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rgbClr val="FFFFFF"/>
                    </a:solidFill>
                  </a:tcPr>
                </a:tc>
                <a:tc>
                  <a:txBody>
                    <a:bodyPr/>
                    <a:lstStyle/>
                    <a:p>
                      <a:pPr algn="l"/>
                      <a:r>
                        <a:rPr lang="en-US" sz="2400" b="1" i="0" noProof="1">
                          <a:solidFill>
                            <a:srgbClr val="0A3A99"/>
                          </a:solidFill>
                          <a:latin typeface="Aptos"/>
                        </a:rPr>
                        <a:t>LOCATION-INDEPENDENT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rgbClr val="FFFFFF"/>
                    </a:solidFill>
                  </a:tcPr>
                </a:tc>
                <a:tc>
                  <a:txBody>
                    <a:bodyPr/>
                    <a:lstStyle/>
                    <a:p>
                      <a:pPr algn="l"/>
                      <a:r>
                        <a:rPr lang="en-US" sz="2400" b="1" i="0" noProof="1">
                          <a:solidFill>
                            <a:srgbClr val="0A3A99"/>
                          </a:solidFill>
                          <a:latin typeface="Aptos"/>
                        </a:rPr>
                        <a:t>AIR-GAP NATIVE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rgbClr val="FFFFFF"/>
                    </a:solidFill>
                  </a:tcPr>
                </a:tc>
                <a:extLst>
                  <a:ext uri="{0D108BD9-81ED-4DB2-BD59-A6C34878D82A}">
                    <a16:rowId xmlns:a16="http://schemas.microsoft.com/office/drawing/2014/main" val="10000"/>
                  </a:ext>
                </a:extLst>
              </a:tr>
              <a:tr h="762000">
                <a:tc>
                  <a:txBody>
                    <a:bodyPr/>
                    <a:lstStyle/>
                    <a:p>
                      <a:pPr algn="l"/>
                      <a:r>
                        <a:rPr lang="en-US" sz="2400" b="1" i="0" noProof="1">
                          <a:solidFill>
                            <a:srgbClr val="000000"/>
                          </a:solidFill>
                          <a:latin typeface="Aptos"/>
                        </a:rPr>
                        <a:t>cosign / sigstore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lang="en-US" sz="2400" b="0" i="0" noProof="1">
                          <a:solidFill>
                            <a:srgbClr val="000000"/>
                          </a:solidFill>
                          <a:latin typeface="Aptos"/>
                        </a:rPr>
                        <a:t>one OCI artifact</a:t>
                      </a:r>
                    </a:p>
                  </a:txBody>
                  <a:tcPr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lang="en-US" sz="2400" b="0" i="0" noProof="1">
                          <a:solidFill>
                            <a:srgbClr val="000000"/>
                          </a:solidFill>
                          <a:latin typeface="Aptos"/>
                        </a:rPr>
                        <a:t>no</a:t>
                      </a:r>
                    </a:p>
                  </a:txBody>
                  <a:tcPr anchor="ctr">
                    <a:solidFill>
                      <a:srgbClr val="FFFFFF"/>
                    </a:solidFill>
                  </a:tcPr>
                </a:tc>
                <a:tc>
                  <a:txBody>
                    <a:bodyPr/>
                    <a:lstStyle/>
                    <a:p>
                      <a:pPr algn="l"/>
                      <a:r>
                        <a:rPr lang="en-US" sz="2400" b="0" i="0" noProof="1">
                          <a:solidFill>
                            <a:srgbClr val="000000"/>
                          </a:solidFill>
                          <a:latin typeface="Aptos"/>
                        </a:rPr>
                        <a:t>no</a:t>
                      </a:r>
                    </a:p>
                  </a:txBody>
                  <a:tcPr anchor="ctr">
                    <a:solidFill>
                      <a:srgbClr val="FFFFFF"/>
                    </a:solidFill>
                  </a:tcPr>
                </a:tc>
                <a:extLst>
                  <a:ext uri="{0D108BD9-81ED-4DB2-BD59-A6C34878D82A}">
                    <a16:rowId xmlns:a16="http://schemas.microsoft.com/office/drawing/2014/main" val="10001"/>
                  </a:ext>
                </a:extLst>
              </a:tr>
              <a:tr h="762000">
                <a:tc>
                  <a:txBody>
                    <a:bodyPr/>
                    <a:lstStyle/>
                    <a:p>
                      <a:pPr algn="l"/>
                      <a:r>
                        <a:rPr lang="en-US" sz="2400" b="1" i="0" noProof="1">
                          <a:solidFill>
                            <a:srgbClr val="000000"/>
                          </a:solidFill>
                          <a:latin typeface="Aptos"/>
                        </a:rPr>
                        <a:t>SLSA / in-toto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lang="en-US" sz="2400" b="0" i="0" noProof="1">
                          <a:solidFill>
                            <a:srgbClr val="000000"/>
                          </a:solidFill>
                          <a:latin typeface="Aptos"/>
                        </a:rPr>
                        <a:t>one build's provenance</a:t>
                      </a:r>
                    </a:p>
                  </a:txBody>
                  <a:tcPr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lang="en-US" sz="2400" b="0" i="0" noProof="1">
                          <a:solidFill>
                            <a:srgbClr val="000000"/>
                          </a:solidFill>
                          <a:latin typeface="Aptos"/>
                        </a:rPr>
                        <a:t>no</a:t>
                      </a:r>
                    </a:p>
                  </a:txBody>
                  <a:tcPr anchor="ctr">
                    <a:solidFill>
                      <a:srgbClr val="FFFFFF"/>
                    </a:solidFill>
                  </a:tcPr>
                </a:tc>
                <a:tc>
                  <a:txBody>
                    <a:bodyPr/>
                    <a:lstStyle/>
                    <a:p>
                      <a:pPr algn="l"/>
                      <a:r>
                        <a:rPr lang="en-US" sz="2400" b="0" i="0" noProof="1">
                          <a:solidFill>
                            <a:srgbClr val="6B7280"/>
                          </a:solidFill>
                          <a:latin typeface="Aptos"/>
                        </a:rPr>
                        <a:t>partial</a:t>
                      </a:r>
                    </a:p>
                  </a:txBody>
                  <a:tcPr anchor="ctr">
                    <a:solidFill>
                      <a:srgbClr val="FFFFFF"/>
                    </a:solidFill>
                  </a:tcPr>
                </a:tc>
                <a:extLst>
                  <a:ext uri="{0D108BD9-81ED-4DB2-BD59-A6C34878D82A}">
                    <a16:rowId xmlns:a16="http://schemas.microsoft.com/office/drawing/2014/main" val="10002"/>
                  </a:ext>
                </a:extLst>
              </a:tr>
              <a:tr h="762000">
                <a:tc>
                  <a:txBody>
                    <a:bodyPr/>
                    <a:lstStyle/>
                    <a:p>
                      <a:pPr algn="l"/>
                      <a:r>
                        <a:rPr lang="en-US" sz="2400" b="1" i="0" noProof="1">
                          <a:solidFill>
                            <a:srgbClr val="000000"/>
                          </a:solidFill>
                          <a:latin typeface="Aptos"/>
                        </a:rPr>
                        <a:t>SBOM / OCI 1.1 refs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a:r>
                        <a:rPr lang="en-US" sz="2400" b="0" i="0" noProof="1">
                          <a:solidFill>
                            <a:srgbClr val="000000"/>
                          </a:solidFill>
                          <a:latin typeface="Aptos"/>
                        </a:rPr>
                        <a:t>one artifact's contents</a:t>
                      </a:r>
                    </a:p>
                  </a:txBody>
                  <a:tcPr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lang="en-US" sz="2400" b="0" i="0" noProof="1">
                          <a:solidFill>
                            <a:srgbClr val="6B7280"/>
                          </a:solidFill>
                          <a:latin typeface="Aptos"/>
                        </a:rPr>
                        <a:t>partial</a:t>
                      </a:r>
                    </a:p>
                  </a:txBody>
                  <a:tcPr anchor="ctr">
                    <a:solidFill>
                      <a:srgbClr val="FFFFFF"/>
                    </a:solidFill>
                  </a:tcPr>
                </a:tc>
                <a:tc>
                  <a:txBody>
                    <a:bodyPr/>
                    <a:lstStyle/>
                    <a:p>
                      <a:pPr algn="l"/>
                      <a:r>
                        <a:rPr lang="en-US" sz="2400" b="0" i="0" noProof="1">
                          <a:solidFill>
                            <a:srgbClr val="000000"/>
                          </a:solidFill>
                          <a:latin typeface="Aptos"/>
                        </a:rPr>
                        <a:t>no</a:t>
                      </a:r>
                    </a:p>
                  </a:txBody>
                  <a:tcPr anchor="ctr">
                    <a:solidFill>
                      <a:srgbClr val="FFFFFF"/>
                    </a:solidFill>
                  </a:tcPr>
                </a:tc>
                <a:extLst>
                  <a:ext uri="{0D108BD9-81ED-4DB2-BD59-A6C34878D82A}">
                    <a16:rowId xmlns:a16="http://schemas.microsoft.com/office/drawing/2014/main" val="10003"/>
                  </a:ext>
                </a:extLst>
              </a:tr>
              <a:tr h="762000">
                <a:tc>
                  <a:txBody>
                    <a:bodyPr/>
                    <a:lstStyle/>
                    <a:p>
                      <a:pPr algn="l"/>
                      <a:r>
                        <a:rPr lang="en-US" sz="2400" b="1" i="0" noProof="1">
                          <a:solidFill>
                            <a:srgbClr val="0F6BFF"/>
                          </a:solidFill>
                          <a:latin typeface="Aptos"/>
                        </a:rPr>
                        <a:t>OCM</a:t>
                      </a:r>
                    </a:p>
                  </a:txBody>
                  <a:tcPr anchor="b">
                    <a:lnL w="0" cap="flat" cmpd="sng" algn="ctr">
                      <a:noFill/>
                    </a:lnL>
                    <a:lnR w="0" cap="flat" cmpd="sng" algn="ctr">
                      <a:noFill/>
                    </a:lnR>
                    <a:lnT w="12700" cap="flat" cmpd="sng" algn="ctr">
                      <a:solidFill>
                        <a:schemeClr val="tx1"/>
                      </a:solidFill>
                      <a:prstDash val="solid"/>
                      <a:round/>
                      <a:headEnd type="none" w="med" len="med"/>
                      <a:tailEnd type="none" w="med" len="med"/>
                    </a:lnT>
                    <a:lnB w="0" cap="flat" cmpd="sng" algn="ctr">
                      <a:noFill/>
                    </a:lnB>
                    <a:solidFill>
                      <a:srgbClr val="FFFFFF"/>
                    </a:solidFill>
                  </a:tcPr>
                </a:tc>
                <a:tc>
                  <a:txBody>
                    <a:bodyPr/>
                    <a:lstStyle/>
                    <a:p>
                      <a:pPr algn="l"/>
                      <a:r>
                        <a:rPr lang="en-US" sz="2400" b="1" i="0" noProof="1">
                          <a:solidFill>
                            <a:srgbClr val="0F6BFF"/>
                          </a:solidFill>
                          <a:latin typeface="Aptos"/>
                        </a:rPr>
                        <a:t>a component (the bundle)</a:t>
                      </a:r>
                    </a:p>
                  </a:txBody>
                  <a:tcPr anchor="b">
                    <a:lnL w="0" cap="flat" cmpd="sng" algn="ctr">
                      <a:noFill/>
                    </a:lnL>
                    <a:lnR w="0" cap="flat" cmpd="sng" algn="ctr">
                      <a:noFill/>
                    </a:lnR>
                    <a:lnB w="0" cap="flat" cmpd="sng" algn="ctr">
                      <a:noFill/>
                    </a:lnB>
                    <a:solidFill>
                      <a:srgbClr val="FFFFFF"/>
                    </a:solidFill>
                  </a:tcPr>
                </a:tc>
                <a:tc>
                  <a:txBody>
                    <a:bodyPr/>
                    <a:lstStyle/>
                    <a:p>
                      <a:pPr algn="l"/>
                      <a:r>
                        <a:rPr lang="en-US" sz="2400" b="1" i="0" noProof="1">
                          <a:solidFill>
                            <a:srgbClr val="0F6BFF"/>
                          </a:solidFill>
                          <a:latin typeface="Aptos"/>
                        </a:rPr>
                        <a:t>yes</a:t>
                      </a:r>
                    </a:p>
                  </a:txBody>
                  <a:tcPr anchor="b">
                    <a:lnL w="0" cap="flat" cmpd="sng" algn="ctr">
                      <a:noFill/>
                    </a:lnL>
                    <a:lnR w="0" cap="flat" cmpd="sng" algn="ctr">
                      <a:noFill/>
                    </a:lnR>
                    <a:lnB w="0" cap="flat" cmpd="sng" algn="ctr">
                      <a:noFill/>
                    </a:lnB>
                    <a:solidFill>
                      <a:srgbClr val="FFFFFF"/>
                    </a:solidFill>
                  </a:tcPr>
                </a:tc>
                <a:tc>
                  <a:txBody>
                    <a:bodyPr/>
                    <a:lstStyle/>
                    <a:p>
                      <a:pPr algn="l"/>
                      <a:r>
                        <a:rPr lang="en-US" sz="2400" b="1" i="0" noProof="1">
                          <a:solidFill>
                            <a:srgbClr val="0F6BFF"/>
                          </a:solidFill>
                          <a:latin typeface="Aptos"/>
                        </a:rPr>
                        <a:t>yes</a:t>
                      </a:r>
                    </a:p>
                  </a:txBody>
                  <a:tcPr anchor="b">
                    <a:lnL w="0" cap="flat" cmpd="sng" algn="ctr">
                      <a:noFill/>
                    </a:lnL>
                    <a:lnR w="0" cap="flat" cmpd="sng" algn="ctr">
                      <a:noFill/>
                    </a:lnR>
                    <a:lnB w="0" cap="flat" cmpd="sng" algn="ctr">
                      <a:noFill/>
                    </a:lnB>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1924050" y="8820150"/>
            <a:ext cx="16002000" cy="369332"/>
          </a:xfrm>
          <a:prstGeom prst="rect">
            <a:avLst/>
          </a:prstGeom>
          <a:noFill/>
        </p:spPr>
        <p:txBody>
          <a:bodyPr wrap="square" lIns="0" tIns="0" rIns="0" bIns="0">
            <a:spAutoFit/>
          </a:bodyPr>
          <a:lstStyle/>
          <a:p>
            <a:pPr algn="l"/>
            <a:r>
              <a:rPr lang="en-US" sz="2400" b="0" noProof="1">
                <a:solidFill>
                  <a:srgbClr val="0A3A99"/>
                </a:solidFill>
                <a:latin typeface="Aptos"/>
              </a:rPr>
              <a:t>OCM rides on top. It doesn't replace the per-artifact tools - it adds the release-level envelope they don't.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lnSpcReduction="10000"/>
          </a:bodyPr>
          <a:lstStyle/>
          <a:p>
            <a:r>
              <a:rPr lang="en-US" noProof="1"/>
              <a:t>APPENDIX · ABBREVIATIONS</a:t>
            </a:r>
          </a:p>
        </p:txBody>
      </p:sp>
      <p:sp>
        <p:nvSpPr>
          <p:cNvPr id="3" name="Title 2"/>
          <p:cNvSpPr>
            <a:spLocks noGrp="1"/>
          </p:cNvSpPr>
          <p:nvPr>
            <p:ph type="title" idx="2"/>
          </p:nvPr>
        </p:nvSpPr>
        <p:spPr/>
        <p:txBody>
          <a:bodyPr>
            <a:normAutofit fontScale="90000"/>
          </a:bodyPr>
          <a:lstStyle/>
          <a:p>
            <a:r>
              <a:rPr lang="en-US" noProof="1"/>
              <a:t>Quick reference for terms used in this deck.</a:t>
            </a:r>
          </a:p>
        </p:txBody>
      </p:sp>
      <p:sp>
        <p:nvSpPr>
          <p:cNvPr id="4" name="TextBox 3"/>
          <p:cNvSpPr txBox="1"/>
          <p:nvPr/>
        </p:nvSpPr>
        <p:spPr>
          <a:xfrm>
            <a:off x="762000" y="4847356"/>
            <a:ext cx="8191500" cy="615553"/>
          </a:xfrm>
          <a:prstGeom prst="rect">
            <a:avLst/>
          </a:prstGeom>
          <a:noFill/>
        </p:spPr>
        <p:txBody>
          <a:bodyPr wrap="square" lIns="0" tIns="0" rIns="0" bIns="0">
            <a:spAutoFit/>
          </a:bodyPr>
          <a:lstStyle/>
          <a:p>
            <a:pPr algn="l"/>
            <a:r>
              <a:rPr lang="en-US" sz="2000" b="1" noProof="1">
                <a:solidFill>
                  <a:srgbClr val="0F6BFF"/>
                </a:solidFill>
                <a:latin typeface="Aptos"/>
              </a:rPr>
              <a:t>CSI </a:t>
            </a:r>
            <a:r>
              <a:rPr lang="en-US" sz="2000" noProof="1">
                <a:solidFill>
                  <a:srgbClr val="000000"/>
                </a:solidFill>
                <a:latin typeface="Aptos"/>
              </a:rPr>
              <a:t>- Common Service Infrastructure - SAP-internal shared services platform.</a:t>
            </a:r>
          </a:p>
        </p:txBody>
      </p:sp>
      <p:sp>
        <p:nvSpPr>
          <p:cNvPr id="5" name="TextBox 4"/>
          <p:cNvSpPr txBox="1"/>
          <p:nvPr/>
        </p:nvSpPr>
        <p:spPr>
          <a:xfrm>
            <a:off x="762000" y="5678388"/>
            <a:ext cx="8191500" cy="307777"/>
          </a:xfrm>
          <a:prstGeom prst="rect">
            <a:avLst/>
          </a:prstGeom>
          <a:noFill/>
        </p:spPr>
        <p:txBody>
          <a:bodyPr wrap="square" lIns="0" tIns="0" rIns="0" bIns="0">
            <a:spAutoFit/>
          </a:bodyPr>
          <a:lstStyle/>
          <a:p>
            <a:pPr algn="l"/>
            <a:r>
              <a:rPr lang="en-US" sz="2000" b="1" noProof="1">
                <a:solidFill>
                  <a:srgbClr val="0F6BFF"/>
                </a:solidFill>
                <a:latin typeface="Aptos"/>
              </a:rPr>
              <a:t>Helm </a:t>
            </a:r>
            <a:r>
              <a:rPr lang="en-US" sz="2000" noProof="1">
                <a:solidFill>
                  <a:srgbClr val="000000"/>
                </a:solidFill>
                <a:latin typeface="Aptos"/>
              </a:rPr>
              <a:t>- Package manager for Kubernetes; reference artifact type for OCM.</a:t>
            </a:r>
          </a:p>
        </p:txBody>
      </p:sp>
      <p:sp>
        <p:nvSpPr>
          <p:cNvPr id="7" name="TextBox 6"/>
          <p:cNvSpPr txBox="1"/>
          <p:nvPr/>
        </p:nvSpPr>
        <p:spPr>
          <a:xfrm>
            <a:off x="762000" y="6192486"/>
            <a:ext cx="8191500" cy="615553"/>
          </a:xfrm>
          <a:prstGeom prst="rect">
            <a:avLst/>
          </a:prstGeom>
          <a:noFill/>
        </p:spPr>
        <p:txBody>
          <a:bodyPr wrap="square" lIns="0" tIns="0" rIns="0" bIns="0">
            <a:spAutoFit/>
          </a:bodyPr>
          <a:lstStyle/>
          <a:p>
            <a:pPr algn="l"/>
            <a:r>
              <a:rPr lang="en-US" sz="2000" b="1" noProof="1">
                <a:solidFill>
                  <a:srgbClr val="0F6BFF"/>
                </a:solidFill>
                <a:latin typeface="Aptos"/>
              </a:rPr>
              <a:t>NeoNephos </a:t>
            </a:r>
            <a:r>
              <a:rPr lang="en-US" sz="2000" noProof="1">
                <a:solidFill>
                  <a:srgbClr val="000000"/>
                </a:solidFill>
                <a:latin typeface="Aptos"/>
              </a:rPr>
              <a:t>- European foundation for sovereign cloud open-source projects (Linux Foundation Europe).</a:t>
            </a:r>
          </a:p>
        </p:txBody>
      </p:sp>
      <p:sp>
        <p:nvSpPr>
          <p:cNvPr id="8" name="TextBox 7"/>
          <p:cNvSpPr txBox="1"/>
          <p:nvPr/>
        </p:nvSpPr>
        <p:spPr>
          <a:xfrm>
            <a:off x="762000" y="7028256"/>
            <a:ext cx="8191500" cy="615553"/>
          </a:xfrm>
          <a:prstGeom prst="rect">
            <a:avLst/>
          </a:prstGeom>
          <a:noFill/>
        </p:spPr>
        <p:txBody>
          <a:bodyPr wrap="square" lIns="0" tIns="0" rIns="0" bIns="0">
            <a:spAutoFit/>
          </a:bodyPr>
          <a:lstStyle/>
          <a:p>
            <a:pPr algn="l"/>
            <a:r>
              <a:rPr lang="en-US" sz="2000" b="1" noProof="1">
                <a:solidFill>
                  <a:srgbClr val="0F6BFF"/>
                </a:solidFill>
                <a:latin typeface="Aptos"/>
              </a:rPr>
              <a:t>OCI </a:t>
            </a:r>
            <a:r>
              <a:rPr lang="en-US" sz="2000" noProof="1">
                <a:solidFill>
                  <a:srgbClr val="000000"/>
                </a:solidFill>
                <a:latin typeface="Aptos"/>
              </a:rPr>
              <a:t>- Open Container Initiative - open standards for container image format and distribution.</a:t>
            </a:r>
          </a:p>
        </p:txBody>
      </p:sp>
      <p:sp>
        <p:nvSpPr>
          <p:cNvPr id="9" name="TextBox 8"/>
          <p:cNvSpPr txBox="1"/>
          <p:nvPr/>
        </p:nvSpPr>
        <p:spPr>
          <a:xfrm>
            <a:off x="762000" y="7858125"/>
            <a:ext cx="8191500" cy="615553"/>
          </a:xfrm>
          <a:prstGeom prst="rect">
            <a:avLst/>
          </a:prstGeom>
          <a:noFill/>
        </p:spPr>
        <p:txBody>
          <a:bodyPr wrap="square" lIns="0" tIns="0" rIns="0" bIns="0">
            <a:spAutoFit/>
          </a:bodyPr>
          <a:lstStyle/>
          <a:p>
            <a:pPr algn="l"/>
            <a:r>
              <a:rPr lang="en-US" sz="2000" b="1" noProof="1">
                <a:solidFill>
                  <a:srgbClr val="0F6BFF"/>
                </a:solidFill>
                <a:latin typeface="Aptos"/>
              </a:rPr>
              <a:t>OCM </a:t>
            </a:r>
            <a:r>
              <a:rPr lang="en-US" sz="2000" noProof="1">
                <a:solidFill>
                  <a:srgbClr val="000000"/>
                </a:solidFill>
                <a:latin typeface="Aptos"/>
              </a:rPr>
              <a:t>- Open Component Model - vendor-neutral specification for signed, transportable software components.</a:t>
            </a:r>
          </a:p>
        </p:txBody>
      </p:sp>
      <p:sp>
        <p:nvSpPr>
          <p:cNvPr id="10" name="TextBox 9"/>
          <p:cNvSpPr txBox="1"/>
          <p:nvPr/>
        </p:nvSpPr>
        <p:spPr>
          <a:xfrm>
            <a:off x="762000" y="8687994"/>
            <a:ext cx="8191500" cy="615553"/>
          </a:xfrm>
          <a:prstGeom prst="rect">
            <a:avLst/>
          </a:prstGeom>
          <a:noFill/>
        </p:spPr>
        <p:txBody>
          <a:bodyPr wrap="square" lIns="0" tIns="0" rIns="0" bIns="0">
            <a:spAutoFit/>
          </a:bodyPr>
          <a:lstStyle/>
          <a:p>
            <a:pPr algn="l"/>
            <a:r>
              <a:rPr lang="en-US" sz="2000" b="1" noProof="1">
                <a:solidFill>
                  <a:srgbClr val="0F6BFF"/>
                </a:solidFill>
                <a:latin typeface="Aptos"/>
              </a:rPr>
              <a:t>OpenPGP </a:t>
            </a:r>
            <a:r>
              <a:rPr lang="en-US" sz="2000" noProof="1">
                <a:solidFill>
                  <a:srgbClr val="000000"/>
                </a:solidFill>
                <a:latin typeface="Aptos"/>
              </a:rPr>
              <a:t>- Open standard for cryptographic signatures (RFC 4880). GPG is one implementation; Sequoia and RNP produce compatible signatures.</a:t>
            </a:r>
          </a:p>
        </p:txBody>
      </p:sp>
      <p:sp>
        <p:nvSpPr>
          <p:cNvPr id="12" name="TextBox 11"/>
          <p:cNvSpPr txBox="1"/>
          <p:nvPr/>
        </p:nvSpPr>
        <p:spPr>
          <a:xfrm>
            <a:off x="9334500" y="4851629"/>
            <a:ext cx="8191500" cy="615553"/>
          </a:xfrm>
          <a:prstGeom prst="rect">
            <a:avLst/>
          </a:prstGeom>
          <a:noFill/>
        </p:spPr>
        <p:txBody>
          <a:bodyPr wrap="square" lIns="0" tIns="0" rIns="0" bIns="0">
            <a:spAutoFit/>
          </a:bodyPr>
          <a:lstStyle/>
          <a:p>
            <a:pPr algn="l"/>
            <a:r>
              <a:rPr lang="en-US" sz="2000" b="1" noProof="1">
                <a:solidFill>
                  <a:srgbClr val="0F6BFF"/>
                </a:solidFill>
                <a:latin typeface="Aptos"/>
              </a:rPr>
              <a:t>RSA </a:t>
            </a:r>
            <a:r>
              <a:rPr lang="en-US" sz="2000" noProof="1">
                <a:solidFill>
                  <a:srgbClr val="000000"/>
                </a:solidFill>
                <a:latin typeface="Aptos"/>
              </a:rPr>
              <a:t>- RSA / RSASSA-PSS - bare public-key signing scheme. Trust model: operator pins the public key. No PKI required.</a:t>
            </a:r>
          </a:p>
        </p:txBody>
      </p:sp>
      <p:sp>
        <p:nvSpPr>
          <p:cNvPr id="13" name="TextBox 12"/>
          <p:cNvSpPr txBox="1"/>
          <p:nvPr/>
        </p:nvSpPr>
        <p:spPr>
          <a:xfrm>
            <a:off x="9334500" y="5678388"/>
            <a:ext cx="8191500" cy="615553"/>
          </a:xfrm>
          <a:prstGeom prst="rect">
            <a:avLst/>
          </a:prstGeom>
          <a:noFill/>
        </p:spPr>
        <p:txBody>
          <a:bodyPr wrap="square" lIns="0" tIns="0" rIns="0" bIns="0">
            <a:spAutoFit/>
          </a:bodyPr>
          <a:lstStyle/>
          <a:p>
            <a:pPr algn="l"/>
            <a:r>
              <a:rPr lang="en-US" sz="2000" b="1" noProof="1">
                <a:solidFill>
                  <a:srgbClr val="0F6BFF"/>
                </a:solidFill>
                <a:latin typeface="Aptos"/>
              </a:rPr>
              <a:t>SBOM </a:t>
            </a:r>
            <a:r>
              <a:rPr lang="en-US" sz="2000" noProof="1">
                <a:solidFill>
                  <a:srgbClr val="000000"/>
                </a:solidFill>
                <a:latin typeface="Aptos"/>
              </a:rPr>
              <a:t>- Software Bill of Materials - inventory of components and dependencies inside a software artifact.</a:t>
            </a:r>
          </a:p>
        </p:txBody>
      </p:sp>
      <p:sp>
        <p:nvSpPr>
          <p:cNvPr id="14" name="TextBox 13"/>
          <p:cNvSpPr txBox="1"/>
          <p:nvPr/>
        </p:nvSpPr>
        <p:spPr>
          <a:xfrm>
            <a:off x="9334500" y="6501456"/>
            <a:ext cx="8191500" cy="615553"/>
          </a:xfrm>
          <a:prstGeom prst="rect">
            <a:avLst/>
          </a:prstGeom>
          <a:noFill/>
        </p:spPr>
        <p:txBody>
          <a:bodyPr wrap="square" lIns="0" tIns="0" rIns="0" bIns="0">
            <a:spAutoFit/>
          </a:bodyPr>
          <a:lstStyle/>
          <a:p>
            <a:pPr algn="l"/>
            <a:r>
              <a:rPr lang="en-US" sz="2000" b="1" noProof="1">
                <a:solidFill>
                  <a:srgbClr val="0F6BFF"/>
                </a:solidFill>
                <a:latin typeface="Aptos"/>
              </a:rPr>
              <a:t>Sigstore </a:t>
            </a:r>
            <a:r>
              <a:rPr lang="en-US" sz="2000" noProof="1">
                <a:solidFill>
                  <a:srgbClr val="000000"/>
                </a:solidFill>
                <a:latin typeface="Aptos"/>
              </a:rPr>
              <a:t>- Open-source project for keyless software signing using OIDC identities + Rekor transparency log.</a:t>
            </a:r>
          </a:p>
        </p:txBody>
      </p:sp>
    </p:spTree>
  </p:cSld>
  <p:clrMapOvr>
    <a:masterClrMapping/>
  </p:clrMapOvr>
</p:sld>
</file>

<file path=ppt/theme/theme1.xml><?xml version="1.0" encoding="utf-8"?>
<a:theme xmlns:a="http://schemas.openxmlformats.org/drawingml/2006/main" name="OCM">
  <a:themeElements>
    <a:clrScheme name="OCM">
      <a:dk1>
        <a:srgbClr val="000000"/>
      </a:dk1>
      <a:lt1>
        <a:srgbClr val="FFFFFF"/>
      </a:lt1>
      <a:dk2>
        <a:srgbClr val="0A3A99"/>
      </a:dk2>
      <a:lt2>
        <a:srgbClr val="F3F4F6"/>
      </a:lt2>
      <a:accent1>
        <a:srgbClr val="0F6BFF"/>
      </a:accent1>
      <a:accent2>
        <a:srgbClr val="0A3A99"/>
      </a:accent2>
      <a:accent3>
        <a:srgbClr val="5CD6FF"/>
      </a:accent3>
      <a:accent4>
        <a:srgbClr val="6B7280"/>
      </a:accent4>
      <a:accent5>
        <a:srgbClr val="0A1530"/>
      </a:accent5>
      <a:accent6>
        <a:srgbClr val="F3F4F6"/>
      </a:accent6>
      <a:hlink>
        <a:srgbClr val="0F6BFF"/>
      </a:hlink>
      <a:folHlink>
        <a:srgbClr val="0A3A99"/>
      </a:folHlink>
    </a:clrScheme>
    <a:fontScheme name="OCM">
      <a:majorFont>
        <a:latin typeface="Aptos Display"/>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40000" dist="20000" dir="5400000" rotWithShape="0">
              <a:srgbClr val="000000">
                <a:alpha val="38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50000">
              <a:schemeClr val="phClr">
                <a:tint val="98000"/>
                <a:satMod val="130000"/>
                <a:shade val="9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a6d13f6-f01e-4a65-ae09-5a5653d84bec">
      <Terms xmlns="http://schemas.microsoft.com/office/infopath/2007/PartnerControls"/>
    </lcf76f155ced4ddcb4097134ff3c332f>
    <TaxCatchAll xmlns="05b660bb-c4f4-43c1-874c-d1e08947809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17EFA48812873240AA97B5B839318D37" ma:contentTypeVersion="14" ma:contentTypeDescription="Ein neues Dokument erstellen." ma:contentTypeScope="" ma:versionID="4bce6beaeb9c8ec65b9f37b447a7570d">
  <xsd:schema xmlns:xsd="http://www.w3.org/2001/XMLSchema" xmlns:xs="http://www.w3.org/2001/XMLSchema" xmlns:p="http://schemas.microsoft.com/office/2006/metadata/properties" xmlns:ns2="ba6d13f6-f01e-4a65-ae09-5a5653d84bec" xmlns:ns3="05b660bb-c4f4-43c1-874c-d1e089478096" targetNamespace="http://schemas.microsoft.com/office/2006/metadata/properties" ma:root="true" ma:fieldsID="22a9e4bc8febba88b361bb00f6ddf6de" ns2:_="" ns3:_="">
    <xsd:import namespace="ba6d13f6-f01e-4a65-ae09-5a5653d84bec"/>
    <xsd:import namespace="05b660bb-c4f4-43c1-874c-d1e08947809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6d13f6-f01e-4a65-ae09-5a5653d84b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Bildmarkierungen" ma:readOnly="false" ma:fieldId="{5cf76f15-5ced-4ddc-b409-7134ff3c332f}" ma:taxonomyMulti="true" ma:sspId="c7b3fb9d-ee0a-40a8-bd42-4026b75186d8"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5b660bb-c4f4-43c1-874c-d1e089478096" elementFormDefault="qualified">
    <xsd:import namespace="http://schemas.microsoft.com/office/2006/documentManagement/types"/>
    <xsd:import namespace="http://schemas.microsoft.com/office/infopath/2007/PartnerControls"/>
    <xsd:element name="SharedWithUsers" ma:index="12"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Freigegeben für - Details" ma:internalName="SharedWithDetails" ma:readOnly="true">
      <xsd:simpleType>
        <xsd:restriction base="dms:Note">
          <xsd:maxLength value="255"/>
        </xsd:restriction>
      </xsd:simpleType>
    </xsd:element>
    <xsd:element name="TaxCatchAll" ma:index="20" nillable="true" ma:displayName="Taxonomy Catch All Column" ma:hidden="true" ma:list="{fff8ce3b-15f6-4222-8a04-f02cd1531d9b}" ma:internalName="TaxCatchAll" ma:showField="CatchAllData" ma:web="05b660bb-c4f4-43c1-874c-d1e08947809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5DB66EA-42DF-41D5-9F1B-3D3FBC8E70F4}">
  <ds:schemaRefs>
    <ds:schemaRef ds:uri="http://schemas.microsoft.com/sharepoint/v3/contenttype/forms"/>
  </ds:schemaRefs>
</ds:datastoreItem>
</file>

<file path=customXml/itemProps2.xml><?xml version="1.0" encoding="utf-8"?>
<ds:datastoreItem xmlns:ds="http://schemas.openxmlformats.org/officeDocument/2006/customXml" ds:itemID="{2B62CB21-18DD-4F52-85F7-B669F7556ED8}">
  <ds:schemaRefs>
    <ds:schemaRef ds:uri="ba6d13f6-f01e-4a65-ae09-5a5653d84bec"/>
    <ds:schemaRef ds:uri="http://schemas.openxmlformats.org/package/2006/metadata/core-properties"/>
    <ds:schemaRef ds:uri="http://purl.org/dc/elements/1.1/"/>
    <ds:schemaRef ds:uri="http://schemas.microsoft.com/office/infopath/2007/PartnerControls"/>
    <ds:schemaRef ds:uri="http://schemas.microsoft.com/office/2006/documentManagement/types"/>
    <ds:schemaRef ds:uri="http://purl.org/dc/terms/"/>
    <ds:schemaRef ds:uri="http://purl.org/dc/dcmitype/"/>
    <ds:schemaRef ds:uri="05b660bb-c4f4-43c1-874c-d1e089478096"/>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94EEA74B-D491-44C0-B65E-6BF35267C4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a6d13f6-f01e-4a65-ae09-5a5653d84bec"/>
    <ds:schemaRef ds:uri="05b660bb-c4f4-43c1-874c-d1e08947809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cf7ac0a-4681-4823-ab0b-04ef02c5f873}" enabled="1" method="Standard" siteId="{42f7676c-f455-423c-82f6-dc2d99791af7}" contentBits="0" removed="0"/>
</clbl:labelList>
</file>

<file path=docProps/app.xml><?xml version="1.0" encoding="utf-8"?>
<Properties xmlns="http://schemas.openxmlformats.org/officeDocument/2006/extended-properties" xmlns:vt="http://schemas.openxmlformats.org/officeDocument/2006/docPropsVTypes">
  <TotalTime>0</TotalTime>
  <Words>5401</Words>
  <Application>Microsoft Macintosh PowerPoint</Application>
  <PresentationFormat>Benutzerdefiniert</PresentationFormat>
  <Paragraphs>454</Paragraphs>
  <Slides>18</Slides>
  <Notes>18</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18</vt:i4>
      </vt:variant>
    </vt:vector>
  </HeadingPairs>
  <TitlesOfParts>
    <vt:vector size="23" baseType="lpstr">
      <vt:lpstr>Aptos</vt:lpstr>
      <vt:lpstr>Aptos Display</vt:lpstr>
      <vt:lpstr>Arial</vt:lpstr>
      <vt:lpstr>Consolas</vt:lpstr>
      <vt:lpstr>OCM</vt:lpstr>
      <vt:lpstr>You ship pieces.</vt:lpstr>
      <vt:lpstr>In every existing tool, identity is bound to location.</vt:lpstr>
      <vt:lpstr>Identity that travels with the artifact.</vt:lpstr>
      <vt:lpstr>Wraps every artifact. Signs the whole release.</vt:lpstr>
      <vt:lpstr>What you write.</vt:lpstr>
      <vt:lpstr>What gets signed and travels.</vt:lpstr>
      <vt:lpstr>Pack · Sign · Transport · Deploy</vt:lpstr>
      <vt:lpstr>Service carries resources. Product carries references.</vt:lpstr>
      <vt:lpstr>Same signed object. Three signing options.</vt:lpstr>
      <vt:lpstr>Three patterns. One command.</vt:lpstr>
      <vt:lpstr>OCM controllers verify and apply.</vt:lpstr>
      <vt:lpstr>Bump the product version. Everything follows.</vt:lpstr>
      <vt:lpstr>Two paths to a first OCM component.</vt:lpstr>
      <vt:lpstr>Three honest edges.</vt:lpstr>
      <vt:lpstr>Ship the release as one unit.</vt:lpstr>
      <vt:lpstr>Alongside the chain. Not within it.</vt:lpstr>
      <vt:lpstr>Composes with what's there.</vt:lpstr>
      <vt:lpstr>Quick reference for terms used in this deck.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Morrison, Gerald</cp:lastModifiedBy>
  <cp:revision>1</cp:revision>
  <dcterms:created xsi:type="dcterms:W3CDTF">2013-01-27T09:14:16Z</dcterms:created>
  <dcterms:modified xsi:type="dcterms:W3CDTF">2026-07-01T14:27:41Z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0x01010017EFA48812873240AA97B5B839318D37</vt:lpwstr>
  </property>
</Properties>
</file>